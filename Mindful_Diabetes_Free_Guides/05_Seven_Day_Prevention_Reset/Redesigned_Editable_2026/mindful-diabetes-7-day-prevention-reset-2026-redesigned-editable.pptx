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b8e4f12bb945be" /><Relationship Type="http://schemas.openxmlformats.org/officeDocument/2006/relationships/extended-properties" Target="/docProps/app.xml" Id="R4c56dab88d6a4876" /><Relationship Type="http://schemas.openxmlformats.org/officeDocument/2006/relationships/officeDocument" Target="/ppt/presentation.xml" Id="Re010d3fcd66148f0" /></Relationships>
</file>

<file path=ppt/presentation.xml><?xml version="1.0" encoding="utf-8"?>
<p:presentation xmlns:p="http://schemas.openxmlformats.org/presentationml/2006/main">
  <p:sldMasterIdLst>
    <p:sldMasterId xmlns:r="http://schemas.openxmlformats.org/officeDocument/2006/relationships" id="2147483648" r:id="Rbf10aed7817c44f5"/>
  </p:sldMasterIdLst>
  <p:notesMasterIdLst>
    <p:notesMasterId xmlns:r="http://schemas.openxmlformats.org/officeDocument/2006/relationships" r:id="R30bf5d3d01814c35"/>
  </p:notesMasterIdLst>
  <p:sldIdLst>
    <p:sldId xmlns:r="http://schemas.openxmlformats.org/officeDocument/2006/relationships" id="256" r:id="R45f0d89b5c7540c2"/>
    <p:sldId xmlns:r="http://schemas.openxmlformats.org/officeDocument/2006/relationships" id="257" r:id="Rb8907c1db99146fd"/>
    <p:sldId xmlns:r="http://schemas.openxmlformats.org/officeDocument/2006/relationships" id="258" r:id="R7f19c78355d94940"/>
    <p:sldId xmlns:r="http://schemas.openxmlformats.org/officeDocument/2006/relationships" id="259" r:id="Rdc2f3dbb19254c03"/>
    <p:sldId xmlns:r="http://schemas.openxmlformats.org/officeDocument/2006/relationships" id="260" r:id="R8d5a523ee2a74b03"/>
    <p:sldId xmlns:r="http://schemas.openxmlformats.org/officeDocument/2006/relationships" id="261" r:id="R3c50d9c06298475a"/>
    <p:sldId xmlns:r="http://schemas.openxmlformats.org/officeDocument/2006/relationships" id="262" r:id="R3a99acaee9ed4082"/>
    <p:sldId xmlns:r="http://schemas.openxmlformats.org/officeDocument/2006/relationships" id="263" r:id="R2d6b1b30dc364b1b"/>
    <p:sldId xmlns:r="http://schemas.openxmlformats.org/officeDocument/2006/relationships" id="264" r:id="R35aea6a93724416b"/>
    <p:sldId xmlns:r="http://schemas.openxmlformats.org/officeDocument/2006/relationships" id="265" r:id="R8adead77195c4a39"/>
    <p:sldId xmlns:r="http://schemas.openxmlformats.org/officeDocument/2006/relationships" id="266" r:id="R0d163f0940dd4ddf"/>
    <p:sldId xmlns:r="http://schemas.openxmlformats.org/officeDocument/2006/relationships" id="267" r:id="R005ffbab012d4007"/>
    <p:sldId xmlns:r="http://schemas.openxmlformats.org/officeDocument/2006/relationships" id="268" r:id="R46f8590d62844c0c"/>
    <p:sldId xmlns:r="http://schemas.openxmlformats.org/officeDocument/2006/relationships" id="269" r:id="Rb06d51b19f2e4639"/>
    <p:sldId xmlns:r="http://schemas.openxmlformats.org/officeDocument/2006/relationships" id="270" r:id="Rb2ae26ed8d494320"/>
    <p:sldId xmlns:r="http://schemas.openxmlformats.org/officeDocument/2006/relationships" id="271" r:id="Redd1efbf282844d3"/>
    <p:sldId xmlns:r="http://schemas.openxmlformats.org/officeDocument/2006/relationships" id="272" r:id="R97778ac211c1486f"/>
    <p:sldId xmlns:r="http://schemas.openxmlformats.org/officeDocument/2006/relationships" id="273" r:id="R8e0ed65a4a524210"/>
    <p:sldId xmlns:r="http://schemas.openxmlformats.org/officeDocument/2006/relationships" id="274" r:id="R9455d9ec6092450f"/>
    <p:sldId xmlns:r="http://schemas.openxmlformats.org/officeDocument/2006/relationships" id="275" r:id="R06070e65fb3c425c"/>
    <p:sldId xmlns:r="http://schemas.openxmlformats.org/officeDocument/2006/relationships" id="276" r:id="R45aace64563f4f3c"/>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c67069a5e7478d" /><Relationship Type="http://schemas.openxmlformats.org/officeDocument/2006/relationships/slideMaster" Target="/ppt/slideMasters/slideMaster1.xml" Id="Rbf10aed7817c44f5" /><Relationship Type="http://schemas.openxmlformats.org/officeDocument/2006/relationships/notesMaster" Target="/ppt/notesMasters/notesMaster1.xml" Id="R30bf5d3d01814c35" /><Relationship Type="http://schemas.openxmlformats.org/officeDocument/2006/relationships/presProps" Target="/ppt/presProps.xml" Id="R8efd28b65c2b428c" /><Relationship Type="http://schemas.openxmlformats.org/officeDocument/2006/relationships/tableStyles" Target="/ppt/tableStyles.xml" Id="R442680ed70bd49f7" /><Relationship Type="http://schemas.openxmlformats.org/officeDocument/2006/relationships/slide" Target="/ppt/slides/slide1.xml" Id="R45f0d89b5c7540c2" /><Relationship Type="http://schemas.openxmlformats.org/officeDocument/2006/relationships/slide" Target="/ppt/slides/slide2.xml" Id="Rb8907c1db99146fd" /><Relationship Type="http://schemas.openxmlformats.org/officeDocument/2006/relationships/slide" Target="/ppt/slides/slide3.xml" Id="R7f19c78355d94940" /><Relationship Type="http://schemas.openxmlformats.org/officeDocument/2006/relationships/slide" Target="/ppt/slides/slide4.xml" Id="Rdc2f3dbb19254c03" /><Relationship Type="http://schemas.openxmlformats.org/officeDocument/2006/relationships/slide" Target="/ppt/slides/slide5.xml" Id="R8d5a523ee2a74b03" /><Relationship Type="http://schemas.openxmlformats.org/officeDocument/2006/relationships/slide" Target="/ppt/slides/slide6.xml" Id="R3c50d9c06298475a" /><Relationship Type="http://schemas.openxmlformats.org/officeDocument/2006/relationships/slide" Target="/ppt/slides/slide7.xml" Id="R3a99acaee9ed4082" /><Relationship Type="http://schemas.openxmlformats.org/officeDocument/2006/relationships/slide" Target="/ppt/slides/slide8.xml" Id="R2d6b1b30dc364b1b" /><Relationship Type="http://schemas.openxmlformats.org/officeDocument/2006/relationships/slide" Target="/ppt/slides/slide9.xml" Id="R35aea6a93724416b" /><Relationship Type="http://schemas.openxmlformats.org/officeDocument/2006/relationships/slide" Target="/ppt/slides/slide10.xml" Id="R8adead77195c4a39" /><Relationship Type="http://schemas.openxmlformats.org/officeDocument/2006/relationships/slide" Target="/ppt/slides/slide11.xml" Id="R0d163f0940dd4ddf" /><Relationship Type="http://schemas.openxmlformats.org/officeDocument/2006/relationships/slide" Target="/ppt/slides/slide12.xml" Id="R005ffbab012d4007" /><Relationship Type="http://schemas.openxmlformats.org/officeDocument/2006/relationships/slide" Target="/ppt/slides/slide13.xml" Id="R46f8590d62844c0c" /><Relationship Type="http://schemas.openxmlformats.org/officeDocument/2006/relationships/slide" Target="/ppt/slides/slide14.xml" Id="Rb06d51b19f2e4639" /><Relationship Type="http://schemas.openxmlformats.org/officeDocument/2006/relationships/slide" Target="/ppt/slides/slide15.xml" Id="Rb2ae26ed8d494320" /><Relationship Type="http://schemas.openxmlformats.org/officeDocument/2006/relationships/slide" Target="/ppt/slides/slide16.xml" Id="Redd1efbf282844d3" /><Relationship Type="http://schemas.openxmlformats.org/officeDocument/2006/relationships/slide" Target="/ppt/slides/slide17.xml" Id="R97778ac211c1486f" /><Relationship Type="http://schemas.openxmlformats.org/officeDocument/2006/relationships/slide" Target="/ppt/slides/slide18.xml" Id="R8e0ed65a4a524210" /><Relationship Type="http://schemas.openxmlformats.org/officeDocument/2006/relationships/slide" Target="/ppt/slides/slide19.xml" Id="R9455d9ec6092450f" /><Relationship Type="http://schemas.openxmlformats.org/officeDocument/2006/relationships/slide" Target="/ppt/slides/slide20.xml" Id="R06070e65fb3c425c" /><Relationship Type="http://schemas.openxmlformats.org/officeDocument/2006/relationships/slide" Target="/ppt/slides/slide21.xml" Id="R45aace64563f4f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2140d1c79045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83ff748ca14fa0" /><Relationship Type="http://schemas.openxmlformats.org/officeDocument/2006/relationships/notesMaster" Target="/ppt/notesMasters/notesMaster1.xml" Id="Rbc29be9df84f42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d69e4a8fca4029" /><Relationship Type="http://schemas.openxmlformats.org/officeDocument/2006/relationships/notesMaster" Target="/ppt/notesMasters/notesMaster1.xml" Id="R7f9441f2c7c142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3a017a68fc4cd5" /><Relationship Type="http://schemas.openxmlformats.org/officeDocument/2006/relationships/notesMaster" Target="/ppt/notesMasters/notesMaster1.xml" Id="R3e9626d7465f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02f12e359c64d11" /><Relationship Type="http://schemas.openxmlformats.org/officeDocument/2006/relationships/notesMaster" Target="/ppt/notesMasters/notesMaster1.xml" Id="Rbe2bf5a925ff48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032a99e478484f" /><Relationship Type="http://schemas.openxmlformats.org/officeDocument/2006/relationships/notesMaster" Target="/ppt/notesMasters/notesMaster1.xml" Id="R7b3d5c62f26849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73cb9c8d304318" /><Relationship Type="http://schemas.openxmlformats.org/officeDocument/2006/relationships/notesMaster" Target="/ppt/notesMasters/notesMaster1.xml" Id="Rea64628bfa2743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5955f74a7b4645" /><Relationship Type="http://schemas.openxmlformats.org/officeDocument/2006/relationships/notesMaster" Target="/ppt/notesMasters/notesMaster1.xml" Id="Rb0af3f3afff840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c9e5d988184a98" /><Relationship Type="http://schemas.openxmlformats.org/officeDocument/2006/relationships/notesMaster" Target="/ppt/notesMasters/notesMaster1.xml" Id="R8e226726435648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74fd01134c4553" /><Relationship Type="http://schemas.openxmlformats.org/officeDocument/2006/relationships/notesMaster" Target="/ppt/notesMasters/notesMaster1.xml" Id="Rb8e8c0ec8a9647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49b13c0f854bbb" /><Relationship Type="http://schemas.openxmlformats.org/officeDocument/2006/relationships/notesMaster" Target="/ppt/notesMasters/notesMaster1.xml" Id="R95b1ecb17c2449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2fa002667846a9" /><Relationship Type="http://schemas.openxmlformats.org/officeDocument/2006/relationships/notesMaster" Target="/ppt/notesMasters/notesMaster1.xml" Id="Rdcc1883297b54c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0f5897b67e412a" /><Relationship Type="http://schemas.openxmlformats.org/officeDocument/2006/relationships/notesMaster" Target="/ppt/notesMasters/notesMaster1.xml" Id="Ra1dad0e4e65b4d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ddbd6a314b447a" /><Relationship Type="http://schemas.openxmlformats.org/officeDocument/2006/relationships/notesMaster" Target="/ppt/notesMasters/notesMaster1.xml" Id="Rb1b6a624db0340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8cb38cde4c4674" /><Relationship Type="http://schemas.openxmlformats.org/officeDocument/2006/relationships/notesMaster" Target="/ppt/notesMasters/notesMaster1.xml" Id="Rb17ce91b1c744b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83ed10b3244368" /><Relationship Type="http://schemas.openxmlformats.org/officeDocument/2006/relationships/notesMaster" Target="/ppt/notesMasters/notesMaster1.xml" Id="Rff5a03deb52241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4407f0c926498c" /><Relationship Type="http://schemas.openxmlformats.org/officeDocument/2006/relationships/notesMaster" Target="/ppt/notesMasters/notesMaster1.xml" Id="Rab673fc3f5d64d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e6331e2a334153" /><Relationship Type="http://schemas.openxmlformats.org/officeDocument/2006/relationships/notesMaster" Target="/ppt/notesMasters/notesMaster1.xml" Id="R29fadad2b4eb43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5c98347386488c" /><Relationship Type="http://schemas.openxmlformats.org/officeDocument/2006/relationships/notesMaster" Target="/ppt/notesMasters/notesMaster1.xml" Id="Rb8d7b0a4ea6d49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a72f1250ae4bcf" /><Relationship Type="http://schemas.openxmlformats.org/officeDocument/2006/relationships/notesMaster" Target="/ppt/notesMasters/notesMaster1.xml" Id="R40838e6240ad42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c5027c132f44c4e" /><Relationship Type="http://schemas.openxmlformats.org/officeDocument/2006/relationships/notesMaster" Target="/ppt/notesMasters/notesMaster1.xml" Id="Rc32e9100585643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a9f0fc719a6491b" /><Relationship Type="http://schemas.openxmlformats.org/officeDocument/2006/relationships/notesMaster" Target="/ppt/notesMasters/notesMaster1.xml" Id="Ra76d0c7d679e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[1] Centers for Disease Control and Prevention. About the Lifestyle Change Program. 2024. https://www.cdc.gov/diabetes-prevention/lifestyle-change-program/lifestyle-change-program-details.html</a:t>
            </a:r>
          </a:p>
          <a:p xmlns:a="http://schemas.openxmlformats.org/drawingml/2006/main">
            <a:r>
              <a:t>- [2] American Diabetes Association, Diabetes Care. Facilitating Positive Health Behaviors and Well-being to Improve Health Outcomes: Standards of Care in Diabetes--2026. 2026. https://diabetesjournals.org/care/article/49/Supplement_1/S89/163932/5-Facilitating-Positive-Health-Behaviors-and-Well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[1] Centers for Disease Control and Prevention. About the Lifestyle Change Program. 2024. https://www.cdc.gov/diabetes-prevention/lifestyle-change-program/lifestyle-change-program-details.html</a:t>
            </a:r>
          </a:p>
          <a:p xmlns:a="http://schemas.openxmlformats.org/drawingml/2006/main">
            <a:r>
              <a:t>- [2] American Diabetes Association, Diabetes Care. Facilitating Positive Health Behaviors and Well-being to Improve Health Outcomes: Standards of Care in Diabetes--2026. 2026. https://diabetesjournals.org/care/article/49/Supplement_1/S89/163932/5-Facilitating-Positive-Health-Behaviors-and-Well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[3] American Diabetes Association Diabetes Food Hub. What is the Diabetes Plate?. 2026. https://diabetesfoodhub.org/blog/what-diabetes-plate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[4] U.S. Food and Drug Administration. How to Understand and Use the Nutrition Facts Label. 2024. https://www.fda.gov/food/nutrition-facts-label/how-understand-and-use-nutrition-facts-label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[5] U.S. Department of Health and Human Services. Physical Activity Guidelines for Americans, 2nd edition. 2018. https://health.gov/sites/default/files/2019-09/Physical_Activity_Guidelines_2nd_edition.pdf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[7] U.S. Food and Drug Administration. Added Sugars on the Nutrition Facts Label. 2026. https://www.fda.gov/food/nutrition-facts-label/added-sugars-nutrition-facts-label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[6] National Heart, Lung, and Blood Institute. Sleep Deprivation and Deficiency: Healthy Sleep Habits. 2022. https://www.nhlbi.nih.gov/health/sleep-deprivation/healthy-sleep-habits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[6] National Heart, Lung, and Blood Institute. Sleep Deprivation and Deficiency: Healthy Sleep Habits. 2022. https://www.nhlbi.nih.gov/health/sleep-deprivation/healthy-sleep-habits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[2] American Diabetes Association, Diabetes Care. Facilitating Positive Health Behaviors and Well-being to Improve Health Outcomes: Standards of Care in Diabetes--2026. 2026. https://diabetesjournals.org/care/article/49/Supplement_1/S89/163932/5-Facilitating-Positive-Health-Behaviors-and-Well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No external claims beyond Mindful Diabetes workbook editorial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[1] Centers for Disease Control and Prevention. About the Lifestyle Change Program. 2024. https://www.cdc.gov/diabetes-prevention/lifestyle-change-program/lifestyle-change-program-details.html</a:t>
            </a:r>
          </a:p>
          <a:p xmlns:a="http://schemas.openxmlformats.org/drawingml/2006/main">
            <a:r>
              <a:t>- [2] American Diabetes Association, Diabetes Care. Facilitating Positive Health Behaviors and Well-being to Improve Health Outcomes: Standards of Care in Diabetes--2026. 2026. https://diabetesjournals.org/care/article/49/Supplement_1/S89/163932/5-Facilitating-Positive-Health-Behaviors-and-Well</a:t>
            </a:r>
          </a:p>
          <a:p xmlns:a="http://schemas.openxmlformats.org/drawingml/2006/main">
            <a:r>
              <a:t>- [3] American Diabetes Association Diabetes Food Hub. What is the Diabetes Plate?. 2026. https://diabetesfoodhub.org/blog/what-diabetes-plate</a:t>
            </a:r>
          </a:p>
          <a:p xmlns:a="http://schemas.openxmlformats.org/drawingml/2006/main">
            <a:r>
              <a:t>- [4] U.S. Food and Drug Administration. How to Understand and Use the Nutrition Facts Label. 2024. https://www.fda.gov/food/nutrition-facts-label/how-understand-and-use-nutrition-facts-label</a:t>
            </a:r>
          </a:p>
          <a:p xmlns:a="http://schemas.openxmlformats.org/drawingml/2006/main">
            <a:r>
              <a:t>- [5] U.S. Department of Health and Human Services. Physical Activity Guidelines for Americans, 2nd edition. 2018. https://health.gov/sites/default/files/2019-09/Physical_Activity_Guidelines_2nd_edition.pdf</a:t>
            </a:r>
          </a:p>
          <a:p xmlns:a="http://schemas.openxmlformats.org/drawingml/2006/main">
            <a:r>
              <a:t>- [6] National Heart, Lung, and Blood Institute. Sleep Deprivation and Deficiency: Healthy Sleep Habits. 2022. https://www.nhlbi.nih.gov/health/sleep-deprivation/healthy-sleep-habits</a:t>
            </a:r>
          </a:p>
          <a:p xmlns:a="http://schemas.openxmlformats.org/drawingml/2006/main">
            <a:r>
              <a:t>- [7] U.S. Food and Drug Administration. Added Sugars on the Nutrition Facts Label. 2026. https://www.fda.gov/food/nutrition-facts-label/added-sugars-nutrition-facts-label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2db9aa10ff45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56b982e2e6454e" /><Relationship Type="http://schemas.openxmlformats.org/officeDocument/2006/relationships/slideLayout" Target="/ppt/slideLayouts/slideLayout1.xml" Id="R77e629171de846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e629171de846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fc05c78ba74389" /><Relationship Type="http://schemas.openxmlformats.org/officeDocument/2006/relationships/image" Target="/ppt/media/image.jpeg" Id="Rcbcd7d5fc3284400" /><Relationship Type="http://schemas.openxmlformats.org/officeDocument/2006/relationships/hyperlink" Target="https://mindfuldiabetes.org" TargetMode="External" Id="Racf6a0e2c03d4c08" /><Relationship Type="http://schemas.openxmlformats.org/officeDocument/2006/relationships/notesSlide" Target="/ppt/notesSlides/notesSlide1.xml" Id="R77d48db7ecfd47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ce785f6fe74415" /><Relationship Type="http://schemas.openxmlformats.org/officeDocument/2006/relationships/image" Target="/ppt/media/image2.jpeg" Id="R2400e592d0ac4e26" /><Relationship Type="http://schemas.openxmlformats.org/officeDocument/2006/relationships/hyperlink" Target="https://mindfuldiabetes.org" TargetMode="External" Id="R742f4012c3a64b17" /><Relationship Type="http://schemas.openxmlformats.org/officeDocument/2006/relationships/notesSlide" Target="/ppt/notesSlides/notesSlide2.xml" Id="R48b63f180f3044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70a16c4e5e431a" /><Relationship Type="http://schemas.openxmlformats.org/officeDocument/2006/relationships/image" Target="/ppt/media/image3.jpeg" Id="R023f4b9f0c594225" /><Relationship Type="http://schemas.openxmlformats.org/officeDocument/2006/relationships/hyperlink" Target="https://mindfuldiabetes.org" TargetMode="External" Id="Raa501395f6fb4403" /><Relationship Type="http://schemas.openxmlformats.org/officeDocument/2006/relationships/notesSlide" Target="/ppt/notesSlides/notesSlide3.xml" Id="R28caeddccb1640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923245be004e71" /><Relationship Type="http://schemas.openxmlformats.org/officeDocument/2006/relationships/image" Target="/ppt/media/image4.jpeg" Id="R0e9b58b722fe4622" /><Relationship Type="http://schemas.openxmlformats.org/officeDocument/2006/relationships/hyperlink" Target="https://mindfuldiabetes.org" TargetMode="External" Id="R9de94750c2094ec6" /><Relationship Type="http://schemas.openxmlformats.org/officeDocument/2006/relationships/notesSlide" Target="/ppt/notesSlides/notesSlide4.xml" Id="R876da438d64642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e2aef6080842e7" /><Relationship Type="http://schemas.openxmlformats.org/officeDocument/2006/relationships/image" Target="/ppt/media/image5.jpeg" Id="R56cefab509664961" /><Relationship Type="http://schemas.openxmlformats.org/officeDocument/2006/relationships/hyperlink" Target="https://mindfuldiabetes.org" TargetMode="External" Id="Rfa1b09b2d0f040b1" /><Relationship Type="http://schemas.openxmlformats.org/officeDocument/2006/relationships/notesSlide" Target="/ppt/notesSlides/notesSlide5.xml" Id="R2fd718a3f3e34e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bb91b76061b4f0f" /><Relationship Type="http://schemas.openxmlformats.org/officeDocument/2006/relationships/image" Target="/ppt/media/image6.jpeg" Id="Ra4fd16530fc2464b" /><Relationship Type="http://schemas.openxmlformats.org/officeDocument/2006/relationships/hyperlink" Target="https://mindfuldiabetes.org" TargetMode="External" Id="R4608a8732a2344bc" /><Relationship Type="http://schemas.openxmlformats.org/officeDocument/2006/relationships/notesSlide" Target="/ppt/notesSlides/notesSlide6.xml" Id="Rfde6f990f35543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4ac3f2d53d46bf" /><Relationship Type="http://schemas.openxmlformats.org/officeDocument/2006/relationships/image" Target="/ppt/media/image7.jpeg" Id="Rd72c721eb3aa4767" /><Relationship Type="http://schemas.openxmlformats.org/officeDocument/2006/relationships/hyperlink" Target="https://mindfuldiabetes.org" TargetMode="External" Id="Rd2069ae2261f4aa5" /><Relationship Type="http://schemas.openxmlformats.org/officeDocument/2006/relationships/notesSlide" Target="/ppt/notesSlides/notesSlide7.xml" Id="R29b82d2b93c94c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56f1c7311a45b7" /><Relationship Type="http://schemas.openxmlformats.org/officeDocument/2006/relationships/image" Target="/ppt/media/image8.jpeg" Id="Ra6c7994dce434594" /><Relationship Type="http://schemas.openxmlformats.org/officeDocument/2006/relationships/hyperlink" Target="https://mindfuldiabetes.org" TargetMode="External" Id="R6770c8730b434519" /><Relationship Type="http://schemas.openxmlformats.org/officeDocument/2006/relationships/notesSlide" Target="/ppt/notesSlides/notesSlide8.xml" Id="R5d028faff7b145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5c32ed86d954b02" /><Relationship Type="http://schemas.openxmlformats.org/officeDocument/2006/relationships/image" Target="/ppt/media/image9.jpeg" Id="R499f48c9f8bb431d" /><Relationship Type="http://schemas.openxmlformats.org/officeDocument/2006/relationships/hyperlink" Target="https://mindfuldiabetes.org" TargetMode="External" Id="R0cbec9928e444857" /><Relationship Type="http://schemas.openxmlformats.org/officeDocument/2006/relationships/notesSlide" Target="/ppt/notesSlides/notesSlide9.xml" Id="R40aa2a68e2434b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7d851356124284" /><Relationship Type="http://schemas.openxmlformats.org/officeDocument/2006/relationships/image" Target="/ppt/media/image10.jpeg" Id="R720a5db5163b4949" /><Relationship Type="http://schemas.openxmlformats.org/officeDocument/2006/relationships/hyperlink" Target="https://mindfuldiabetes.org" TargetMode="External" Id="R0d84b186e8064c49" /><Relationship Type="http://schemas.openxmlformats.org/officeDocument/2006/relationships/notesSlide" Target="/ppt/notesSlides/notesSlide10.xml" Id="Rea6cc6f61c0e43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73e7eb84644276" /><Relationship Type="http://schemas.openxmlformats.org/officeDocument/2006/relationships/image" Target="/ppt/media/image11.jpeg" Id="Ra2343ddb675e4f5b" /><Relationship Type="http://schemas.openxmlformats.org/officeDocument/2006/relationships/hyperlink" Target="https://mindfuldiabetes.org" TargetMode="External" Id="R484b00cecd6540b9" /><Relationship Type="http://schemas.openxmlformats.org/officeDocument/2006/relationships/notesSlide" Target="/ppt/notesSlides/notesSlide11.xml" Id="Ra13d11102c814c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ce94a6607b41b3" /><Relationship Type="http://schemas.openxmlformats.org/officeDocument/2006/relationships/image" Target="/ppt/media/image12.jpeg" Id="Rac457f8a9b7e44d1" /><Relationship Type="http://schemas.openxmlformats.org/officeDocument/2006/relationships/hyperlink" Target="https://mindfuldiabetes.org" TargetMode="External" Id="Rd2eea43b0941428f" /><Relationship Type="http://schemas.openxmlformats.org/officeDocument/2006/relationships/notesSlide" Target="/ppt/notesSlides/notesSlide12.xml" Id="R89ac701ca41f41c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c00f7237474d6d" /><Relationship Type="http://schemas.openxmlformats.org/officeDocument/2006/relationships/image" Target="/ppt/media/image13.jpeg" Id="R76bd8bed4e764ea2" /><Relationship Type="http://schemas.openxmlformats.org/officeDocument/2006/relationships/hyperlink" Target="https://mindfuldiabetes.org" TargetMode="External" Id="R7afe7dbc63ce40c4" /><Relationship Type="http://schemas.openxmlformats.org/officeDocument/2006/relationships/notesSlide" Target="/ppt/notesSlides/notesSlide13.xml" Id="R2c2dcc8870f944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75326e7e5547a7" /><Relationship Type="http://schemas.openxmlformats.org/officeDocument/2006/relationships/image" Target="/ppt/media/image14.jpeg" Id="R58b1ca69ba1a4054" /><Relationship Type="http://schemas.openxmlformats.org/officeDocument/2006/relationships/hyperlink" Target="https://mindfuldiabetes.org" TargetMode="External" Id="R322974807eee4418" /><Relationship Type="http://schemas.openxmlformats.org/officeDocument/2006/relationships/notesSlide" Target="/ppt/notesSlides/notesSlide14.xml" Id="R7a0a8f3e0e7543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d6ddc22bb614d2e" /><Relationship Type="http://schemas.openxmlformats.org/officeDocument/2006/relationships/image" Target="/ppt/media/image15.jpeg" Id="R345c223b9d894332" /><Relationship Type="http://schemas.openxmlformats.org/officeDocument/2006/relationships/hyperlink" Target="https://mindfuldiabetes.org" TargetMode="External" Id="R1ed156fa903b4193" /><Relationship Type="http://schemas.openxmlformats.org/officeDocument/2006/relationships/notesSlide" Target="/ppt/notesSlides/notesSlide15.xml" Id="R4e6268445f6f49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e4ea9fca524d1d" /><Relationship Type="http://schemas.openxmlformats.org/officeDocument/2006/relationships/image" Target="/ppt/media/image16.jpeg" Id="Rbc3ee2c51f5248c4" /><Relationship Type="http://schemas.openxmlformats.org/officeDocument/2006/relationships/hyperlink" Target="https://mindfuldiabetes.org" TargetMode="External" Id="R9fefc73f09cf4ff4" /><Relationship Type="http://schemas.openxmlformats.org/officeDocument/2006/relationships/notesSlide" Target="/ppt/notesSlides/notesSlide16.xml" Id="R6a8a68f08c63441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7b5ec102ab460b" /><Relationship Type="http://schemas.openxmlformats.org/officeDocument/2006/relationships/image" Target="/ppt/media/image17.jpeg" Id="R960c36f18a9b435f" /><Relationship Type="http://schemas.openxmlformats.org/officeDocument/2006/relationships/hyperlink" Target="https://mindfuldiabetes.org" TargetMode="External" Id="Rf9931ac313a74bb3" /><Relationship Type="http://schemas.openxmlformats.org/officeDocument/2006/relationships/notesSlide" Target="/ppt/notesSlides/notesSlide17.xml" Id="Rd91e895ce80646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fa9ab327184e1c" /><Relationship Type="http://schemas.openxmlformats.org/officeDocument/2006/relationships/image" Target="/ppt/media/image18.jpeg" Id="Re1180f7a133647c3" /><Relationship Type="http://schemas.openxmlformats.org/officeDocument/2006/relationships/hyperlink" Target="https://mindfuldiabetes.org" TargetMode="External" Id="R94f8693d0b244905" /><Relationship Type="http://schemas.openxmlformats.org/officeDocument/2006/relationships/notesSlide" Target="/ppt/notesSlides/notesSlide18.xml" Id="R8c63ecec8e5f47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a09f4faff3b4edf" /><Relationship Type="http://schemas.openxmlformats.org/officeDocument/2006/relationships/image" Target="/ppt/media/image19.jpeg" Id="Re1d41b1f8ff445e4" /><Relationship Type="http://schemas.openxmlformats.org/officeDocument/2006/relationships/hyperlink" Target="https://mindfuldiabetes.org" TargetMode="External" Id="R4fc9882e8e3c4cb5" /><Relationship Type="http://schemas.openxmlformats.org/officeDocument/2006/relationships/notesSlide" Target="/ppt/notesSlides/notesSlide19.xml" Id="R2720ad5fd01f492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f0b194176c44f21" /><Relationship Type="http://schemas.openxmlformats.org/officeDocument/2006/relationships/image" Target="/ppt/media/image20.jpeg" Id="Re2c8e7b9950e4812" /><Relationship Type="http://schemas.openxmlformats.org/officeDocument/2006/relationships/hyperlink" Target="https://mindfuldiabetes.org" TargetMode="External" Id="Rc6899872d02c433b" /><Relationship Type="http://schemas.openxmlformats.org/officeDocument/2006/relationships/hyperlink" Target="https://mindfuldiabetes.org/guide/" TargetMode="External" Id="Rbc82d18c03174257" /><Relationship Type="http://schemas.openxmlformats.org/officeDocument/2006/relationships/hyperlink" Target="https://mindfuldiabetes.org/health-tools/" TargetMode="External" Id="R7c4b16ed477c4701" /><Relationship Type="http://schemas.openxmlformats.org/officeDocument/2006/relationships/hyperlink" Target="https://www.mindfuldiabetes.ai/" TargetMode="External" Id="R89c048f8d4134070" /><Relationship Type="http://schemas.openxmlformats.org/officeDocument/2006/relationships/hyperlink" Target="https://mindfuldiabetes.org/donation/" TargetMode="External" Id="R87e03e3cccc740bd" /><Relationship Type="http://schemas.openxmlformats.org/officeDocument/2006/relationships/notesSlide" Target="/ppt/notesSlides/notesSlide20.xml" Id="R5ab4f33e424440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275895969954671" /><Relationship Type="http://schemas.openxmlformats.org/officeDocument/2006/relationships/image" Target="/ppt/media/image21.jpeg" Id="R91e8d0847eff40d3" /><Relationship Type="http://schemas.openxmlformats.org/officeDocument/2006/relationships/hyperlink" Target="https://mindfuldiabetes.org" TargetMode="External" Id="Ref862eeb2acf440e" /><Relationship Type="http://schemas.openxmlformats.org/officeDocument/2006/relationships/hyperlink" Target="https://www.cdc.gov/diabetes-prevention/lifestyle-change-program/lifestyle-change-program-details.html" TargetMode="External" Id="R09273c166f0c460f" /><Relationship Type="http://schemas.openxmlformats.org/officeDocument/2006/relationships/hyperlink" Target="https://diabetesjournals.org/care/article/49/Supplement_1/S89/163932/5-Facilitating-Positive-Health-Behaviors-and-Well" TargetMode="External" Id="R59c7183d7fad486d" /><Relationship Type="http://schemas.openxmlformats.org/officeDocument/2006/relationships/hyperlink" Target="https://diabetesfoodhub.org/blog/what-diabetes-plate" TargetMode="External" Id="Rc892dccee89949d0" /><Relationship Type="http://schemas.openxmlformats.org/officeDocument/2006/relationships/hyperlink" Target="https://www.fda.gov/food/nutrition-facts-label/how-understand-and-use-nutrition-facts-label" TargetMode="External" Id="R5c6a217540554538" /><Relationship Type="http://schemas.openxmlformats.org/officeDocument/2006/relationships/hyperlink" Target="https://health.gov/sites/default/files/2019-09/Physical_Activity_Guidelines_2nd_edition.pdf" TargetMode="External" Id="R29905f9fb488428f" /><Relationship Type="http://schemas.openxmlformats.org/officeDocument/2006/relationships/hyperlink" Target="https://www.nhlbi.nih.gov/health/sleep-deprivation/healthy-sleep-habits" TargetMode="External" Id="Rde2c8a53b2c04822" /><Relationship Type="http://schemas.openxmlformats.org/officeDocument/2006/relationships/hyperlink" Target="https://www.fda.gov/food/nutrition-facts-label/added-sugars-nutrition-facts-label" TargetMode="External" Id="R21d4da2200e24adb" /><Relationship Type="http://schemas.openxmlformats.org/officeDocument/2006/relationships/notesSlide" Target="/ppt/notesSlides/notesSlide21.xml" Id="R87efefa145664179" /></Relationships>
</file>

<file path=ppt/slides/slide1.xml><?xml version="1.0" encoding="utf-8"?>
<p:sld xmlns:p="http://schemas.openxmlformats.org/presentationml/2006/main">
  <p:cSld>
    <p:bg>
      <p:bgPr>
        <a:solidFill xmlns:a="http://schemas.openxmlformats.org/drawingml/2006/main">
          <a:srgbClr val="FFFAF2"/>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38A47B23-3F66-4282-BD1C-1D17A3F43768}"/>
              </a:ext>
            </a:extLst>
          </p:cNvPr>
          <p:cNvSpPr>
            <a:spLocks xmlns:a="http://schemas.openxmlformats.org/drawingml/2006/main" noGrp="1"/>
          </p:cNvSpPr>
          <p:nvPr/>
        </p:nvSpPr>
        <p:spPr>
          <a:xfrm xmlns:a="http://schemas.openxmlformats.org/drawingml/2006/main">
            <a:off x="342900" y="342900"/>
            <a:ext cx="7086600" cy="9372600"/>
          </a:xfrm>
          <a:prstGeom xmlns:a="http://schemas.openxmlformats.org/drawingml/2006/main" prst="roundRect">
            <a:avLst>
              <a:gd name="adj" fmla="val 3226"/>
            </a:avLst>
          </a:prstGeom>
          <a:solidFill xmlns:a="http://schemas.openxmlformats.org/drawingml/2006/main">
            <a:srgbClr val="FFFDF8"/>
          </a:solidFill>
          <a:ln xmlns:a="http://schemas.openxmlformats.org/drawingml/2006/main" w="10478">
            <a:solidFill>
              <a:srgbClr val="D9DEEA"/>
            </a:solidFill>
            <a:prstDash val="solid"/>
          </a:ln>
        </p:spPr>
      </p:sp>
      <p:sp>
        <p:nvSpPr>
          <p:cNvPr id="2" name="">
            <a:extLst xmlns:a="http://schemas.openxmlformats.org/drawingml/2006/main">
              <a:ext uri="{FF2B5EF4-FFF2-40B4-BE49-F238E27FC236}">
                <a16:creationId xmlns:a16="http://schemas.microsoft.com/office/drawing/2014/main" id="{203A29D1-17E9-41A9-8FDA-73AFCF1AADB6}"/>
              </a:ext>
            </a:extLst>
          </p:cNvPr>
          <p:cNvSpPr>
            <a:spLocks xmlns:a="http://schemas.openxmlformats.org/drawingml/2006/main" noGrp="1"/>
          </p:cNvSpPr>
          <p:nvPr/>
        </p:nvSpPr>
        <p:spPr>
          <a:xfrm xmlns:a="http://schemas.openxmlformats.org/drawingml/2006/main">
            <a:off x="342900" y="342900"/>
            <a:ext cx="7086600" cy="2095500"/>
          </a:xfrm>
          <a:prstGeom xmlns:a="http://schemas.openxmlformats.org/drawingml/2006/main" prst="rect">
            <a:avLst/>
          </a:prstGeom>
          <a:solidFill xmlns:a="http://schemas.openxmlformats.org/drawingml/2006/main">
            <a:srgbClr val="EDF8F1"/>
          </a:solidFill>
          <a:ln xmlns:a="http://schemas.openxmlformats.org/drawingml/2006/main" w="0">
            <a:no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cbcd7d5fc3284400"/>
          <a:srcRect xmlns:a="http://schemas.openxmlformats.org/drawingml/2006/main" l="0" t="2789" r="0" b="2789"/>
          <a:stretch xmlns:a="http://schemas.openxmlformats.org/drawingml/2006/main">
            <a:fillRect l="0" t="0" r="0" b="0"/>
          </a:stretch>
        </p:blipFill>
        <p:spPr>
          <a:xfrm xmlns:a="http://schemas.openxmlformats.org/drawingml/2006/main">
            <a:off x="685800" y="666750"/>
            <a:ext cx="457200" cy="457200"/>
          </a:xfrm>
          <a:prstGeom xmlns:a="http://schemas.openxmlformats.org/drawingml/2006/main" prst="roundRect">
            <a:avLst>
              <a:gd name="adj" fmla="val 18750"/>
            </a:avLst>
          </a:prstGeom>
        </p:spPr>
      </p:pic>
      <p:sp>
        <p:nvSpPr>
          <p:cNvPr id="4" name="">
            <a:extLst xmlns:a="http://schemas.openxmlformats.org/drawingml/2006/main">
              <a:ext uri="{FF2B5EF4-FFF2-40B4-BE49-F238E27FC236}">
                <a16:creationId xmlns:a16="http://schemas.microsoft.com/office/drawing/2014/main" id="{3B637D76-0239-481A-A2D5-6E2BDF931619}"/>
              </a:ext>
            </a:extLst>
          </p:cNvPr>
          <p:cNvSpPr>
            <a:spLocks xmlns:a="http://schemas.openxmlformats.org/drawingml/2006/main" noGrp="1"/>
          </p:cNvSpPr>
          <p:nvPr/>
        </p:nvSpPr>
        <p:spPr>
          <a:xfrm xmlns:a="http://schemas.openxmlformats.org/drawingml/2006/main">
            <a:off x="1257300" y="6667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Mindful Diabetes Free Guides</a:t>
            </a:r>
          </a:p>
        </p:txBody>
      </p:sp>
      <p:sp>
        <p:nvSpPr>
          <p:cNvPr id="5" name="">
            <a:extLst xmlns:a="http://schemas.openxmlformats.org/drawingml/2006/main">
              <a:ext uri="{FF2B5EF4-FFF2-40B4-BE49-F238E27FC236}">
                <a16:creationId xmlns:a16="http://schemas.microsoft.com/office/drawing/2014/main" id="{DC79B822-AFEC-4343-A17A-93286E2D836D}"/>
              </a:ext>
            </a:extLst>
          </p:cNvPr>
          <p:cNvSpPr>
            <a:spLocks xmlns:a="http://schemas.openxmlformats.org/drawingml/2006/main" noGrp="1"/>
          </p:cNvSpPr>
          <p:nvPr/>
        </p:nvSpPr>
        <p:spPr>
          <a:xfrm xmlns:a="http://schemas.openxmlformats.org/drawingml/2006/main">
            <a:off x="1257300" y="91440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0" i="0">
                <a:solidFill>
                  <a:srgbClr val="5F6878"/>
                </a:solidFill>
                <a:latin typeface="Verdana"/>
                <a:ea typeface="Verdana"/>
                <a:cs typeface="Verdana"/>
              </a:defRPr>
            </a:pPr>
            <a:r>
              <a:rPr sz="788" b="0" i="0">
                <a:solidFill>
                  <a:srgbClr val="5F6878"/>
                </a:solidFill>
                <a:latin typeface="Verdana"/>
                <a:ea typeface="Verdana"/>
                <a:cs typeface="Verdana"/>
              </a:rPr>
              <a:t>Mindful Diabetes Inc. | 501(c)(3) nonprofit</a:t>
            </a:r>
          </a:p>
        </p:txBody>
      </p:sp>
      <p:sp>
        <p:nvSpPr>
          <p:cNvPr id="6" name="">
            <a:extLst xmlns:a="http://schemas.openxmlformats.org/drawingml/2006/main">
              <a:ext uri="{FF2B5EF4-FFF2-40B4-BE49-F238E27FC236}">
                <a16:creationId xmlns:a16="http://schemas.microsoft.com/office/drawing/2014/main" id="{A9FD6AEE-F9FD-4A41-8A70-448C0E5D425D}"/>
              </a:ext>
            </a:extLst>
          </p:cNvPr>
          <p:cNvSpPr>
            <a:spLocks xmlns:a="http://schemas.openxmlformats.org/drawingml/2006/main" noGrp="1"/>
          </p:cNvSpPr>
          <p:nvPr/>
        </p:nvSpPr>
        <p:spPr>
          <a:xfrm xmlns:a="http://schemas.openxmlformats.org/drawingml/2006/main">
            <a:off x="5962650" y="685800"/>
            <a:ext cx="1066800" cy="323850"/>
          </a:xfrm>
          <a:prstGeom xmlns:a="http://schemas.openxmlformats.org/drawingml/2006/main" prst="roundRect">
            <a:avLst>
              <a:gd name="adj" fmla="val 50000"/>
            </a:avLst>
          </a:prstGeom>
          <a:solidFill xmlns:a="http://schemas.openxmlformats.org/drawingml/2006/main">
            <a:srgbClr val="F0723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EFA58B-4F1E-41B3-8539-59B3AEEAB99F}"/>
              </a:ext>
            </a:extLst>
          </p:cNvPr>
          <p:cNvSpPr>
            <a:spLocks xmlns:a="http://schemas.openxmlformats.org/drawingml/2006/main" noGrp="1"/>
          </p:cNvSpPr>
          <p:nvPr/>
        </p:nvSpPr>
        <p:spPr>
          <a:xfrm xmlns:a="http://schemas.openxmlformats.org/drawingml/2006/main">
            <a:off x="5962650" y="781050"/>
            <a:ext cx="1066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FFFFFF"/>
                </a:solidFill>
                <a:latin typeface="Verdana"/>
                <a:ea typeface="Verdana"/>
                <a:cs typeface="Verdana"/>
              </a:defRPr>
            </a:pPr>
            <a:r>
              <a:rPr sz="788" b="1" i="0">
                <a:solidFill>
                  <a:srgbClr val="FFFFFF"/>
                </a:solidFill>
                <a:latin typeface="Verdana"/>
                <a:ea typeface="Verdana"/>
                <a:cs typeface="Verdana"/>
              </a:rPr>
              <a:t>FREE GUIDE</a:t>
            </a:r>
          </a:p>
        </p:txBody>
      </p:sp>
      <p:sp>
        <p:nvSpPr>
          <p:cNvPr id="8" name="">
            <a:extLst xmlns:a="http://schemas.openxmlformats.org/drawingml/2006/main">
              <a:ext uri="{FF2B5EF4-FFF2-40B4-BE49-F238E27FC236}">
                <a16:creationId xmlns:a16="http://schemas.microsoft.com/office/drawing/2014/main" id="{AA97D1EC-7D7C-45BF-8ECD-B6E81914DB4A}"/>
              </a:ext>
            </a:extLst>
          </p:cNvPr>
          <p:cNvSpPr>
            <a:spLocks xmlns:a="http://schemas.openxmlformats.org/drawingml/2006/main" noGrp="1"/>
          </p:cNvSpPr>
          <p:nvPr/>
        </p:nvSpPr>
        <p:spPr>
          <a:xfrm xmlns:a="http://schemas.openxmlformats.org/drawingml/2006/main">
            <a:off x="685800" y="1962150"/>
            <a:ext cx="4667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4000"/>
              </a:lnSpc>
              <a:buNone/>
              <a:defRPr sz="3225" b="1" i="0">
                <a:solidFill>
                  <a:srgbClr val="0D1338"/>
                </a:solidFill>
                <a:latin typeface="Georgia"/>
                <a:ea typeface="Georgia"/>
                <a:cs typeface="Georgia"/>
              </a:defRPr>
            </a:pPr>
            <a:r>
              <a:rPr sz="3225" b="1" i="0">
                <a:solidFill>
                  <a:srgbClr val="0D1338"/>
                </a:solidFill>
                <a:latin typeface="Georgia"/>
                <a:ea typeface="Georgia"/>
                <a:cs typeface="Georgia"/>
              </a:rPr>
              <a:t>The 7-Day</a:t>
            </a:r>
          </a:p>
          <a:p xmlns:a="http://schemas.openxmlformats.org/drawingml/2006/main">
            <a:pPr algn="l">
              <a:lnSpc>
                <a:spcPct val="94000"/>
              </a:lnSpc>
              <a:buNone/>
              <a:defRPr sz="3225" b="1" i="0">
                <a:solidFill>
                  <a:srgbClr val="0D1338"/>
                </a:solidFill>
                <a:latin typeface="Georgia"/>
                <a:ea typeface="Georgia"/>
                <a:cs typeface="Georgia"/>
              </a:defRPr>
            </a:pPr>
            <a:r>
              <a:rPr sz="3225" b="1" i="0">
                <a:solidFill>
                  <a:srgbClr val="0D1338"/>
                </a:solidFill>
                <a:latin typeface="Georgia"/>
                <a:ea typeface="Georgia"/>
                <a:cs typeface="Georgia"/>
              </a:rPr>
              <a:t>Prevention Reset</a:t>
            </a:r>
          </a:p>
        </p:txBody>
      </p:sp>
      <p:sp>
        <p:nvSpPr>
          <p:cNvPr id="9" name="">
            <a:extLst xmlns:a="http://schemas.openxmlformats.org/drawingml/2006/main">
              <a:ext uri="{FF2B5EF4-FFF2-40B4-BE49-F238E27FC236}">
                <a16:creationId xmlns:a16="http://schemas.microsoft.com/office/drawing/2014/main" id="{F17C8666-0192-41F5-AE8F-DA76E85CDCC4}"/>
              </a:ext>
            </a:extLst>
          </p:cNvPr>
          <p:cNvSpPr>
            <a:spLocks xmlns:a="http://schemas.openxmlformats.org/drawingml/2006/main" noGrp="1"/>
          </p:cNvSpPr>
          <p:nvPr/>
        </p:nvSpPr>
        <p:spPr>
          <a:xfrm xmlns:a="http://schemas.openxmlformats.org/drawingml/2006/main">
            <a:off x="723900" y="337185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275" b="1" i="0">
                <a:solidFill>
                  <a:srgbClr val="005030"/>
                </a:solidFill>
                <a:latin typeface="Verdana"/>
                <a:ea typeface="Verdana"/>
                <a:cs typeface="Verdana"/>
              </a:defRPr>
            </a:pPr>
            <a:r>
              <a:rPr sz="1275" b="1" i="0">
                <a:solidFill>
                  <a:srgbClr val="005030"/>
                </a:solidFill>
                <a:latin typeface="Verdana"/>
                <a:ea typeface="Verdana"/>
                <a:cs typeface="Verdana"/>
              </a:rPr>
              <a:t>A gentle one-week habit-building workbook for supporting everyday metabolic health.</a:t>
            </a:r>
          </a:p>
        </p:txBody>
      </p:sp>
      <p:sp>
        <p:nvSpPr>
          <p:cNvPr id="10" name="">
            <a:extLst xmlns:a="http://schemas.openxmlformats.org/drawingml/2006/main">
              <a:ext uri="{FF2B5EF4-FFF2-40B4-BE49-F238E27FC236}">
                <a16:creationId xmlns:a16="http://schemas.microsoft.com/office/drawing/2014/main" id="{B0CC3783-14CF-405B-B5ED-40F3666F2254}"/>
              </a:ext>
            </a:extLst>
          </p:cNvPr>
          <p:cNvSpPr>
            <a:spLocks xmlns:a="http://schemas.openxmlformats.org/drawingml/2006/main" noGrp="1"/>
          </p:cNvSpPr>
          <p:nvPr/>
        </p:nvSpPr>
        <p:spPr>
          <a:xfrm xmlns:a="http://schemas.openxmlformats.org/drawingml/2006/main">
            <a:off x="723900" y="40005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0" i="0">
                <a:solidFill>
                  <a:srgbClr val="273044"/>
                </a:solidFill>
                <a:latin typeface="Verdana"/>
                <a:ea typeface="Verdana"/>
                <a:cs typeface="Verdana"/>
              </a:defRPr>
            </a:pPr>
            <a:r>
              <a:rPr sz="975" b="0" i="0">
                <a:solidFill>
                  <a:srgbClr val="273044"/>
                </a:solidFill>
                <a:latin typeface="Verdana"/>
                <a:ea typeface="Verdana"/>
                <a:cs typeface="Verdana"/>
              </a:rPr>
              <a:t>A Gentle One-Week Plan for Building Healthier Everyday Habits</a:t>
            </a:r>
          </a:p>
        </p:txBody>
      </p:sp>
      <p:sp>
        <p:nvSpPr>
          <p:cNvPr id="11" name="">
            <a:extLst xmlns:a="http://schemas.openxmlformats.org/drawingml/2006/main">
              <a:ext uri="{FF2B5EF4-FFF2-40B4-BE49-F238E27FC236}">
                <a16:creationId xmlns:a16="http://schemas.microsoft.com/office/drawing/2014/main" id="{938F4937-C96C-4E00-A23E-05A4D4A68200}"/>
              </a:ext>
            </a:extLst>
          </p:cNvPr>
          <p:cNvSpPr>
            <a:spLocks xmlns:a="http://schemas.openxmlformats.org/drawingml/2006/main" noGrp="1"/>
          </p:cNvSpPr>
          <p:nvPr/>
        </p:nvSpPr>
        <p:spPr>
          <a:xfrm xmlns:a="http://schemas.openxmlformats.org/drawingml/2006/main">
            <a:off x="800100" y="4953000"/>
            <a:ext cx="6172200" cy="2381250"/>
          </a:xfrm>
          <a:prstGeom xmlns:a="http://schemas.openxmlformats.org/drawingml/2006/main" prst="roundRect">
            <a:avLst>
              <a:gd name="adj" fmla="val 7200"/>
            </a:avLst>
          </a:prstGeom>
          <a:solidFill xmlns:a="http://schemas.openxmlformats.org/drawingml/2006/main">
            <a:srgbClr val="FFFFFF"/>
          </a:solidFill>
          <a:ln xmlns:a="http://schemas.openxmlformats.org/drawingml/2006/main" w="9525">
            <a:solidFill>
              <a:srgbClr val="D9DEEA"/>
            </a:solidFill>
            <a:prstDash val="solid"/>
          </a:ln>
        </p:spPr>
      </p:sp>
      <p:sp>
        <p:nvSpPr>
          <p:cNvPr id="12" name="">
            <a:extLst xmlns:a="http://schemas.openxmlformats.org/drawingml/2006/main">
              <a:ext uri="{FF2B5EF4-FFF2-40B4-BE49-F238E27FC236}">
                <a16:creationId xmlns:a16="http://schemas.microsoft.com/office/drawing/2014/main" id="{3237DC5C-7EA3-4971-95C8-49D0B09C8AA0}"/>
              </a:ext>
            </a:extLst>
          </p:cNvPr>
          <p:cNvSpPr>
            <a:spLocks xmlns:a="http://schemas.openxmlformats.org/drawingml/2006/main" noGrp="1"/>
          </p:cNvSpPr>
          <p:nvPr/>
        </p:nvSpPr>
        <p:spPr>
          <a:xfrm xmlns:a="http://schemas.openxmlformats.org/drawingml/2006/main">
            <a:off x="148590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13" name="">
            <a:extLst xmlns:a="http://schemas.openxmlformats.org/drawingml/2006/main">
              <a:ext uri="{FF2B5EF4-FFF2-40B4-BE49-F238E27FC236}">
                <a16:creationId xmlns:a16="http://schemas.microsoft.com/office/drawing/2014/main" id="{7D3CE88F-4309-4A69-A818-6883B8660271}"/>
              </a:ext>
            </a:extLst>
          </p:cNvPr>
          <p:cNvSpPr>
            <a:spLocks xmlns:a="http://schemas.openxmlformats.org/drawingml/2006/main" noGrp="1"/>
          </p:cNvSpPr>
          <p:nvPr/>
        </p:nvSpPr>
        <p:spPr>
          <a:xfrm xmlns:a="http://schemas.openxmlformats.org/drawingml/2006/main">
            <a:off x="1123950" y="5600700"/>
            <a:ext cx="419100" cy="419100"/>
          </a:xfrm>
          <a:prstGeom xmlns:a="http://schemas.openxmlformats.org/drawingml/2006/main" prst="ellipse">
            <a:avLst/>
          </a:prstGeom>
          <a:solidFill xmlns:a="http://schemas.openxmlformats.org/drawingml/2006/main">
            <a:srgbClr val="00503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F7F507-2C6B-414A-8C17-786B570FDBA1}"/>
              </a:ext>
            </a:extLst>
          </p:cNvPr>
          <p:cNvSpPr>
            <a:spLocks xmlns:a="http://schemas.openxmlformats.org/drawingml/2006/main" noGrp="1"/>
          </p:cNvSpPr>
          <p:nvPr/>
        </p:nvSpPr>
        <p:spPr>
          <a:xfrm xmlns:a="http://schemas.openxmlformats.org/drawingml/2006/main">
            <a:off x="112395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1</a:t>
            </a:r>
          </a:p>
        </p:txBody>
      </p:sp>
      <p:sp>
        <p:nvSpPr>
          <p:cNvPr id="15" name="">
            <a:extLst xmlns:a="http://schemas.openxmlformats.org/drawingml/2006/main">
              <a:ext uri="{FF2B5EF4-FFF2-40B4-BE49-F238E27FC236}">
                <a16:creationId xmlns:a16="http://schemas.microsoft.com/office/drawing/2014/main" id="{3273114F-0CBA-4892-9C35-EA4E0486DB76}"/>
              </a:ext>
            </a:extLst>
          </p:cNvPr>
          <p:cNvSpPr>
            <a:spLocks xmlns:a="http://schemas.openxmlformats.org/drawingml/2006/main" noGrp="1"/>
          </p:cNvSpPr>
          <p:nvPr/>
        </p:nvSpPr>
        <p:spPr>
          <a:xfrm xmlns:a="http://schemas.openxmlformats.org/drawingml/2006/main">
            <a:off x="99060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Notice</a:t>
            </a:r>
          </a:p>
        </p:txBody>
      </p:sp>
      <p:sp>
        <p:nvSpPr>
          <p:cNvPr id="16" name="">
            <a:extLst xmlns:a="http://schemas.openxmlformats.org/drawingml/2006/main">
              <a:ext uri="{FF2B5EF4-FFF2-40B4-BE49-F238E27FC236}">
                <a16:creationId xmlns:a16="http://schemas.microsoft.com/office/drawing/2014/main" id="{58F5BAF3-4D39-4C98-B4DD-636744664E09}"/>
              </a:ext>
            </a:extLst>
          </p:cNvPr>
          <p:cNvSpPr>
            <a:spLocks xmlns:a="http://schemas.openxmlformats.org/drawingml/2006/main" noGrp="1"/>
          </p:cNvSpPr>
          <p:nvPr/>
        </p:nvSpPr>
        <p:spPr>
          <a:xfrm xmlns:a="http://schemas.openxmlformats.org/drawingml/2006/main">
            <a:off x="1223772" y="6566154"/>
            <a:ext cx="219456" cy="144018"/>
          </a:xfrm>
          <a:prstGeom xmlns:a="http://schemas.openxmlformats.org/drawingml/2006/main" prst="ellipse">
            <a:avLst/>
          </a:prstGeom>
          <a:solidFill xmlns:a="http://schemas.openxmlformats.org/drawingml/2006/main">
            <a:srgbClr val="EDF8F1"/>
          </a:solidFill>
          <a:ln xmlns:a="http://schemas.openxmlformats.org/drawingml/2006/main" w="19050">
            <a:solidFill>
              <a:srgbClr val="0D1338"/>
            </a:solidFill>
            <a:prstDash val="solid"/>
          </a:ln>
        </p:spPr>
      </p:sp>
      <p:sp>
        <p:nvSpPr>
          <p:cNvPr id="17" name="">
            <a:extLst xmlns:a="http://schemas.openxmlformats.org/drawingml/2006/main">
              <a:ext uri="{FF2B5EF4-FFF2-40B4-BE49-F238E27FC236}">
                <a16:creationId xmlns:a16="http://schemas.microsoft.com/office/drawing/2014/main" id="{30251EAB-1322-4205-B596-C456466C4D54}"/>
              </a:ext>
            </a:extLst>
          </p:cNvPr>
          <p:cNvSpPr>
            <a:spLocks xmlns:a="http://schemas.openxmlformats.org/drawingml/2006/main" noGrp="1"/>
          </p:cNvSpPr>
          <p:nvPr/>
        </p:nvSpPr>
        <p:spPr>
          <a:xfrm xmlns:a="http://schemas.openxmlformats.org/drawingml/2006/main">
            <a:off x="1306068" y="6614160"/>
            <a:ext cx="54864" cy="54864"/>
          </a:xfrm>
          <a:prstGeom xmlns:a="http://schemas.openxmlformats.org/drawingml/2006/main" prst="ellipse">
            <a:avLst/>
          </a:prstGeom>
          <a:solidFill xmlns:a="http://schemas.openxmlformats.org/drawingml/2006/main">
            <a:srgbClr val="0050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DE58F19-26E4-46BB-942D-94F961D974D4}"/>
              </a:ext>
            </a:extLst>
          </p:cNvPr>
          <p:cNvSpPr>
            <a:spLocks xmlns:a="http://schemas.openxmlformats.org/drawingml/2006/main" noGrp="1"/>
          </p:cNvSpPr>
          <p:nvPr/>
        </p:nvSpPr>
        <p:spPr>
          <a:xfrm xmlns:a="http://schemas.openxmlformats.org/drawingml/2006/main">
            <a:off x="230505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19" name="">
            <a:extLst xmlns:a="http://schemas.openxmlformats.org/drawingml/2006/main">
              <a:ext uri="{FF2B5EF4-FFF2-40B4-BE49-F238E27FC236}">
                <a16:creationId xmlns:a16="http://schemas.microsoft.com/office/drawing/2014/main" id="{B4005EF0-27C6-4DAF-BCBB-456A74E66751}"/>
              </a:ext>
            </a:extLst>
          </p:cNvPr>
          <p:cNvSpPr>
            <a:spLocks xmlns:a="http://schemas.openxmlformats.org/drawingml/2006/main" noGrp="1"/>
          </p:cNvSpPr>
          <p:nvPr/>
        </p:nvSpPr>
        <p:spPr>
          <a:xfrm xmlns:a="http://schemas.openxmlformats.org/drawingml/2006/main">
            <a:off x="1943100" y="5600700"/>
            <a:ext cx="419100" cy="419100"/>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C809B90-FC8D-47B0-9A2A-DA27D88FE236}"/>
              </a:ext>
            </a:extLst>
          </p:cNvPr>
          <p:cNvSpPr>
            <a:spLocks xmlns:a="http://schemas.openxmlformats.org/drawingml/2006/main" noGrp="1"/>
          </p:cNvSpPr>
          <p:nvPr/>
        </p:nvSpPr>
        <p:spPr>
          <a:xfrm xmlns:a="http://schemas.openxmlformats.org/drawingml/2006/main">
            <a:off x="194310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2</a:t>
            </a:r>
          </a:p>
        </p:txBody>
      </p:sp>
      <p:sp>
        <p:nvSpPr>
          <p:cNvPr id="21" name="">
            <a:extLst xmlns:a="http://schemas.openxmlformats.org/drawingml/2006/main">
              <a:ext uri="{FF2B5EF4-FFF2-40B4-BE49-F238E27FC236}">
                <a16:creationId xmlns:a16="http://schemas.microsoft.com/office/drawing/2014/main" id="{52B420EB-AD67-43AA-8DBC-44D97F324F13}"/>
              </a:ext>
            </a:extLst>
          </p:cNvPr>
          <p:cNvSpPr>
            <a:spLocks xmlns:a="http://schemas.openxmlformats.org/drawingml/2006/main" noGrp="1"/>
          </p:cNvSpPr>
          <p:nvPr/>
        </p:nvSpPr>
        <p:spPr>
          <a:xfrm xmlns:a="http://schemas.openxmlformats.org/drawingml/2006/main">
            <a:off x="180975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Meal</a:t>
            </a:r>
          </a:p>
        </p:txBody>
      </p:sp>
      <p:sp>
        <p:nvSpPr>
          <p:cNvPr id="22" name="">
            <a:extLst xmlns:a="http://schemas.openxmlformats.org/drawingml/2006/main">
              <a:ext uri="{FF2B5EF4-FFF2-40B4-BE49-F238E27FC236}">
                <a16:creationId xmlns:a16="http://schemas.microsoft.com/office/drawing/2014/main" id="{FAD202B6-5001-4209-9F2F-863B4BCD5A87}"/>
              </a:ext>
            </a:extLst>
          </p:cNvPr>
          <p:cNvSpPr>
            <a:spLocks xmlns:a="http://schemas.openxmlformats.org/drawingml/2006/main" noGrp="1"/>
          </p:cNvSpPr>
          <p:nvPr/>
        </p:nvSpPr>
        <p:spPr>
          <a:xfrm xmlns:a="http://schemas.openxmlformats.org/drawingml/2006/main">
            <a:off x="1981200" y="6477000"/>
            <a:ext cx="342900" cy="342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1338"/>
            </a:solidFill>
            <a:prstDash val="solid"/>
          </a:ln>
        </p:spPr>
      </p:sp>
      <p:sp>
        <p:nvSpPr>
          <p:cNvPr id="23" name="">
            <a:extLst xmlns:a="http://schemas.openxmlformats.org/drawingml/2006/main">
              <a:ext uri="{FF2B5EF4-FFF2-40B4-BE49-F238E27FC236}">
                <a16:creationId xmlns:a16="http://schemas.microsoft.com/office/drawing/2014/main" id="{3CF0396C-3900-4D79-BB25-09D5551872C1}"/>
              </a:ext>
            </a:extLst>
          </p:cNvPr>
          <p:cNvSpPr>
            <a:spLocks xmlns:a="http://schemas.openxmlformats.org/drawingml/2006/main" noGrp="1"/>
          </p:cNvSpPr>
          <p:nvPr/>
        </p:nvSpPr>
        <p:spPr>
          <a:xfrm xmlns:a="http://schemas.openxmlformats.org/drawingml/2006/main">
            <a:off x="2022348" y="6525006"/>
            <a:ext cx="123444" cy="246888"/>
          </a:xfrm>
          <a:prstGeom xmlns:a="http://schemas.openxmlformats.org/drawingml/2006/main" prst="rect">
            <a:avLst/>
          </a:prstGeom>
          <a:solidFill xmlns:a="http://schemas.openxmlformats.org/drawingml/2006/main">
            <a:srgbClr val="EDF8F1"/>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35A62AF1-6C6D-4C7C-9037-841DA0C13695}"/>
              </a:ext>
            </a:extLst>
          </p:cNvPr>
          <p:cNvSpPr>
            <a:spLocks xmlns:a="http://schemas.openxmlformats.org/drawingml/2006/main" noGrp="1"/>
          </p:cNvSpPr>
          <p:nvPr/>
        </p:nvSpPr>
        <p:spPr>
          <a:xfrm xmlns:a="http://schemas.openxmlformats.org/drawingml/2006/main">
            <a:off x="2159508" y="6525006"/>
            <a:ext cx="116586" cy="116586"/>
          </a:xfrm>
          <a:prstGeom xmlns:a="http://schemas.openxmlformats.org/drawingml/2006/main" prst="rect">
            <a:avLst/>
          </a:prstGeom>
          <a:solidFill xmlns:a="http://schemas.openxmlformats.org/drawingml/2006/main">
            <a:srgbClr val="FFF0E7"/>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3D852A2C-7DE1-4042-ABF4-9B23D5D1340B}"/>
              </a:ext>
            </a:extLst>
          </p:cNvPr>
          <p:cNvSpPr>
            <a:spLocks xmlns:a="http://schemas.openxmlformats.org/drawingml/2006/main" noGrp="1"/>
          </p:cNvSpPr>
          <p:nvPr/>
        </p:nvSpPr>
        <p:spPr>
          <a:xfrm xmlns:a="http://schemas.openxmlformats.org/drawingml/2006/main">
            <a:off x="2159508" y="6655308"/>
            <a:ext cx="116586" cy="116586"/>
          </a:xfrm>
          <a:prstGeom xmlns:a="http://schemas.openxmlformats.org/drawingml/2006/main" prst="rect">
            <a:avLst/>
          </a:prstGeom>
          <a:solidFill xmlns:a="http://schemas.openxmlformats.org/drawingml/2006/main">
            <a:srgbClr val="F5F7FE"/>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0DB4F6A6-5883-450C-A00E-C2FF3CD2B439}"/>
              </a:ext>
            </a:extLst>
          </p:cNvPr>
          <p:cNvSpPr>
            <a:spLocks xmlns:a="http://schemas.openxmlformats.org/drawingml/2006/main" noGrp="1"/>
          </p:cNvSpPr>
          <p:nvPr/>
        </p:nvSpPr>
        <p:spPr>
          <a:xfrm xmlns:a="http://schemas.openxmlformats.org/drawingml/2006/main">
            <a:off x="2152650" y="6518148"/>
            <a:ext cx="0" cy="260604"/>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27" name="">
            <a:extLst xmlns:a="http://schemas.openxmlformats.org/drawingml/2006/main">
              <a:ext uri="{FF2B5EF4-FFF2-40B4-BE49-F238E27FC236}">
                <a16:creationId xmlns:a16="http://schemas.microsoft.com/office/drawing/2014/main" id="{FE2BAA47-9184-4063-92D8-387C6372F275}"/>
              </a:ext>
            </a:extLst>
          </p:cNvPr>
          <p:cNvSpPr>
            <a:spLocks xmlns:a="http://schemas.openxmlformats.org/drawingml/2006/main" noGrp="1"/>
          </p:cNvSpPr>
          <p:nvPr/>
        </p:nvSpPr>
        <p:spPr>
          <a:xfrm xmlns:a="http://schemas.openxmlformats.org/drawingml/2006/main">
            <a:off x="2152650" y="6648450"/>
            <a:ext cx="130302" cy="0"/>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28" name="">
            <a:extLst xmlns:a="http://schemas.openxmlformats.org/drawingml/2006/main">
              <a:ext uri="{FF2B5EF4-FFF2-40B4-BE49-F238E27FC236}">
                <a16:creationId xmlns:a16="http://schemas.microsoft.com/office/drawing/2014/main" id="{93697B5F-8667-47E8-9971-3FFA579B619E}"/>
              </a:ext>
            </a:extLst>
          </p:cNvPr>
          <p:cNvSpPr>
            <a:spLocks xmlns:a="http://schemas.openxmlformats.org/drawingml/2006/main" noGrp="1"/>
          </p:cNvSpPr>
          <p:nvPr/>
        </p:nvSpPr>
        <p:spPr>
          <a:xfrm xmlns:a="http://schemas.openxmlformats.org/drawingml/2006/main">
            <a:off x="1981200" y="6477000"/>
            <a:ext cx="342900" cy="342900"/>
          </a:xfrm>
          <a:prstGeom xmlns:a="http://schemas.openxmlformats.org/drawingml/2006/main" prst="ellipse">
            <a:avLst/>
          </a:prstGeom>
          <a:noFill xmlns:a="http://schemas.openxmlformats.org/drawingml/2006/main"/>
          <a:ln xmlns:a="http://schemas.openxmlformats.org/drawingml/2006/main" w="19050">
            <a:solidFill>
              <a:srgbClr val="0D1338"/>
            </a:solidFill>
            <a:prstDash val="solid"/>
          </a:ln>
        </p:spPr>
      </p:sp>
      <p:sp>
        <p:nvSpPr>
          <p:cNvPr id="29" name="">
            <a:extLst xmlns:a="http://schemas.openxmlformats.org/drawingml/2006/main">
              <a:ext uri="{FF2B5EF4-FFF2-40B4-BE49-F238E27FC236}">
                <a16:creationId xmlns:a16="http://schemas.microsoft.com/office/drawing/2014/main" id="{B1E9CFDE-20E2-43D3-9400-D3B2C4792E9F}"/>
              </a:ext>
            </a:extLst>
          </p:cNvPr>
          <p:cNvSpPr>
            <a:spLocks xmlns:a="http://schemas.openxmlformats.org/drawingml/2006/main" noGrp="1"/>
          </p:cNvSpPr>
          <p:nvPr/>
        </p:nvSpPr>
        <p:spPr>
          <a:xfrm xmlns:a="http://schemas.openxmlformats.org/drawingml/2006/main">
            <a:off x="312420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30" name="">
            <a:extLst xmlns:a="http://schemas.openxmlformats.org/drawingml/2006/main">
              <a:ext uri="{FF2B5EF4-FFF2-40B4-BE49-F238E27FC236}">
                <a16:creationId xmlns:a16="http://schemas.microsoft.com/office/drawing/2014/main" id="{4CE1C42A-FB9C-4091-94C7-B7E8603293F4}"/>
              </a:ext>
            </a:extLst>
          </p:cNvPr>
          <p:cNvSpPr>
            <a:spLocks xmlns:a="http://schemas.openxmlformats.org/drawingml/2006/main" noGrp="1"/>
          </p:cNvSpPr>
          <p:nvPr/>
        </p:nvSpPr>
        <p:spPr>
          <a:xfrm xmlns:a="http://schemas.openxmlformats.org/drawingml/2006/main">
            <a:off x="2762250" y="5600700"/>
            <a:ext cx="419100" cy="419100"/>
          </a:xfrm>
          <a:prstGeom xmlns:a="http://schemas.openxmlformats.org/drawingml/2006/main" prst="ellipse">
            <a:avLst/>
          </a:prstGeom>
          <a:solidFill xmlns:a="http://schemas.openxmlformats.org/drawingml/2006/main">
            <a:srgbClr val="D6A23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8764A9B-9959-4BA6-84E9-37B9782F3F9F}"/>
              </a:ext>
            </a:extLst>
          </p:cNvPr>
          <p:cNvSpPr>
            <a:spLocks xmlns:a="http://schemas.openxmlformats.org/drawingml/2006/main" noGrp="1"/>
          </p:cNvSpPr>
          <p:nvPr/>
        </p:nvSpPr>
        <p:spPr>
          <a:xfrm xmlns:a="http://schemas.openxmlformats.org/drawingml/2006/main">
            <a:off x="276225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3</a:t>
            </a:r>
          </a:p>
        </p:txBody>
      </p:sp>
      <p:sp>
        <p:nvSpPr>
          <p:cNvPr id="32" name="">
            <a:extLst xmlns:a="http://schemas.openxmlformats.org/drawingml/2006/main">
              <a:ext uri="{FF2B5EF4-FFF2-40B4-BE49-F238E27FC236}">
                <a16:creationId xmlns:a16="http://schemas.microsoft.com/office/drawing/2014/main" id="{DEBFCD06-948E-494F-AA9D-C7079C163D18}"/>
              </a:ext>
            </a:extLst>
          </p:cNvPr>
          <p:cNvSpPr>
            <a:spLocks xmlns:a="http://schemas.openxmlformats.org/drawingml/2006/main" noGrp="1"/>
          </p:cNvSpPr>
          <p:nvPr/>
        </p:nvSpPr>
        <p:spPr>
          <a:xfrm xmlns:a="http://schemas.openxmlformats.org/drawingml/2006/main">
            <a:off x="262890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Fiber</a:t>
            </a:r>
          </a:p>
        </p:txBody>
      </p:sp>
      <p:sp>
        <p:nvSpPr>
          <p:cNvPr id="33" name="">
            <a:extLst xmlns:a="http://schemas.openxmlformats.org/drawingml/2006/main">
              <a:ext uri="{FF2B5EF4-FFF2-40B4-BE49-F238E27FC236}">
                <a16:creationId xmlns:a16="http://schemas.microsoft.com/office/drawing/2014/main" id="{EA6FB825-6CFA-43CF-9262-28F1546B0D3E}"/>
              </a:ext>
            </a:extLst>
          </p:cNvPr>
          <p:cNvSpPr>
            <a:spLocks xmlns:a="http://schemas.openxmlformats.org/drawingml/2006/main" noGrp="1"/>
          </p:cNvSpPr>
          <p:nvPr/>
        </p:nvSpPr>
        <p:spPr>
          <a:xfrm xmlns:a="http://schemas.openxmlformats.org/drawingml/2006/main">
            <a:off x="2800350" y="6552438"/>
            <a:ext cx="116586" cy="89154"/>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4" name="">
            <a:extLst xmlns:a="http://schemas.openxmlformats.org/drawingml/2006/main">
              <a:ext uri="{FF2B5EF4-FFF2-40B4-BE49-F238E27FC236}">
                <a16:creationId xmlns:a16="http://schemas.microsoft.com/office/drawing/2014/main" id="{CFFC4452-A9E9-45F7-AFA3-ED9217D870EF}"/>
              </a:ext>
            </a:extLst>
          </p:cNvPr>
          <p:cNvSpPr>
            <a:spLocks xmlns:a="http://schemas.openxmlformats.org/drawingml/2006/main" noGrp="1"/>
          </p:cNvSpPr>
          <p:nvPr/>
        </p:nvSpPr>
        <p:spPr>
          <a:xfrm xmlns:a="http://schemas.openxmlformats.org/drawingml/2006/main">
            <a:off x="2855214" y="6614160"/>
            <a:ext cx="116586" cy="89154"/>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5" name="">
            <a:extLst xmlns:a="http://schemas.openxmlformats.org/drawingml/2006/main">
              <a:ext uri="{FF2B5EF4-FFF2-40B4-BE49-F238E27FC236}">
                <a16:creationId xmlns:a16="http://schemas.microsoft.com/office/drawing/2014/main" id="{1CFC21D4-AD7C-418F-B2FD-5F072C7861E5}"/>
              </a:ext>
            </a:extLst>
          </p:cNvPr>
          <p:cNvSpPr>
            <a:spLocks xmlns:a="http://schemas.openxmlformats.org/drawingml/2006/main" noGrp="1"/>
          </p:cNvSpPr>
          <p:nvPr/>
        </p:nvSpPr>
        <p:spPr>
          <a:xfrm xmlns:a="http://schemas.openxmlformats.org/drawingml/2006/main">
            <a:off x="2910078" y="6552438"/>
            <a:ext cx="116586" cy="89154"/>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6" name="">
            <a:extLst xmlns:a="http://schemas.openxmlformats.org/drawingml/2006/main">
              <a:ext uri="{FF2B5EF4-FFF2-40B4-BE49-F238E27FC236}">
                <a16:creationId xmlns:a16="http://schemas.microsoft.com/office/drawing/2014/main" id="{7A7A90B8-ACD2-4D41-A7B2-C2DED1715C16}"/>
              </a:ext>
            </a:extLst>
          </p:cNvPr>
          <p:cNvSpPr>
            <a:spLocks xmlns:a="http://schemas.openxmlformats.org/drawingml/2006/main" noGrp="1"/>
          </p:cNvSpPr>
          <p:nvPr/>
        </p:nvSpPr>
        <p:spPr>
          <a:xfrm xmlns:a="http://schemas.openxmlformats.org/drawingml/2006/main">
            <a:off x="2964942" y="6614160"/>
            <a:ext cx="116586" cy="89154"/>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7" name="">
            <a:extLst xmlns:a="http://schemas.openxmlformats.org/drawingml/2006/main">
              <a:ext uri="{FF2B5EF4-FFF2-40B4-BE49-F238E27FC236}">
                <a16:creationId xmlns:a16="http://schemas.microsoft.com/office/drawing/2014/main" id="{D656142D-9854-4133-BA9A-07E735AE5275}"/>
              </a:ext>
            </a:extLst>
          </p:cNvPr>
          <p:cNvSpPr>
            <a:spLocks xmlns:a="http://schemas.openxmlformats.org/drawingml/2006/main" noGrp="1"/>
          </p:cNvSpPr>
          <p:nvPr/>
        </p:nvSpPr>
        <p:spPr>
          <a:xfrm xmlns:a="http://schemas.openxmlformats.org/drawingml/2006/main">
            <a:off x="2978658" y="6483858"/>
            <a:ext cx="41148" cy="54864"/>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38" name="">
            <a:extLst xmlns:a="http://schemas.openxmlformats.org/drawingml/2006/main">
              <a:ext uri="{FF2B5EF4-FFF2-40B4-BE49-F238E27FC236}">
                <a16:creationId xmlns:a16="http://schemas.microsoft.com/office/drawing/2014/main" id="{A570D077-3CF3-4EDC-911A-1EC6B65E1BF6}"/>
              </a:ext>
            </a:extLst>
          </p:cNvPr>
          <p:cNvSpPr>
            <a:spLocks xmlns:a="http://schemas.openxmlformats.org/drawingml/2006/main" noGrp="1"/>
          </p:cNvSpPr>
          <p:nvPr/>
        </p:nvSpPr>
        <p:spPr>
          <a:xfrm xmlns:a="http://schemas.openxmlformats.org/drawingml/2006/main">
            <a:off x="394335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39" name="">
            <a:extLst xmlns:a="http://schemas.openxmlformats.org/drawingml/2006/main">
              <a:ext uri="{FF2B5EF4-FFF2-40B4-BE49-F238E27FC236}">
                <a16:creationId xmlns:a16="http://schemas.microsoft.com/office/drawing/2014/main" id="{0D4871F5-D3EA-4D8F-A79B-F86CE7EED637}"/>
              </a:ext>
            </a:extLst>
          </p:cNvPr>
          <p:cNvSpPr>
            <a:spLocks xmlns:a="http://schemas.openxmlformats.org/drawingml/2006/main" noGrp="1"/>
          </p:cNvSpPr>
          <p:nvPr/>
        </p:nvSpPr>
        <p:spPr>
          <a:xfrm xmlns:a="http://schemas.openxmlformats.org/drawingml/2006/main">
            <a:off x="3581400" y="5600700"/>
            <a:ext cx="419100" cy="419100"/>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951D180-8DD8-4B4A-AED3-8FFC6E610EB8}"/>
              </a:ext>
            </a:extLst>
          </p:cNvPr>
          <p:cNvSpPr>
            <a:spLocks xmlns:a="http://schemas.openxmlformats.org/drawingml/2006/main" noGrp="1"/>
          </p:cNvSpPr>
          <p:nvPr/>
        </p:nvSpPr>
        <p:spPr>
          <a:xfrm xmlns:a="http://schemas.openxmlformats.org/drawingml/2006/main">
            <a:off x="358140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4</a:t>
            </a:r>
          </a:p>
        </p:txBody>
      </p:sp>
      <p:sp>
        <p:nvSpPr>
          <p:cNvPr id="41" name="">
            <a:extLst xmlns:a="http://schemas.openxmlformats.org/drawingml/2006/main">
              <a:ext uri="{FF2B5EF4-FFF2-40B4-BE49-F238E27FC236}">
                <a16:creationId xmlns:a16="http://schemas.microsoft.com/office/drawing/2014/main" id="{022F3620-6064-469C-8DCE-258008440B07}"/>
              </a:ext>
            </a:extLst>
          </p:cNvPr>
          <p:cNvSpPr>
            <a:spLocks xmlns:a="http://schemas.openxmlformats.org/drawingml/2006/main" noGrp="1"/>
          </p:cNvSpPr>
          <p:nvPr/>
        </p:nvSpPr>
        <p:spPr>
          <a:xfrm xmlns:a="http://schemas.openxmlformats.org/drawingml/2006/main">
            <a:off x="344805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Move</a:t>
            </a:r>
          </a:p>
        </p:txBody>
      </p:sp>
      <p:sp>
        <p:nvSpPr>
          <p:cNvPr id="42" name="">
            <a:extLst xmlns:a="http://schemas.openxmlformats.org/drawingml/2006/main">
              <a:ext uri="{FF2B5EF4-FFF2-40B4-BE49-F238E27FC236}">
                <a16:creationId xmlns:a16="http://schemas.microsoft.com/office/drawing/2014/main" id="{043BE52B-F5F3-46FD-8C65-24798867BC3B}"/>
              </a:ext>
            </a:extLst>
          </p:cNvPr>
          <p:cNvSpPr>
            <a:spLocks xmlns:a="http://schemas.openxmlformats.org/drawingml/2006/main" noGrp="1"/>
          </p:cNvSpPr>
          <p:nvPr/>
        </p:nvSpPr>
        <p:spPr>
          <a:xfrm xmlns:a="http://schemas.openxmlformats.org/drawingml/2006/main">
            <a:off x="3763518" y="6496050"/>
            <a:ext cx="61722" cy="61722"/>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E8A2A52-2E8F-4D7E-83AA-35C78F7B37F9}"/>
              </a:ext>
            </a:extLst>
          </p:cNvPr>
          <p:cNvSpPr>
            <a:spLocks xmlns:a="http://schemas.openxmlformats.org/drawingml/2006/main" noGrp="1"/>
          </p:cNvSpPr>
          <p:nvPr/>
        </p:nvSpPr>
        <p:spPr>
          <a:xfrm xmlns:a="http://schemas.openxmlformats.org/drawingml/2006/main">
            <a:off x="3732657" y="6555867"/>
            <a:ext cx="61722" cy="75438"/>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4" name="">
            <a:extLst xmlns:a="http://schemas.openxmlformats.org/drawingml/2006/main">
              <a:ext uri="{FF2B5EF4-FFF2-40B4-BE49-F238E27FC236}">
                <a16:creationId xmlns:a16="http://schemas.microsoft.com/office/drawing/2014/main" id="{C3B3EDC8-7D62-4813-BF03-F23153CA2B24}"/>
              </a:ext>
            </a:extLst>
          </p:cNvPr>
          <p:cNvSpPr>
            <a:spLocks xmlns:a="http://schemas.openxmlformats.org/drawingml/2006/main" noGrp="1"/>
          </p:cNvSpPr>
          <p:nvPr/>
        </p:nvSpPr>
        <p:spPr>
          <a:xfrm xmlns:a="http://schemas.openxmlformats.org/drawingml/2006/main">
            <a:off x="3794379" y="6555867"/>
            <a:ext cx="82296" cy="61722"/>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5" name="">
            <a:extLst xmlns:a="http://schemas.openxmlformats.org/drawingml/2006/main">
              <a:ext uri="{FF2B5EF4-FFF2-40B4-BE49-F238E27FC236}">
                <a16:creationId xmlns:a16="http://schemas.microsoft.com/office/drawing/2014/main" id="{FA7F7434-CAAA-4572-93AD-6CE08DC35E31}"/>
              </a:ext>
            </a:extLst>
          </p:cNvPr>
          <p:cNvSpPr>
            <a:spLocks xmlns:a="http://schemas.openxmlformats.org/drawingml/2006/main" noGrp="1"/>
          </p:cNvSpPr>
          <p:nvPr/>
        </p:nvSpPr>
        <p:spPr>
          <a:xfrm xmlns:a="http://schemas.openxmlformats.org/drawingml/2006/main">
            <a:off x="3712083" y="6631305"/>
            <a:ext cx="61722" cy="102870"/>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6" name="">
            <a:extLst xmlns:a="http://schemas.openxmlformats.org/drawingml/2006/main">
              <a:ext uri="{FF2B5EF4-FFF2-40B4-BE49-F238E27FC236}">
                <a16:creationId xmlns:a16="http://schemas.microsoft.com/office/drawing/2014/main" id="{CDB957A2-8462-4CA9-88D2-49F6A136FD14}"/>
              </a:ext>
            </a:extLst>
          </p:cNvPr>
          <p:cNvSpPr>
            <a:spLocks xmlns:a="http://schemas.openxmlformats.org/drawingml/2006/main" noGrp="1"/>
          </p:cNvSpPr>
          <p:nvPr/>
        </p:nvSpPr>
        <p:spPr>
          <a:xfrm xmlns:a="http://schemas.openxmlformats.org/drawingml/2006/main">
            <a:off x="3773805" y="6631305"/>
            <a:ext cx="89154" cy="89154"/>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7" name="">
            <a:extLst xmlns:a="http://schemas.openxmlformats.org/drawingml/2006/main">
              <a:ext uri="{FF2B5EF4-FFF2-40B4-BE49-F238E27FC236}">
                <a16:creationId xmlns:a16="http://schemas.microsoft.com/office/drawing/2014/main" id="{03DCC231-667F-4B4F-A0F4-E23284EC995D}"/>
              </a:ext>
            </a:extLst>
          </p:cNvPr>
          <p:cNvSpPr>
            <a:spLocks xmlns:a="http://schemas.openxmlformats.org/drawingml/2006/main" noGrp="1"/>
          </p:cNvSpPr>
          <p:nvPr/>
        </p:nvSpPr>
        <p:spPr>
          <a:xfrm xmlns:a="http://schemas.openxmlformats.org/drawingml/2006/main">
            <a:off x="476250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48" name="">
            <a:extLst xmlns:a="http://schemas.openxmlformats.org/drawingml/2006/main">
              <a:ext uri="{FF2B5EF4-FFF2-40B4-BE49-F238E27FC236}">
                <a16:creationId xmlns:a16="http://schemas.microsoft.com/office/drawing/2014/main" id="{B0D124CE-69B1-40C2-A6A9-2BB3A4F5E858}"/>
              </a:ext>
            </a:extLst>
          </p:cNvPr>
          <p:cNvSpPr>
            <a:spLocks xmlns:a="http://schemas.openxmlformats.org/drawingml/2006/main" noGrp="1"/>
          </p:cNvSpPr>
          <p:nvPr/>
        </p:nvSpPr>
        <p:spPr>
          <a:xfrm xmlns:a="http://schemas.openxmlformats.org/drawingml/2006/main">
            <a:off x="4400550" y="5600700"/>
            <a:ext cx="419100" cy="419100"/>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83BC48B4-2524-4639-ACEF-64C94FF61A3E}"/>
              </a:ext>
            </a:extLst>
          </p:cNvPr>
          <p:cNvSpPr>
            <a:spLocks xmlns:a="http://schemas.openxmlformats.org/drawingml/2006/main" noGrp="1"/>
          </p:cNvSpPr>
          <p:nvPr/>
        </p:nvSpPr>
        <p:spPr>
          <a:xfrm xmlns:a="http://schemas.openxmlformats.org/drawingml/2006/main">
            <a:off x="440055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5</a:t>
            </a:r>
          </a:p>
        </p:txBody>
      </p:sp>
      <p:sp>
        <p:nvSpPr>
          <p:cNvPr id="50" name="">
            <a:extLst xmlns:a="http://schemas.openxmlformats.org/drawingml/2006/main">
              <a:ext uri="{FF2B5EF4-FFF2-40B4-BE49-F238E27FC236}">
                <a16:creationId xmlns:a16="http://schemas.microsoft.com/office/drawing/2014/main" id="{9EDBEAF2-074D-4801-A3FE-0A069DE6A285}"/>
              </a:ext>
            </a:extLst>
          </p:cNvPr>
          <p:cNvSpPr>
            <a:spLocks xmlns:a="http://schemas.openxmlformats.org/drawingml/2006/main" noGrp="1"/>
          </p:cNvSpPr>
          <p:nvPr/>
        </p:nvSpPr>
        <p:spPr>
          <a:xfrm xmlns:a="http://schemas.openxmlformats.org/drawingml/2006/main">
            <a:off x="426720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Drink</a:t>
            </a:r>
          </a:p>
        </p:txBody>
      </p:sp>
      <p:sp>
        <p:nvSpPr>
          <p:cNvPr id="51" name="">
            <a:extLst xmlns:a="http://schemas.openxmlformats.org/drawingml/2006/main">
              <a:ext uri="{FF2B5EF4-FFF2-40B4-BE49-F238E27FC236}">
                <a16:creationId xmlns:a16="http://schemas.microsoft.com/office/drawing/2014/main" id="{FA8C3990-88F6-46D9-A479-FFB0EA3E884A}"/>
              </a:ext>
            </a:extLst>
          </p:cNvPr>
          <p:cNvSpPr>
            <a:spLocks xmlns:a="http://schemas.openxmlformats.org/drawingml/2006/main" noGrp="1"/>
          </p:cNvSpPr>
          <p:nvPr/>
        </p:nvSpPr>
        <p:spPr>
          <a:xfrm xmlns:a="http://schemas.openxmlformats.org/drawingml/2006/main">
            <a:off x="4524375" y="6511290"/>
            <a:ext cx="150876" cy="233172"/>
          </a:xfrm>
          <a:prstGeom xmlns:a="http://schemas.openxmlformats.org/drawingml/2006/main" prst="roundRect">
            <a:avLst>
              <a:gd name="adj" fmla="val 44192"/>
            </a:avLst>
          </a:prstGeom>
          <a:solidFill xmlns:a="http://schemas.openxmlformats.org/drawingml/2006/main">
            <a:srgbClr val="F5F7FE"/>
          </a:solidFill>
          <a:ln xmlns:a="http://schemas.openxmlformats.org/drawingml/2006/main" w="19050">
            <a:solidFill>
              <a:srgbClr val="0D1338"/>
            </a:solidFill>
            <a:prstDash val="solid"/>
          </a:ln>
        </p:spPr>
      </p:sp>
      <p:sp>
        <p:nvSpPr>
          <p:cNvPr id="52" name="">
            <a:extLst xmlns:a="http://schemas.openxmlformats.org/drawingml/2006/main">
              <a:ext uri="{FF2B5EF4-FFF2-40B4-BE49-F238E27FC236}">
                <a16:creationId xmlns:a16="http://schemas.microsoft.com/office/drawing/2014/main" id="{B876252F-3BE0-4DB5-BFB1-81F287E53F1F}"/>
              </a:ext>
            </a:extLst>
          </p:cNvPr>
          <p:cNvSpPr>
            <a:spLocks xmlns:a="http://schemas.openxmlformats.org/drawingml/2006/main" noGrp="1"/>
          </p:cNvSpPr>
          <p:nvPr/>
        </p:nvSpPr>
        <p:spPr>
          <a:xfrm xmlns:a="http://schemas.openxmlformats.org/drawingml/2006/main">
            <a:off x="4599813" y="6477000"/>
            <a:ext cx="89154" cy="267462"/>
          </a:xfrm>
          <a:prstGeom xmlns:a="http://schemas.openxmlformats.org/drawingml/2006/main" prst="line">
            <a:avLst/>
          </a:prstGeom>
          <a:noFill xmlns:a="http://schemas.openxmlformats.org/drawingml/2006/main"/>
          <a:ln xmlns:a="http://schemas.openxmlformats.org/drawingml/2006/main" w="28575">
            <a:solidFill>
              <a:srgbClr val="477B91"/>
            </a:solidFill>
            <a:prstDash val="solid"/>
          </a:ln>
        </p:spPr>
      </p:sp>
      <p:sp>
        <p:nvSpPr>
          <p:cNvPr id="53" name="">
            <a:extLst xmlns:a="http://schemas.openxmlformats.org/drawingml/2006/main">
              <a:ext uri="{FF2B5EF4-FFF2-40B4-BE49-F238E27FC236}">
                <a16:creationId xmlns:a16="http://schemas.microsoft.com/office/drawing/2014/main" id="{7BFD717B-0908-44BA-8CF5-11B155BD1C7A}"/>
              </a:ext>
            </a:extLst>
          </p:cNvPr>
          <p:cNvSpPr>
            <a:spLocks xmlns:a="http://schemas.openxmlformats.org/drawingml/2006/main" noGrp="1"/>
          </p:cNvSpPr>
          <p:nvPr/>
        </p:nvSpPr>
        <p:spPr>
          <a:xfrm xmlns:a="http://schemas.openxmlformats.org/drawingml/2006/main">
            <a:off x="5581650" y="5962650"/>
            <a:ext cx="47625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54" name="">
            <a:extLst xmlns:a="http://schemas.openxmlformats.org/drawingml/2006/main">
              <a:ext uri="{FF2B5EF4-FFF2-40B4-BE49-F238E27FC236}">
                <a16:creationId xmlns:a16="http://schemas.microsoft.com/office/drawing/2014/main" id="{77250E0E-4775-427E-B156-FBA544715F82}"/>
              </a:ext>
            </a:extLst>
          </p:cNvPr>
          <p:cNvSpPr>
            <a:spLocks xmlns:a="http://schemas.openxmlformats.org/drawingml/2006/main" noGrp="1"/>
          </p:cNvSpPr>
          <p:nvPr/>
        </p:nvSpPr>
        <p:spPr>
          <a:xfrm xmlns:a="http://schemas.openxmlformats.org/drawingml/2006/main">
            <a:off x="5219700" y="5600700"/>
            <a:ext cx="419100" cy="419100"/>
          </a:xfrm>
          <a:prstGeom xmlns:a="http://schemas.openxmlformats.org/drawingml/2006/main" prst="ellipse">
            <a:avLst/>
          </a:prstGeom>
          <a:solidFill xmlns:a="http://schemas.openxmlformats.org/drawingml/2006/main">
            <a:srgbClr val="7D6785"/>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B7D722D-0C03-410C-A3F9-5C1F37B3967F}"/>
              </a:ext>
            </a:extLst>
          </p:cNvPr>
          <p:cNvSpPr>
            <a:spLocks xmlns:a="http://schemas.openxmlformats.org/drawingml/2006/main" noGrp="1"/>
          </p:cNvSpPr>
          <p:nvPr/>
        </p:nvSpPr>
        <p:spPr>
          <a:xfrm xmlns:a="http://schemas.openxmlformats.org/drawingml/2006/main">
            <a:off x="521970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6</a:t>
            </a:r>
          </a:p>
        </p:txBody>
      </p:sp>
      <p:sp>
        <p:nvSpPr>
          <p:cNvPr id="56" name="">
            <a:extLst xmlns:a="http://schemas.openxmlformats.org/drawingml/2006/main">
              <a:ext uri="{FF2B5EF4-FFF2-40B4-BE49-F238E27FC236}">
                <a16:creationId xmlns:a16="http://schemas.microsoft.com/office/drawing/2014/main" id="{A1E270B8-3FA3-4707-B3D8-FD582867D729}"/>
              </a:ext>
            </a:extLst>
          </p:cNvPr>
          <p:cNvSpPr>
            <a:spLocks xmlns:a="http://schemas.openxmlformats.org/drawingml/2006/main" noGrp="1"/>
          </p:cNvSpPr>
          <p:nvPr/>
        </p:nvSpPr>
        <p:spPr>
          <a:xfrm xmlns:a="http://schemas.openxmlformats.org/drawingml/2006/main">
            <a:off x="508635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Sleep</a:t>
            </a:r>
          </a:p>
        </p:txBody>
      </p:sp>
      <p:sp>
        <p:nvSpPr>
          <p:cNvPr id="57" name="">
            <a:extLst xmlns:a="http://schemas.openxmlformats.org/drawingml/2006/main">
              <a:ext uri="{FF2B5EF4-FFF2-40B4-BE49-F238E27FC236}">
                <a16:creationId xmlns:a16="http://schemas.microsoft.com/office/drawing/2014/main" id="{76C09721-911A-4910-9836-21F99936C131}"/>
              </a:ext>
            </a:extLst>
          </p:cNvPr>
          <p:cNvSpPr>
            <a:spLocks xmlns:a="http://schemas.openxmlformats.org/drawingml/2006/main" noGrp="1"/>
          </p:cNvSpPr>
          <p:nvPr/>
        </p:nvSpPr>
        <p:spPr>
          <a:xfrm xmlns:a="http://schemas.openxmlformats.org/drawingml/2006/main">
            <a:off x="5298948" y="6518148"/>
            <a:ext cx="246888" cy="246888"/>
          </a:xfrm>
          <a:prstGeom xmlns:a="http://schemas.openxmlformats.org/drawingml/2006/main" prst="ellipse">
            <a:avLst/>
          </a:prstGeom>
          <a:solidFill xmlns:a="http://schemas.openxmlformats.org/drawingml/2006/main">
            <a:srgbClr val="F5F7FE"/>
          </a:solidFill>
          <a:ln xmlns:a="http://schemas.openxmlformats.org/drawingml/2006/main" w="19050">
            <a:solidFill>
              <a:srgbClr val="0D1338"/>
            </a:solidFill>
            <a:prstDash val="solid"/>
          </a:ln>
        </p:spPr>
      </p:sp>
      <p:sp>
        <p:nvSpPr>
          <p:cNvPr id="58" name="">
            <a:extLst xmlns:a="http://schemas.openxmlformats.org/drawingml/2006/main">
              <a:ext uri="{FF2B5EF4-FFF2-40B4-BE49-F238E27FC236}">
                <a16:creationId xmlns:a16="http://schemas.microsoft.com/office/drawing/2014/main" id="{86D06838-69C6-4218-846B-6E2E24D8605D}"/>
              </a:ext>
            </a:extLst>
          </p:cNvPr>
          <p:cNvSpPr>
            <a:spLocks xmlns:a="http://schemas.openxmlformats.org/drawingml/2006/main" noGrp="1"/>
          </p:cNvSpPr>
          <p:nvPr/>
        </p:nvSpPr>
        <p:spPr>
          <a:xfrm xmlns:a="http://schemas.openxmlformats.org/drawingml/2006/main">
            <a:off x="5374386" y="6483858"/>
            <a:ext cx="233172" cy="233172"/>
          </a:xfrm>
          <a:prstGeom xmlns:a="http://schemas.openxmlformats.org/drawingml/2006/main" prst="ellipse">
            <a:avLst/>
          </a:prstGeom>
          <a:solidFill xmlns:a="http://schemas.openxmlformats.org/drawingml/2006/main">
            <a:srgbClr val="FFFDF8"/>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3213456D-0A58-4DED-BD23-112FA4BAA1CF}"/>
              </a:ext>
            </a:extLst>
          </p:cNvPr>
          <p:cNvSpPr>
            <a:spLocks xmlns:a="http://schemas.openxmlformats.org/drawingml/2006/main" noGrp="1"/>
          </p:cNvSpPr>
          <p:nvPr/>
        </p:nvSpPr>
        <p:spPr>
          <a:xfrm xmlns:a="http://schemas.openxmlformats.org/drawingml/2006/main">
            <a:off x="6400800" y="5962650"/>
            <a:ext cx="0" cy="0"/>
          </a:xfrm>
          <a:prstGeom xmlns:a="http://schemas.openxmlformats.org/drawingml/2006/main" prst="line">
            <a:avLst/>
          </a:prstGeom>
          <a:noFill xmlns:a="http://schemas.openxmlformats.org/drawingml/2006/main"/>
          <a:ln xmlns:a="http://schemas.openxmlformats.org/drawingml/2006/main" w="28575">
            <a:solidFill>
              <a:srgbClr val="D9DEEA"/>
            </a:solidFill>
            <a:prstDash val="solid"/>
          </a:ln>
        </p:spPr>
      </p:sp>
      <p:sp>
        <p:nvSpPr>
          <p:cNvPr id="60" name="">
            <a:extLst xmlns:a="http://schemas.openxmlformats.org/drawingml/2006/main">
              <a:ext uri="{FF2B5EF4-FFF2-40B4-BE49-F238E27FC236}">
                <a16:creationId xmlns:a16="http://schemas.microsoft.com/office/drawing/2014/main" id="{1FD1E4BA-672A-47CA-AA78-5A8D347194A3}"/>
              </a:ext>
            </a:extLst>
          </p:cNvPr>
          <p:cNvSpPr>
            <a:spLocks xmlns:a="http://schemas.openxmlformats.org/drawingml/2006/main" noGrp="1"/>
          </p:cNvSpPr>
          <p:nvPr/>
        </p:nvSpPr>
        <p:spPr>
          <a:xfrm xmlns:a="http://schemas.openxmlformats.org/drawingml/2006/main">
            <a:off x="6038850" y="5600700"/>
            <a:ext cx="419100" cy="419100"/>
          </a:xfrm>
          <a:prstGeom xmlns:a="http://schemas.openxmlformats.org/drawingml/2006/main" prst="ellipse">
            <a:avLst/>
          </a:prstGeom>
          <a:solidFill xmlns:a="http://schemas.openxmlformats.org/drawingml/2006/main">
            <a:srgbClr val="003B2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182AD7D5-A93C-428E-A271-7F0B0C42D370}"/>
              </a:ext>
            </a:extLst>
          </p:cNvPr>
          <p:cNvSpPr>
            <a:spLocks xmlns:a="http://schemas.openxmlformats.org/drawingml/2006/main" noGrp="1"/>
          </p:cNvSpPr>
          <p:nvPr/>
        </p:nvSpPr>
        <p:spPr>
          <a:xfrm xmlns:a="http://schemas.openxmlformats.org/drawingml/2006/main">
            <a:off x="6038850" y="5676138"/>
            <a:ext cx="419100" cy="1885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188" b="1" i="0">
                <a:solidFill>
                  <a:srgbClr val="FFFFFF"/>
                </a:solidFill>
                <a:latin typeface="Verdana"/>
                <a:ea typeface="Verdana"/>
                <a:cs typeface="Verdana"/>
              </a:defRPr>
            </a:pPr>
            <a:r>
              <a:rPr sz="1188" b="1" i="0">
                <a:solidFill>
                  <a:srgbClr val="FFFFFF"/>
                </a:solidFill>
                <a:latin typeface="Verdana"/>
                <a:ea typeface="Verdana"/>
                <a:cs typeface="Verdana"/>
              </a:rPr>
              <a:t>7</a:t>
            </a:r>
          </a:p>
        </p:txBody>
      </p:sp>
      <p:sp>
        <p:nvSpPr>
          <p:cNvPr id="62" name="">
            <a:extLst xmlns:a="http://schemas.openxmlformats.org/drawingml/2006/main">
              <a:ext uri="{FF2B5EF4-FFF2-40B4-BE49-F238E27FC236}">
                <a16:creationId xmlns:a16="http://schemas.microsoft.com/office/drawing/2014/main" id="{89FEB957-0928-47DA-94C0-B160C3F7A555}"/>
              </a:ext>
            </a:extLst>
          </p:cNvPr>
          <p:cNvSpPr>
            <a:spLocks xmlns:a="http://schemas.openxmlformats.org/drawingml/2006/main" noGrp="1"/>
          </p:cNvSpPr>
          <p:nvPr/>
        </p:nvSpPr>
        <p:spPr>
          <a:xfrm xmlns:a="http://schemas.openxmlformats.org/drawingml/2006/main">
            <a:off x="5905500" y="606742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Plan</a:t>
            </a:r>
          </a:p>
        </p:txBody>
      </p:sp>
      <p:sp>
        <p:nvSpPr>
          <p:cNvPr id="63" name="">
            <a:extLst xmlns:a="http://schemas.openxmlformats.org/drawingml/2006/main">
              <a:ext uri="{FF2B5EF4-FFF2-40B4-BE49-F238E27FC236}">
                <a16:creationId xmlns:a16="http://schemas.microsoft.com/office/drawing/2014/main" id="{4C6DA01F-18CD-4607-A498-9639F8C624B9}"/>
              </a:ext>
            </a:extLst>
          </p:cNvPr>
          <p:cNvSpPr>
            <a:spLocks xmlns:a="http://schemas.openxmlformats.org/drawingml/2006/main" noGrp="1"/>
          </p:cNvSpPr>
          <p:nvPr/>
        </p:nvSpPr>
        <p:spPr>
          <a:xfrm xmlns:a="http://schemas.openxmlformats.org/drawingml/2006/main">
            <a:off x="6124956" y="6518148"/>
            <a:ext cx="246888" cy="233172"/>
          </a:xfrm>
          <a:prstGeom xmlns:a="http://schemas.openxmlformats.org/drawingml/2006/main" prst="roundRect">
            <a:avLst>
              <a:gd name="adj" fmla="val 28595"/>
            </a:avLst>
          </a:prstGeom>
          <a:solidFill xmlns:a="http://schemas.openxmlformats.org/drawingml/2006/main">
            <a:srgbClr val="FFFFFF"/>
          </a:solidFill>
          <a:ln xmlns:a="http://schemas.openxmlformats.org/drawingml/2006/main" w="19050">
            <a:solidFill>
              <a:srgbClr val="0D1338"/>
            </a:solidFill>
            <a:prstDash val="solid"/>
          </a:ln>
        </p:spPr>
      </p:sp>
      <p:sp>
        <p:nvSpPr>
          <p:cNvPr id="64" name="">
            <a:extLst xmlns:a="http://schemas.openxmlformats.org/drawingml/2006/main">
              <a:ext uri="{FF2B5EF4-FFF2-40B4-BE49-F238E27FC236}">
                <a16:creationId xmlns:a16="http://schemas.microsoft.com/office/drawing/2014/main" id="{90EE1F2F-02A9-44D4-8744-41336323EC54}"/>
              </a:ext>
            </a:extLst>
          </p:cNvPr>
          <p:cNvSpPr>
            <a:spLocks xmlns:a="http://schemas.openxmlformats.org/drawingml/2006/main" noGrp="1"/>
          </p:cNvSpPr>
          <p:nvPr/>
        </p:nvSpPr>
        <p:spPr>
          <a:xfrm xmlns:a="http://schemas.openxmlformats.org/drawingml/2006/main">
            <a:off x="6162675" y="6573012"/>
            <a:ext cx="34290" cy="34290"/>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65" name="">
            <a:extLst xmlns:a="http://schemas.openxmlformats.org/drawingml/2006/main">
              <a:ext uri="{FF2B5EF4-FFF2-40B4-BE49-F238E27FC236}">
                <a16:creationId xmlns:a16="http://schemas.microsoft.com/office/drawing/2014/main" id="{66C037DB-89DC-4581-9B82-A9355508DBC0}"/>
              </a:ext>
            </a:extLst>
          </p:cNvPr>
          <p:cNvSpPr>
            <a:spLocks xmlns:a="http://schemas.openxmlformats.org/drawingml/2006/main" noGrp="1"/>
          </p:cNvSpPr>
          <p:nvPr/>
        </p:nvSpPr>
        <p:spPr>
          <a:xfrm xmlns:a="http://schemas.openxmlformats.org/drawingml/2006/main">
            <a:off x="6220968" y="6590157"/>
            <a:ext cx="96012"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66" name="">
            <a:extLst xmlns:a="http://schemas.openxmlformats.org/drawingml/2006/main">
              <a:ext uri="{FF2B5EF4-FFF2-40B4-BE49-F238E27FC236}">
                <a16:creationId xmlns:a16="http://schemas.microsoft.com/office/drawing/2014/main" id="{7539ADC6-FE7C-4774-88F5-337566C17518}"/>
              </a:ext>
            </a:extLst>
          </p:cNvPr>
          <p:cNvSpPr>
            <a:spLocks xmlns:a="http://schemas.openxmlformats.org/drawingml/2006/main" noGrp="1"/>
          </p:cNvSpPr>
          <p:nvPr/>
        </p:nvSpPr>
        <p:spPr>
          <a:xfrm xmlns:a="http://schemas.openxmlformats.org/drawingml/2006/main">
            <a:off x="6162675" y="6621018"/>
            <a:ext cx="34290" cy="34290"/>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67" name="">
            <a:extLst xmlns:a="http://schemas.openxmlformats.org/drawingml/2006/main">
              <a:ext uri="{FF2B5EF4-FFF2-40B4-BE49-F238E27FC236}">
                <a16:creationId xmlns:a16="http://schemas.microsoft.com/office/drawing/2014/main" id="{FCD682BC-4216-4A9B-8B69-94D8EC53BF31}"/>
              </a:ext>
            </a:extLst>
          </p:cNvPr>
          <p:cNvSpPr>
            <a:spLocks xmlns:a="http://schemas.openxmlformats.org/drawingml/2006/main" noGrp="1"/>
          </p:cNvSpPr>
          <p:nvPr/>
        </p:nvSpPr>
        <p:spPr>
          <a:xfrm xmlns:a="http://schemas.openxmlformats.org/drawingml/2006/main">
            <a:off x="6220968" y="6638163"/>
            <a:ext cx="96012"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68" name="">
            <a:extLst xmlns:a="http://schemas.openxmlformats.org/drawingml/2006/main">
              <a:ext uri="{FF2B5EF4-FFF2-40B4-BE49-F238E27FC236}">
                <a16:creationId xmlns:a16="http://schemas.microsoft.com/office/drawing/2014/main" id="{4A1018B0-4F4B-4037-AA40-EFB39E9E8944}"/>
              </a:ext>
            </a:extLst>
          </p:cNvPr>
          <p:cNvSpPr>
            <a:spLocks xmlns:a="http://schemas.openxmlformats.org/drawingml/2006/main" noGrp="1"/>
          </p:cNvSpPr>
          <p:nvPr/>
        </p:nvSpPr>
        <p:spPr>
          <a:xfrm xmlns:a="http://schemas.openxmlformats.org/drawingml/2006/main">
            <a:off x="6162675" y="6669024"/>
            <a:ext cx="34290" cy="34290"/>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69" name="">
            <a:extLst xmlns:a="http://schemas.openxmlformats.org/drawingml/2006/main">
              <a:ext uri="{FF2B5EF4-FFF2-40B4-BE49-F238E27FC236}">
                <a16:creationId xmlns:a16="http://schemas.microsoft.com/office/drawing/2014/main" id="{5BB3C94E-0FC7-4379-B964-BEE485AEDD3E}"/>
              </a:ext>
            </a:extLst>
          </p:cNvPr>
          <p:cNvSpPr>
            <a:spLocks xmlns:a="http://schemas.openxmlformats.org/drawingml/2006/main" noGrp="1"/>
          </p:cNvSpPr>
          <p:nvPr/>
        </p:nvSpPr>
        <p:spPr>
          <a:xfrm xmlns:a="http://schemas.openxmlformats.org/drawingml/2006/main">
            <a:off x="6220968" y="6686169"/>
            <a:ext cx="96012"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70" name="">
            <a:extLst xmlns:a="http://schemas.openxmlformats.org/drawingml/2006/main">
              <a:ext uri="{FF2B5EF4-FFF2-40B4-BE49-F238E27FC236}">
                <a16:creationId xmlns:a16="http://schemas.microsoft.com/office/drawing/2014/main" id="{9A565527-C15F-4FF2-ABA8-986B01B9E30C}"/>
              </a:ext>
            </a:extLst>
          </p:cNvPr>
          <p:cNvSpPr>
            <a:spLocks xmlns:a="http://schemas.openxmlformats.org/drawingml/2006/main" noGrp="1"/>
          </p:cNvSpPr>
          <p:nvPr/>
        </p:nvSpPr>
        <p:spPr>
          <a:xfrm xmlns:a="http://schemas.openxmlformats.org/drawingml/2006/main">
            <a:off x="1066800" y="7486650"/>
            <a:ext cx="5638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50" b="0" i="0">
                <a:solidFill>
                  <a:srgbClr val="273044"/>
                </a:solidFill>
                <a:latin typeface="Verdana"/>
                <a:ea typeface="Verdana"/>
                <a:cs typeface="Verdana"/>
              </a:defRPr>
            </a:pPr>
            <a:r>
              <a:rPr sz="1050" b="0" i="0">
                <a:solidFill>
                  <a:srgbClr val="273044"/>
                </a:solidFill>
                <a:latin typeface="Verdana"/>
                <a:ea typeface="Verdana"/>
                <a:cs typeface="Verdana"/>
              </a:rPr>
              <a:t>Seven days to observe, test, adapt, and choose what is realistic enough to repeat.</a:t>
            </a:r>
          </a:p>
        </p:txBody>
      </p:sp>
      <p:sp>
        <p:nvSpPr>
          <p:cNvPr id="71" name="">
            <a:extLst xmlns:a="http://schemas.openxmlformats.org/drawingml/2006/main">
              <a:ext uri="{FF2B5EF4-FFF2-40B4-BE49-F238E27FC236}">
                <a16:creationId xmlns:a16="http://schemas.microsoft.com/office/drawing/2014/main" id="{41B8F5F6-E710-41AD-923C-6C730C190D51}"/>
              </a:ext>
            </a:extLst>
          </p:cNvPr>
          <p:cNvSpPr>
            <a:spLocks xmlns:a="http://schemas.openxmlformats.org/drawingml/2006/main" noGrp="1"/>
          </p:cNvSpPr>
          <p:nvPr/>
        </p:nvSpPr>
        <p:spPr>
          <a:xfrm xmlns:a="http://schemas.openxmlformats.org/drawingml/2006/main">
            <a:off x="685800" y="8877300"/>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50" b="0" i="0">
                <a:solidFill>
                  <a:srgbClr val="5F6878"/>
                </a:solidFill>
                <a:latin typeface="Verdana"/>
                <a:ea typeface="Verdana"/>
                <a:cs typeface="Verdana"/>
              </a:defRPr>
            </a:pPr>
            <a:r>
              <a:rPr sz="750" b="0" i="0">
                <a:solidFill>
                  <a:srgbClr val="5F6878"/>
                </a:solidFill>
                <a:latin typeface="Verdana"/>
                <a:ea typeface="Verdana"/>
                <a:cs typeface="Verdana"/>
              </a:rPr>
              <a:t>Published: July 30, 2026 | Medical review: pending</a:t>
            </a:r>
          </a:p>
        </p:txBody>
      </p:sp>
      <p:sp>
        <p:nvSpPr>
          <p:cNvPr id="72" name="">
            <a:extLst xmlns:a="http://schemas.openxmlformats.org/drawingml/2006/main">
              <a:ext uri="{FF2B5EF4-FFF2-40B4-BE49-F238E27FC236}">
                <a16:creationId xmlns:a16="http://schemas.microsoft.com/office/drawing/2014/main" id="{48151F06-7812-459C-87AF-A34F2E8D5785}"/>
              </a:ext>
            </a:extLst>
          </p:cNvPr>
          <p:cNvSpPr>
            <a:spLocks xmlns:a="http://schemas.openxmlformats.org/drawingml/2006/main" noGrp="1"/>
          </p:cNvSpPr>
          <p:nvPr/>
        </p:nvSpPr>
        <p:spPr>
          <a:xfrm xmlns:a="http://schemas.openxmlformats.org/drawingml/2006/main">
            <a:off x="5505450" y="8877300"/>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750" b="0" i="0">
                <a:solidFill>
                  <a:srgbClr val="005030"/>
                </a:solidFill>
                <a:latin typeface="Verdana"/>
                <a:ea typeface="Verdana"/>
                <a:cs typeface="Verdana"/>
              </a:defRPr>
            </a:pPr>
            <a:r>
              <a:rPr sz="750" b="0" i="0">
                <a:solidFill>
                  <a:srgbClr val="005030"/>
                </a:solidFill>
                <a:latin typeface="Verdana"/>
                <a:ea typeface="Verdana"/>
                <a:cs typeface="Verdana"/>
                <a:hlinkClick xmlns:r="http://schemas.openxmlformats.org/officeDocument/2006/relationships" r:id="Racf6a0e2c03d4c08"/>
              </a:rPr>
              <a:t>mindfuldiabetes.org</a:t>
            </a:r>
          </a:p>
        </p:txBody>
      </p:sp>
    </p:spTree>
    <p:extLst>
      <p:ext uri="{BB962C8B-B14F-4D97-AF65-F5344CB8AC3E}">
        <p14:creationId xmlns:p14="http://schemas.microsoft.com/office/powerpoint/2010/main" val="1134336372"/>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E2A0E539-0251-49D0-BDFA-60037F323B6E}"/>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400e592d0ac4e26"/>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D5CEC04A-9A97-465C-BF7F-81393C8FBC78}"/>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41B97603-248C-4C0F-BA7B-FC8DBCE1AE84}"/>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Welcome</a:t>
            </a:r>
          </a:p>
        </p:txBody>
      </p:sp>
      <p:sp>
        <p:nvSpPr>
          <p:cNvPr id="5" name="">
            <a:extLst xmlns:a="http://schemas.openxmlformats.org/drawingml/2006/main">
              <a:ext uri="{FF2B5EF4-FFF2-40B4-BE49-F238E27FC236}">
                <a16:creationId xmlns:a16="http://schemas.microsoft.com/office/drawing/2014/main" id="{7BF8B79F-1E4B-468D-BC21-BF16298C85E6}"/>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591DEC04-7DF2-42E0-9740-48C5C6BAA9B3}"/>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AD9DD903-63CC-4832-8886-B0F752A19901}"/>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742f4012c3a64b17"/>
              </a:rPr>
              <a:t>mindfuldiabetes.org</a:t>
            </a:r>
          </a:p>
        </p:txBody>
      </p:sp>
      <p:sp>
        <p:nvSpPr>
          <p:cNvPr id="8" name="">
            <a:extLst xmlns:a="http://schemas.openxmlformats.org/drawingml/2006/main">
              <a:ext uri="{FF2B5EF4-FFF2-40B4-BE49-F238E27FC236}">
                <a16:creationId xmlns:a16="http://schemas.microsoft.com/office/drawing/2014/main" id="{FAEB1533-8B0A-44B0-9619-C457ECE84570}"/>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2</a:t>
            </a:r>
          </a:p>
        </p:txBody>
      </p:sp>
      <p:sp>
        <p:nvSpPr>
          <p:cNvPr id="9" name="">
            <a:extLst xmlns:a="http://schemas.openxmlformats.org/drawingml/2006/main">
              <a:ext uri="{FF2B5EF4-FFF2-40B4-BE49-F238E27FC236}">
                <a16:creationId xmlns:a16="http://schemas.microsoft.com/office/drawing/2014/main" id="{3A314752-C18F-4340-85C0-459AB55C9217}"/>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WELCOME</a:t>
            </a:r>
          </a:p>
        </p:txBody>
      </p:sp>
      <p:sp>
        <p:nvSpPr>
          <p:cNvPr id="10" name="">
            <a:extLst xmlns:a="http://schemas.openxmlformats.org/drawingml/2006/main">
              <a:ext uri="{FF2B5EF4-FFF2-40B4-BE49-F238E27FC236}">
                <a16:creationId xmlns:a16="http://schemas.microsoft.com/office/drawing/2014/main" id="{B9BE93CD-AAE7-4299-A9C8-2B85DBB27936}"/>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A reset is not a cleanse</a:t>
            </a:r>
          </a:p>
        </p:txBody>
      </p:sp>
      <p:sp>
        <p:nvSpPr>
          <p:cNvPr id="11" name="">
            <a:extLst xmlns:a="http://schemas.openxmlformats.org/drawingml/2006/main">
              <a:ext uri="{FF2B5EF4-FFF2-40B4-BE49-F238E27FC236}">
                <a16:creationId xmlns:a16="http://schemas.microsoft.com/office/drawing/2014/main" id="{A8013683-FF55-4508-B2DA-1FD6B9400BB0}"/>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Use this as a seven-day observation and habit-building workbook, not a test.</a:t>
            </a:r>
          </a:p>
        </p:txBody>
      </p:sp>
      <p:sp>
        <p:nvSpPr>
          <p:cNvPr id="12" name="">
            <a:extLst xmlns:a="http://schemas.openxmlformats.org/drawingml/2006/main">
              <a:ext uri="{FF2B5EF4-FFF2-40B4-BE49-F238E27FC236}">
                <a16:creationId xmlns:a16="http://schemas.microsoft.com/office/drawing/2014/main" id="{8E98F7F2-D2D4-481C-BBCD-E2460A81C7FF}"/>
              </a:ext>
            </a:extLst>
          </p:cNvPr>
          <p:cNvSpPr>
            <a:spLocks xmlns:a="http://schemas.openxmlformats.org/drawingml/2006/main" noGrp="1"/>
          </p:cNvSpPr>
          <p:nvPr/>
        </p:nvSpPr>
        <p:spPr>
          <a:xfrm xmlns:a="http://schemas.openxmlformats.org/drawingml/2006/main">
            <a:off x="514350" y="2190750"/>
            <a:ext cx="3905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20000"/>
              </a:lnSpc>
              <a:buNone/>
              <a:defRPr sz="1073" b="0" i="0">
                <a:solidFill>
                  <a:srgbClr val="273044"/>
                </a:solidFill>
                <a:latin typeface="Verdana"/>
                <a:ea typeface="Verdana"/>
                <a:cs typeface="Verdana"/>
              </a:defRPr>
            </a:pPr>
            <a:r>
              <a:rPr sz="1073" b="0" i="0">
                <a:solidFill>
                  <a:srgbClr val="273044"/>
                </a:solidFill>
                <a:latin typeface="Verdana"/>
                <a:ea typeface="Verdana"/>
                <a:cs typeface="Verdana"/>
              </a:rPr>
              <a:t>This guide supports everyday habits associated with general metabolic health and risk reduction. It does not guarantee prevention, replace screening or diagnosis, or substitute for treatment, medication, or medical care. Readers may repeat, skip, or adapt days.</a:t>
            </a:r>
          </a:p>
        </p:txBody>
      </p:sp>
      <p:sp>
        <p:nvSpPr>
          <p:cNvPr id="13" name="">
            <a:extLst xmlns:a="http://schemas.openxmlformats.org/drawingml/2006/main">
              <a:ext uri="{FF2B5EF4-FFF2-40B4-BE49-F238E27FC236}">
                <a16:creationId xmlns:a16="http://schemas.microsoft.com/office/drawing/2014/main" id="{FD01882D-1CC3-4AA9-A54A-C3EE67A80A3D}"/>
              </a:ext>
            </a:extLst>
          </p:cNvPr>
          <p:cNvSpPr>
            <a:spLocks xmlns:a="http://schemas.openxmlformats.org/drawingml/2006/main" noGrp="1"/>
          </p:cNvSpPr>
          <p:nvPr/>
        </p:nvSpPr>
        <p:spPr>
          <a:xfrm xmlns:a="http://schemas.openxmlformats.org/drawingml/2006/main">
            <a:off x="514350" y="3581400"/>
            <a:ext cx="6743700" cy="1162050"/>
          </a:xfrm>
          <a:prstGeom xmlns:a="http://schemas.openxmlformats.org/drawingml/2006/main" prst="roundRect">
            <a:avLst>
              <a:gd name="adj" fmla="val 9836"/>
            </a:avLst>
          </a:prstGeom>
          <a:solidFill xmlns:a="http://schemas.openxmlformats.org/drawingml/2006/main">
            <a:srgbClr val="FFF0E7"/>
          </a:solidFill>
          <a:ln xmlns:a="http://schemas.openxmlformats.org/drawingml/2006/main" w="9525">
            <a:solidFill>
              <a:srgbClr val="D9DEEA"/>
            </a:solidFill>
            <a:prstDash val="solid"/>
          </a:ln>
        </p:spPr>
      </p:sp>
      <p:sp>
        <p:nvSpPr>
          <p:cNvPr id="14" name="">
            <a:extLst xmlns:a="http://schemas.openxmlformats.org/drawingml/2006/main">
              <a:ext uri="{FF2B5EF4-FFF2-40B4-BE49-F238E27FC236}">
                <a16:creationId xmlns:a16="http://schemas.microsoft.com/office/drawing/2014/main" id="{3F40354F-A884-4430-80AF-B34E3B4B7EB8}"/>
              </a:ext>
            </a:extLst>
          </p:cNvPr>
          <p:cNvSpPr>
            <a:spLocks xmlns:a="http://schemas.openxmlformats.org/drawingml/2006/main" noGrp="1"/>
          </p:cNvSpPr>
          <p:nvPr/>
        </p:nvSpPr>
        <p:spPr>
          <a:xfrm xmlns:a="http://schemas.openxmlformats.org/drawingml/2006/main">
            <a:off x="514350" y="3581400"/>
            <a:ext cx="57150" cy="116205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80983BD-C313-437B-AF8C-DE1019F6B1AD}"/>
              </a:ext>
            </a:extLst>
          </p:cNvPr>
          <p:cNvSpPr>
            <a:spLocks xmlns:a="http://schemas.openxmlformats.org/drawingml/2006/main" noGrp="1"/>
          </p:cNvSpPr>
          <p:nvPr/>
        </p:nvSpPr>
        <p:spPr>
          <a:xfrm xmlns:a="http://schemas.openxmlformats.org/drawingml/2006/main">
            <a:off x="685800" y="37147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Use this guide safely</a:t>
            </a:r>
          </a:p>
        </p:txBody>
      </p:sp>
      <p:sp>
        <p:nvSpPr>
          <p:cNvPr id="16" name="">
            <a:extLst xmlns:a="http://schemas.openxmlformats.org/drawingml/2006/main">
              <a:ext uri="{FF2B5EF4-FFF2-40B4-BE49-F238E27FC236}">
                <a16:creationId xmlns:a16="http://schemas.microsoft.com/office/drawing/2014/main" id="{E18DE56F-D736-4F33-A8B4-9C31133C21CD}"/>
              </a:ext>
            </a:extLst>
          </p:cNvPr>
          <p:cNvSpPr>
            <a:spLocks xmlns:a="http://schemas.openxmlformats.org/drawingml/2006/main" noGrp="1"/>
          </p:cNvSpPr>
          <p:nvPr/>
        </p:nvSpPr>
        <p:spPr>
          <a:xfrm xmlns:a="http://schemas.openxmlformats.org/drawingml/2006/main">
            <a:off x="685800" y="3981450"/>
            <a:ext cx="6419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Do not change medicine or insulin based on this guide. Choose movement that is safe for your body. Ask for individualized guidance if you have diabetes, prediabetes, cardiovascular disease, kidney disease, mobility limitations, sleep disorders, pregnancy-specific needs, or a prescribed medical plan.</a:t>
            </a:r>
          </a:p>
        </p:txBody>
      </p:sp>
      <p:sp>
        <p:nvSpPr>
          <p:cNvPr id="17" name="">
            <a:extLst xmlns:a="http://schemas.openxmlformats.org/drawingml/2006/main">
              <a:ext uri="{FF2B5EF4-FFF2-40B4-BE49-F238E27FC236}">
                <a16:creationId xmlns:a16="http://schemas.microsoft.com/office/drawing/2014/main" id="{2CF756D3-6ABB-4C0A-A61C-AB60291E7E7F}"/>
              </a:ext>
            </a:extLst>
          </p:cNvPr>
          <p:cNvSpPr>
            <a:spLocks xmlns:a="http://schemas.openxmlformats.org/drawingml/2006/main" noGrp="1"/>
          </p:cNvSpPr>
          <p:nvPr/>
        </p:nvSpPr>
        <p:spPr>
          <a:xfrm xmlns:a="http://schemas.openxmlformats.org/drawingml/2006/main">
            <a:off x="514350" y="5124450"/>
            <a:ext cx="6743700" cy="2857500"/>
          </a:xfrm>
          <a:prstGeom xmlns:a="http://schemas.openxmlformats.org/drawingml/2006/main" prst="roundRect">
            <a:avLst>
              <a:gd name="adj" fmla="val 6000"/>
            </a:avLst>
          </a:prstGeom>
          <a:solidFill xmlns:a="http://schemas.openxmlformats.org/drawingml/2006/main">
            <a:srgbClr val="EDF8F1"/>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CA2F4E3E-5A2D-4458-B4C0-95F401C17B20}"/>
              </a:ext>
            </a:extLst>
          </p:cNvPr>
          <p:cNvSpPr>
            <a:spLocks xmlns:a="http://schemas.openxmlformats.org/drawingml/2006/main" noGrp="1"/>
          </p:cNvSpPr>
          <p:nvPr/>
        </p:nvSpPr>
        <p:spPr>
          <a:xfrm xmlns:a="http://schemas.openxmlformats.org/drawingml/2006/main">
            <a:off x="762000" y="5372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350" b="1" i="0">
                <a:solidFill>
                  <a:srgbClr val="0D1338"/>
                </a:solidFill>
                <a:latin typeface="Georgia"/>
                <a:ea typeface="Georgia"/>
                <a:cs typeface="Georgia"/>
              </a:defRPr>
            </a:pPr>
            <a:r>
              <a:rPr sz="1350" b="1" i="0">
                <a:solidFill>
                  <a:srgbClr val="0D1338"/>
                </a:solidFill>
                <a:latin typeface="Georgia"/>
                <a:ea typeface="Georgia"/>
                <a:cs typeface="Georgia"/>
              </a:rPr>
              <a:t>The weekly rhythm</a:t>
            </a:r>
          </a:p>
        </p:txBody>
      </p:sp>
      <p:sp>
        <p:nvSpPr>
          <p:cNvPr id="19" name="">
            <a:extLst xmlns:a="http://schemas.openxmlformats.org/drawingml/2006/main">
              <a:ext uri="{FF2B5EF4-FFF2-40B4-BE49-F238E27FC236}">
                <a16:creationId xmlns:a16="http://schemas.microsoft.com/office/drawing/2014/main" id="{E791AF4A-27A1-4FDD-A7BA-6496A9A0A220}"/>
              </a:ext>
            </a:extLst>
          </p:cNvPr>
          <p:cNvSpPr>
            <a:spLocks xmlns:a="http://schemas.openxmlformats.org/drawingml/2006/main" noGrp="1"/>
          </p:cNvSpPr>
          <p:nvPr/>
        </p:nvSpPr>
        <p:spPr>
          <a:xfrm xmlns:a="http://schemas.openxmlformats.org/drawingml/2006/main">
            <a:off x="819150" y="5905500"/>
            <a:ext cx="361950" cy="361950"/>
          </a:xfrm>
          <a:prstGeom xmlns:a="http://schemas.openxmlformats.org/drawingml/2006/main" prst="ellipse">
            <a:avLst/>
          </a:prstGeom>
          <a:solidFill xmlns:a="http://schemas.openxmlformats.org/drawingml/2006/main">
            <a:srgbClr val="00503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0CF6E0-CA21-408F-8046-42709B582E69}"/>
              </a:ext>
            </a:extLst>
          </p:cNvPr>
          <p:cNvSpPr>
            <a:spLocks xmlns:a="http://schemas.openxmlformats.org/drawingml/2006/main" noGrp="1"/>
          </p:cNvSpPr>
          <p:nvPr/>
        </p:nvSpPr>
        <p:spPr>
          <a:xfrm xmlns:a="http://schemas.openxmlformats.org/drawingml/2006/main">
            <a:off x="819150" y="597065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1</a:t>
            </a:r>
          </a:p>
        </p:txBody>
      </p:sp>
      <p:sp>
        <p:nvSpPr>
          <p:cNvPr id="21" name="">
            <a:extLst xmlns:a="http://schemas.openxmlformats.org/drawingml/2006/main">
              <a:ext uri="{FF2B5EF4-FFF2-40B4-BE49-F238E27FC236}">
                <a16:creationId xmlns:a16="http://schemas.microsoft.com/office/drawing/2014/main" id="{8F3DEFC5-0767-4DA2-80CD-551C98F765FF}"/>
              </a:ext>
            </a:extLst>
          </p:cNvPr>
          <p:cNvSpPr>
            <a:spLocks xmlns:a="http://schemas.openxmlformats.org/drawingml/2006/main" noGrp="1"/>
          </p:cNvSpPr>
          <p:nvPr/>
        </p:nvSpPr>
        <p:spPr>
          <a:xfrm xmlns:a="http://schemas.openxmlformats.org/drawingml/2006/main">
            <a:off x="685800" y="63150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Notice</a:t>
            </a:r>
          </a:p>
        </p:txBody>
      </p:sp>
      <p:sp>
        <p:nvSpPr>
          <p:cNvPr id="22" name="">
            <a:extLst xmlns:a="http://schemas.openxmlformats.org/drawingml/2006/main">
              <a:ext uri="{FF2B5EF4-FFF2-40B4-BE49-F238E27FC236}">
                <a16:creationId xmlns:a16="http://schemas.microsoft.com/office/drawing/2014/main" id="{C18A3E2A-E40C-45AA-BD83-530CF2CDB32F}"/>
              </a:ext>
            </a:extLst>
          </p:cNvPr>
          <p:cNvSpPr>
            <a:spLocks xmlns:a="http://schemas.openxmlformats.org/drawingml/2006/main" noGrp="1"/>
          </p:cNvSpPr>
          <p:nvPr/>
        </p:nvSpPr>
        <p:spPr>
          <a:xfrm xmlns:a="http://schemas.openxmlformats.org/drawingml/2006/main">
            <a:off x="1295400" y="591502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Observe one ordinary day without judgment.</a:t>
            </a:r>
          </a:p>
        </p:txBody>
      </p:sp>
      <p:sp>
        <p:nvSpPr>
          <p:cNvPr id="23" name="">
            <a:extLst xmlns:a="http://schemas.openxmlformats.org/drawingml/2006/main">
              <a:ext uri="{FF2B5EF4-FFF2-40B4-BE49-F238E27FC236}">
                <a16:creationId xmlns:a16="http://schemas.microsoft.com/office/drawing/2014/main" id="{6BD55CD2-7F9F-43FC-9EFC-FD8D1B8079AB}"/>
              </a:ext>
            </a:extLst>
          </p:cNvPr>
          <p:cNvSpPr>
            <a:spLocks xmlns:a="http://schemas.openxmlformats.org/drawingml/2006/main" noGrp="1"/>
          </p:cNvSpPr>
          <p:nvPr/>
        </p:nvSpPr>
        <p:spPr>
          <a:xfrm xmlns:a="http://schemas.openxmlformats.org/drawingml/2006/main">
            <a:off x="2476500" y="5905500"/>
            <a:ext cx="361950" cy="361950"/>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B2D97CA-0575-4E72-A858-F1B0CA48EBEA}"/>
              </a:ext>
            </a:extLst>
          </p:cNvPr>
          <p:cNvSpPr>
            <a:spLocks xmlns:a="http://schemas.openxmlformats.org/drawingml/2006/main" noGrp="1"/>
          </p:cNvSpPr>
          <p:nvPr/>
        </p:nvSpPr>
        <p:spPr>
          <a:xfrm xmlns:a="http://schemas.openxmlformats.org/drawingml/2006/main">
            <a:off x="2476500" y="597065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2</a:t>
            </a:r>
          </a:p>
        </p:txBody>
      </p:sp>
      <p:sp>
        <p:nvSpPr>
          <p:cNvPr id="25" name="">
            <a:extLst xmlns:a="http://schemas.openxmlformats.org/drawingml/2006/main">
              <a:ext uri="{FF2B5EF4-FFF2-40B4-BE49-F238E27FC236}">
                <a16:creationId xmlns:a16="http://schemas.microsoft.com/office/drawing/2014/main" id="{4BD9402C-96C1-47DF-A051-96A9B381B22B}"/>
              </a:ext>
            </a:extLst>
          </p:cNvPr>
          <p:cNvSpPr>
            <a:spLocks xmlns:a="http://schemas.openxmlformats.org/drawingml/2006/main" noGrp="1"/>
          </p:cNvSpPr>
          <p:nvPr/>
        </p:nvSpPr>
        <p:spPr>
          <a:xfrm xmlns:a="http://schemas.openxmlformats.org/drawingml/2006/main">
            <a:off x="2343150" y="63150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Meal</a:t>
            </a:r>
          </a:p>
        </p:txBody>
      </p:sp>
      <p:sp>
        <p:nvSpPr>
          <p:cNvPr id="26" name="">
            <a:extLst xmlns:a="http://schemas.openxmlformats.org/drawingml/2006/main">
              <a:ext uri="{FF2B5EF4-FFF2-40B4-BE49-F238E27FC236}">
                <a16:creationId xmlns:a16="http://schemas.microsoft.com/office/drawing/2014/main" id="{1C145B5A-2DEB-4F1A-8412-D4F5DDAEB98E}"/>
              </a:ext>
            </a:extLst>
          </p:cNvPr>
          <p:cNvSpPr>
            <a:spLocks xmlns:a="http://schemas.openxmlformats.org/drawingml/2006/main" noGrp="1"/>
          </p:cNvSpPr>
          <p:nvPr/>
        </p:nvSpPr>
        <p:spPr>
          <a:xfrm xmlns:a="http://schemas.openxmlformats.org/drawingml/2006/main">
            <a:off x="2952750" y="591502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Try one flexible Mindful Plate meal.</a:t>
            </a:r>
          </a:p>
        </p:txBody>
      </p:sp>
      <p:sp>
        <p:nvSpPr>
          <p:cNvPr id="27" name="">
            <a:extLst xmlns:a="http://schemas.openxmlformats.org/drawingml/2006/main">
              <a:ext uri="{FF2B5EF4-FFF2-40B4-BE49-F238E27FC236}">
                <a16:creationId xmlns:a16="http://schemas.microsoft.com/office/drawing/2014/main" id="{D959CEEA-5D97-4804-B9BD-CE0EB73503BE}"/>
              </a:ext>
            </a:extLst>
          </p:cNvPr>
          <p:cNvSpPr>
            <a:spLocks xmlns:a="http://schemas.openxmlformats.org/drawingml/2006/main" noGrp="1"/>
          </p:cNvSpPr>
          <p:nvPr/>
        </p:nvSpPr>
        <p:spPr>
          <a:xfrm xmlns:a="http://schemas.openxmlformats.org/drawingml/2006/main">
            <a:off x="4133850" y="5905500"/>
            <a:ext cx="361950" cy="361950"/>
          </a:xfrm>
          <a:prstGeom xmlns:a="http://schemas.openxmlformats.org/drawingml/2006/main" prst="ellipse">
            <a:avLst/>
          </a:prstGeom>
          <a:solidFill xmlns:a="http://schemas.openxmlformats.org/drawingml/2006/main">
            <a:srgbClr val="D6A23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642CB6D-7C17-4C4A-AFF6-61CBE947FC8B}"/>
              </a:ext>
            </a:extLst>
          </p:cNvPr>
          <p:cNvSpPr>
            <a:spLocks xmlns:a="http://schemas.openxmlformats.org/drawingml/2006/main" noGrp="1"/>
          </p:cNvSpPr>
          <p:nvPr/>
        </p:nvSpPr>
        <p:spPr>
          <a:xfrm xmlns:a="http://schemas.openxmlformats.org/drawingml/2006/main">
            <a:off x="4133850" y="597065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3</a:t>
            </a:r>
          </a:p>
        </p:txBody>
      </p:sp>
      <p:sp>
        <p:nvSpPr>
          <p:cNvPr id="29" name="">
            <a:extLst xmlns:a="http://schemas.openxmlformats.org/drawingml/2006/main">
              <a:ext uri="{FF2B5EF4-FFF2-40B4-BE49-F238E27FC236}">
                <a16:creationId xmlns:a16="http://schemas.microsoft.com/office/drawing/2014/main" id="{5B3AAA41-2EF5-4200-A945-AF65EBB9E3EE}"/>
              </a:ext>
            </a:extLst>
          </p:cNvPr>
          <p:cNvSpPr>
            <a:spLocks xmlns:a="http://schemas.openxmlformats.org/drawingml/2006/main" noGrp="1"/>
          </p:cNvSpPr>
          <p:nvPr/>
        </p:nvSpPr>
        <p:spPr>
          <a:xfrm xmlns:a="http://schemas.openxmlformats.org/drawingml/2006/main">
            <a:off x="4000500" y="63150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Fiber</a:t>
            </a:r>
          </a:p>
        </p:txBody>
      </p:sp>
      <p:sp>
        <p:nvSpPr>
          <p:cNvPr id="30" name="">
            <a:extLst xmlns:a="http://schemas.openxmlformats.org/drawingml/2006/main">
              <a:ext uri="{FF2B5EF4-FFF2-40B4-BE49-F238E27FC236}">
                <a16:creationId xmlns:a16="http://schemas.microsoft.com/office/drawing/2014/main" id="{DC3C520F-9C66-48EB-9376-A473203FC038}"/>
              </a:ext>
            </a:extLst>
          </p:cNvPr>
          <p:cNvSpPr>
            <a:spLocks xmlns:a="http://schemas.openxmlformats.org/drawingml/2006/main" noGrp="1"/>
          </p:cNvSpPr>
          <p:nvPr/>
        </p:nvSpPr>
        <p:spPr>
          <a:xfrm xmlns:a="http://schemas.openxmlformats.org/drawingml/2006/main">
            <a:off x="4610100" y="591502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Choose one manageable fiber addition.</a:t>
            </a:r>
          </a:p>
        </p:txBody>
      </p:sp>
      <p:sp>
        <p:nvSpPr>
          <p:cNvPr id="31" name="">
            <a:extLst xmlns:a="http://schemas.openxmlformats.org/drawingml/2006/main">
              <a:ext uri="{FF2B5EF4-FFF2-40B4-BE49-F238E27FC236}">
                <a16:creationId xmlns:a16="http://schemas.microsoft.com/office/drawing/2014/main" id="{3809CCF5-3D5D-42F4-8E9C-2C8733B8F316}"/>
              </a:ext>
            </a:extLst>
          </p:cNvPr>
          <p:cNvSpPr>
            <a:spLocks xmlns:a="http://schemas.openxmlformats.org/drawingml/2006/main" noGrp="1"/>
          </p:cNvSpPr>
          <p:nvPr/>
        </p:nvSpPr>
        <p:spPr>
          <a:xfrm xmlns:a="http://schemas.openxmlformats.org/drawingml/2006/main">
            <a:off x="5791200" y="5905500"/>
            <a:ext cx="361950" cy="361950"/>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BC4CCC1-CD68-4A0C-902A-899A104E3704}"/>
              </a:ext>
            </a:extLst>
          </p:cNvPr>
          <p:cNvSpPr>
            <a:spLocks xmlns:a="http://schemas.openxmlformats.org/drawingml/2006/main" noGrp="1"/>
          </p:cNvSpPr>
          <p:nvPr/>
        </p:nvSpPr>
        <p:spPr>
          <a:xfrm xmlns:a="http://schemas.openxmlformats.org/drawingml/2006/main">
            <a:off x="5791200" y="597065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4</a:t>
            </a:r>
          </a:p>
        </p:txBody>
      </p:sp>
      <p:sp>
        <p:nvSpPr>
          <p:cNvPr id="33" name="">
            <a:extLst xmlns:a="http://schemas.openxmlformats.org/drawingml/2006/main">
              <a:ext uri="{FF2B5EF4-FFF2-40B4-BE49-F238E27FC236}">
                <a16:creationId xmlns:a16="http://schemas.microsoft.com/office/drawing/2014/main" id="{B3BE4D28-6253-4D93-8AA9-8AEE8E7C70DF}"/>
              </a:ext>
            </a:extLst>
          </p:cNvPr>
          <p:cNvSpPr>
            <a:spLocks xmlns:a="http://schemas.openxmlformats.org/drawingml/2006/main" noGrp="1"/>
          </p:cNvSpPr>
          <p:nvPr/>
        </p:nvSpPr>
        <p:spPr>
          <a:xfrm xmlns:a="http://schemas.openxmlformats.org/drawingml/2006/main">
            <a:off x="5657850" y="631507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Move</a:t>
            </a:r>
          </a:p>
        </p:txBody>
      </p:sp>
      <p:sp>
        <p:nvSpPr>
          <p:cNvPr id="34" name="">
            <a:extLst xmlns:a="http://schemas.openxmlformats.org/drawingml/2006/main">
              <a:ext uri="{FF2B5EF4-FFF2-40B4-BE49-F238E27FC236}">
                <a16:creationId xmlns:a16="http://schemas.microsoft.com/office/drawing/2014/main" id="{58A20197-66AA-4965-980A-6074CDDDE2FA}"/>
              </a:ext>
            </a:extLst>
          </p:cNvPr>
          <p:cNvSpPr>
            <a:spLocks xmlns:a="http://schemas.openxmlformats.org/drawingml/2006/main" noGrp="1"/>
          </p:cNvSpPr>
          <p:nvPr/>
        </p:nvSpPr>
        <p:spPr>
          <a:xfrm xmlns:a="http://schemas.openxmlformats.org/drawingml/2006/main">
            <a:off x="6267450" y="591502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Add one safe movement break.</a:t>
            </a:r>
          </a:p>
        </p:txBody>
      </p:sp>
      <p:sp>
        <p:nvSpPr>
          <p:cNvPr id="35" name="">
            <a:extLst xmlns:a="http://schemas.openxmlformats.org/drawingml/2006/main">
              <a:ext uri="{FF2B5EF4-FFF2-40B4-BE49-F238E27FC236}">
                <a16:creationId xmlns:a16="http://schemas.microsoft.com/office/drawing/2014/main" id="{775CF2F1-3399-4001-83EE-068CF7FEF8EB}"/>
              </a:ext>
            </a:extLst>
          </p:cNvPr>
          <p:cNvSpPr>
            <a:spLocks xmlns:a="http://schemas.openxmlformats.org/drawingml/2006/main" noGrp="1"/>
          </p:cNvSpPr>
          <p:nvPr/>
        </p:nvSpPr>
        <p:spPr>
          <a:xfrm xmlns:a="http://schemas.openxmlformats.org/drawingml/2006/main">
            <a:off x="819150" y="6800850"/>
            <a:ext cx="361950" cy="361950"/>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DB8A03B-1F92-4417-8547-C39AFDC45DCB}"/>
              </a:ext>
            </a:extLst>
          </p:cNvPr>
          <p:cNvSpPr>
            <a:spLocks xmlns:a="http://schemas.openxmlformats.org/drawingml/2006/main" noGrp="1"/>
          </p:cNvSpPr>
          <p:nvPr/>
        </p:nvSpPr>
        <p:spPr>
          <a:xfrm xmlns:a="http://schemas.openxmlformats.org/drawingml/2006/main">
            <a:off x="819150" y="686600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5</a:t>
            </a:r>
          </a:p>
        </p:txBody>
      </p:sp>
      <p:sp>
        <p:nvSpPr>
          <p:cNvPr id="37" name="">
            <a:extLst xmlns:a="http://schemas.openxmlformats.org/drawingml/2006/main">
              <a:ext uri="{FF2B5EF4-FFF2-40B4-BE49-F238E27FC236}">
                <a16:creationId xmlns:a16="http://schemas.microsoft.com/office/drawing/2014/main" id="{7BE3673B-66A5-487E-A9BB-A09FE7385DDB}"/>
              </a:ext>
            </a:extLst>
          </p:cNvPr>
          <p:cNvSpPr>
            <a:spLocks xmlns:a="http://schemas.openxmlformats.org/drawingml/2006/main" noGrp="1"/>
          </p:cNvSpPr>
          <p:nvPr/>
        </p:nvSpPr>
        <p:spPr>
          <a:xfrm xmlns:a="http://schemas.openxmlformats.org/drawingml/2006/main">
            <a:off x="685800" y="72104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Drink</a:t>
            </a:r>
          </a:p>
        </p:txBody>
      </p:sp>
      <p:sp>
        <p:nvSpPr>
          <p:cNvPr id="38" name="">
            <a:extLst xmlns:a="http://schemas.openxmlformats.org/drawingml/2006/main">
              <a:ext uri="{FF2B5EF4-FFF2-40B4-BE49-F238E27FC236}">
                <a16:creationId xmlns:a16="http://schemas.microsoft.com/office/drawing/2014/main" id="{F001E2F0-8AFA-42D3-939D-A7B58A402B83}"/>
              </a:ext>
            </a:extLst>
          </p:cNvPr>
          <p:cNvSpPr>
            <a:spLocks xmlns:a="http://schemas.openxmlformats.org/drawingml/2006/main" noGrp="1"/>
          </p:cNvSpPr>
          <p:nvPr/>
        </p:nvSpPr>
        <p:spPr>
          <a:xfrm xmlns:a="http://schemas.openxmlformats.org/drawingml/2006/main">
            <a:off x="1295400" y="681037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Adjust one drink you have often.</a:t>
            </a:r>
          </a:p>
        </p:txBody>
      </p:sp>
      <p:sp>
        <p:nvSpPr>
          <p:cNvPr id="39" name="">
            <a:extLst xmlns:a="http://schemas.openxmlformats.org/drawingml/2006/main">
              <a:ext uri="{FF2B5EF4-FFF2-40B4-BE49-F238E27FC236}">
                <a16:creationId xmlns:a16="http://schemas.microsoft.com/office/drawing/2014/main" id="{3C4D5C6C-2662-4837-9ED6-54E8CD2F3EB6}"/>
              </a:ext>
            </a:extLst>
          </p:cNvPr>
          <p:cNvSpPr>
            <a:spLocks xmlns:a="http://schemas.openxmlformats.org/drawingml/2006/main" noGrp="1"/>
          </p:cNvSpPr>
          <p:nvPr/>
        </p:nvSpPr>
        <p:spPr>
          <a:xfrm xmlns:a="http://schemas.openxmlformats.org/drawingml/2006/main">
            <a:off x="2476500" y="6800850"/>
            <a:ext cx="361950" cy="361950"/>
          </a:xfrm>
          <a:prstGeom xmlns:a="http://schemas.openxmlformats.org/drawingml/2006/main" prst="ellipse">
            <a:avLst/>
          </a:prstGeom>
          <a:solidFill xmlns:a="http://schemas.openxmlformats.org/drawingml/2006/main">
            <a:srgbClr val="7D67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2C1F7F3-BD8F-4967-9FA9-66200423C644}"/>
              </a:ext>
            </a:extLst>
          </p:cNvPr>
          <p:cNvSpPr>
            <a:spLocks xmlns:a="http://schemas.openxmlformats.org/drawingml/2006/main" noGrp="1"/>
          </p:cNvSpPr>
          <p:nvPr/>
        </p:nvSpPr>
        <p:spPr>
          <a:xfrm xmlns:a="http://schemas.openxmlformats.org/drawingml/2006/main">
            <a:off x="2476500" y="686600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6</a:t>
            </a:r>
          </a:p>
        </p:txBody>
      </p:sp>
      <p:sp>
        <p:nvSpPr>
          <p:cNvPr id="41" name="">
            <a:extLst xmlns:a="http://schemas.openxmlformats.org/drawingml/2006/main">
              <a:ext uri="{FF2B5EF4-FFF2-40B4-BE49-F238E27FC236}">
                <a16:creationId xmlns:a16="http://schemas.microsoft.com/office/drawing/2014/main" id="{49A29840-6E8C-4BBC-8FDE-D5B04EAC5C8D}"/>
              </a:ext>
            </a:extLst>
          </p:cNvPr>
          <p:cNvSpPr>
            <a:spLocks xmlns:a="http://schemas.openxmlformats.org/drawingml/2006/main" noGrp="1"/>
          </p:cNvSpPr>
          <p:nvPr/>
        </p:nvSpPr>
        <p:spPr>
          <a:xfrm xmlns:a="http://schemas.openxmlformats.org/drawingml/2006/main">
            <a:off x="2343150" y="72104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Sleep</a:t>
            </a:r>
          </a:p>
        </p:txBody>
      </p:sp>
      <p:sp>
        <p:nvSpPr>
          <p:cNvPr id="42" name="">
            <a:extLst xmlns:a="http://schemas.openxmlformats.org/drawingml/2006/main">
              <a:ext uri="{FF2B5EF4-FFF2-40B4-BE49-F238E27FC236}">
                <a16:creationId xmlns:a16="http://schemas.microsoft.com/office/drawing/2014/main" id="{4874A6BE-EA69-4E9E-A364-3DC90B4AF127}"/>
              </a:ext>
            </a:extLst>
          </p:cNvPr>
          <p:cNvSpPr>
            <a:spLocks xmlns:a="http://schemas.openxmlformats.org/drawingml/2006/main" noGrp="1"/>
          </p:cNvSpPr>
          <p:nvPr/>
        </p:nvSpPr>
        <p:spPr>
          <a:xfrm xmlns:a="http://schemas.openxmlformats.org/drawingml/2006/main">
            <a:off x="2952750" y="681037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Choose one realistic sleep support.</a:t>
            </a:r>
          </a:p>
        </p:txBody>
      </p:sp>
      <p:sp>
        <p:nvSpPr>
          <p:cNvPr id="43" name="">
            <a:extLst xmlns:a="http://schemas.openxmlformats.org/drawingml/2006/main">
              <a:ext uri="{FF2B5EF4-FFF2-40B4-BE49-F238E27FC236}">
                <a16:creationId xmlns:a16="http://schemas.microsoft.com/office/drawing/2014/main" id="{53DA8ADD-60B5-4709-A2EF-7F97FEE3A686}"/>
              </a:ext>
            </a:extLst>
          </p:cNvPr>
          <p:cNvSpPr>
            <a:spLocks xmlns:a="http://schemas.openxmlformats.org/drawingml/2006/main" noGrp="1"/>
          </p:cNvSpPr>
          <p:nvPr/>
        </p:nvSpPr>
        <p:spPr>
          <a:xfrm xmlns:a="http://schemas.openxmlformats.org/drawingml/2006/main">
            <a:off x="4133850" y="6800850"/>
            <a:ext cx="361950" cy="361950"/>
          </a:xfrm>
          <a:prstGeom xmlns:a="http://schemas.openxmlformats.org/drawingml/2006/main" prst="ellipse">
            <a:avLst/>
          </a:prstGeom>
          <a:solidFill xmlns:a="http://schemas.openxmlformats.org/drawingml/2006/main">
            <a:srgbClr val="003B2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2A7873F-F85D-475E-8EB7-8430CA4D6236}"/>
              </a:ext>
            </a:extLst>
          </p:cNvPr>
          <p:cNvSpPr>
            <a:spLocks xmlns:a="http://schemas.openxmlformats.org/drawingml/2006/main" noGrp="1"/>
          </p:cNvSpPr>
          <p:nvPr/>
        </p:nvSpPr>
        <p:spPr>
          <a:xfrm xmlns:a="http://schemas.openxmlformats.org/drawingml/2006/main">
            <a:off x="4133850" y="6866001"/>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7</a:t>
            </a:r>
          </a:p>
        </p:txBody>
      </p:sp>
      <p:sp>
        <p:nvSpPr>
          <p:cNvPr id="45" name="">
            <a:extLst xmlns:a="http://schemas.openxmlformats.org/drawingml/2006/main">
              <a:ext uri="{FF2B5EF4-FFF2-40B4-BE49-F238E27FC236}">
                <a16:creationId xmlns:a16="http://schemas.microsoft.com/office/drawing/2014/main" id="{12C7BB57-D339-48F5-BC7F-8672239164CA}"/>
              </a:ext>
            </a:extLst>
          </p:cNvPr>
          <p:cNvSpPr>
            <a:spLocks xmlns:a="http://schemas.openxmlformats.org/drawingml/2006/main" noGrp="1"/>
          </p:cNvSpPr>
          <p:nvPr/>
        </p:nvSpPr>
        <p:spPr>
          <a:xfrm xmlns:a="http://schemas.openxmlformats.org/drawingml/2006/main">
            <a:off x="4000500" y="72104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Plan</a:t>
            </a:r>
          </a:p>
        </p:txBody>
      </p:sp>
      <p:sp>
        <p:nvSpPr>
          <p:cNvPr id="46" name="">
            <a:extLst xmlns:a="http://schemas.openxmlformats.org/drawingml/2006/main">
              <a:ext uri="{FF2B5EF4-FFF2-40B4-BE49-F238E27FC236}">
                <a16:creationId xmlns:a16="http://schemas.microsoft.com/office/drawing/2014/main" id="{76F1D2CB-8AF8-4B64-B798-58F82A9E658F}"/>
              </a:ext>
            </a:extLst>
          </p:cNvPr>
          <p:cNvSpPr>
            <a:spLocks xmlns:a="http://schemas.openxmlformats.org/drawingml/2006/main" noGrp="1"/>
          </p:cNvSpPr>
          <p:nvPr/>
        </p:nvSpPr>
        <p:spPr>
          <a:xfrm xmlns:a="http://schemas.openxmlformats.org/drawingml/2006/main">
            <a:off x="4610100" y="6810375"/>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Keep one helpful habit and adjust the rest.</a:t>
            </a:r>
          </a:p>
        </p:txBody>
      </p:sp>
      <p:sp>
        <p:nvSpPr>
          <p:cNvPr id="47" name="">
            <a:extLst xmlns:a="http://schemas.openxmlformats.org/drawingml/2006/main">
              <a:ext uri="{FF2B5EF4-FFF2-40B4-BE49-F238E27FC236}">
                <a16:creationId xmlns:a16="http://schemas.microsoft.com/office/drawing/2014/main" id="{AB13A3A5-DAD2-40F8-95C4-97FDA388FE02}"/>
              </a:ext>
            </a:extLst>
          </p:cNvPr>
          <p:cNvSpPr>
            <a:spLocks xmlns:a="http://schemas.openxmlformats.org/drawingml/2006/main" noGrp="1"/>
          </p:cNvSpPr>
          <p:nvPr/>
        </p:nvSpPr>
        <p:spPr>
          <a:xfrm xmlns:a="http://schemas.openxmlformats.org/drawingml/2006/main">
            <a:off x="762000" y="75819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05030"/>
                </a:solidFill>
                <a:latin typeface="Verdana"/>
                <a:ea typeface="Verdana"/>
                <a:cs typeface="Verdana"/>
              </a:defRPr>
            </a:pPr>
            <a:r>
              <a:rPr sz="975" b="1" i="0">
                <a:solidFill>
                  <a:srgbClr val="005030"/>
                </a:solidFill>
                <a:latin typeface="Verdana"/>
                <a:ea typeface="Verdana"/>
                <a:cs typeface="Verdana"/>
              </a:rPr>
              <a:t>Observation should not become judgment. One useful change can be enough.</a:t>
            </a:r>
          </a:p>
        </p:txBody>
      </p:sp>
    </p:spTree>
    <p:extLst>
      <p:ext uri="{BB962C8B-B14F-4D97-AF65-F5344CB8AC3E}">
        <p14:creationId xmlns:p14="http://schemas.microsoft.com/office/powerpoint/2010/main" val="656039060"/>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CB76139-F02A-4D5A-B552-F387FCFD88AF}"/>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23f4b9f0c594225"/>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470F4E02-A898-497F-9F09-D02F876DBB6D}"/>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7F7FBA09-DAFD-4754-BCCB-C7E5F65D77F5}"/>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Orientation</a:t>
            </a:r>
          </a:p>
        </p:txBody>
      </p:sp>
      <p:sp>
        <p:nvSpPr>
          <p:cNvPr id="5" name="">
            <a:extLst xmlns:a="http://schemas.openxmlformats.org/drawingml/2006/main">
              <a:ext uri="{FF2B5EF4-FFF2-40B4-BE49-F238E27FC236}">
                <a16:creationId xmlns:a16="http://schemas.microsoft.com/office/drawing/2014/main" id="{9A26ECA8-74FD-456C-B3B4-44D27598FA14}"/>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3390F06C-DE83-4DF6-9358-76182941B489}"/>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C3E4089A-A210-432C-AD07-1B36089C0A08}"/>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aa501395f6fb4403"/>
              </a:rPr>
              <a:t>mindfuldiabetes.org</a:t>
            </a:r>
          </a:p>
        </p:txBody>
      </p:sp>
      <p:sp>
        <p:nvSpPr>
          <p:cNvPr id="8" name="">
            <a:extLst xmlns:a="http://schemas.openxmlformats.org/drawingml/2006/main">
              <a:ext uri="{FF2B5EF4-FFF2-40B4-BE49-F238E27FC236}">
                <a16:creationId xmlns:a16="http://schemas.microsoft.com/office/drawing/2014/main" id="{056D6135-1D99-45D4-A838-C8D4B728F47E}"/>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3</a:t>
            </a:r>
          </a:p>
        </p:txBody>
      </p:sp>
      <p:sp>
        <p:nvSpPr>
          <p:cNvPr id="9" name="">
            <a:extLst xmlns:a="http://schemas.openxmlformats.org/drawingml/2006/main">
              <a:ext uri="{FF2B5EF4-FFF2-40B4-BE49-F238E27FC236}">
                <a16:creationId xmlns:a16="http://schemas.microsoft.com/office/drawing/2014/main" id="{44970F13-5ED7-4B6A-AD49-ECF102274C2E}"/>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SMALL HABITS</a:t>
            </a:r>
          </a:p>
        </p:txBody>
      </p:sp>
      <p:sp>
        <p:nvSpPr>
          <p:cNvPr id="10" name="">
            <a:extLst xmlns:a="http://schemas.openxmlformats.org/drawingml/2006/main">
              <a:ext uri="{FF2B5EF4-FFF2-40B4-BE49-F238E27FC236}">
                <a16:creationId xmlns:a16="http://schemas.microsoft.com/office/drawing/2014/main" id="{72FA9C25-B9D7-4558-BC7F-024FF79F632F}"/>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How small habits work</a:t>
            </a:r>
          </a:p>
        </p:txBody>
      </p:sp>
      <p:sp>
        <p:nvSpPr>
          <p:cNvPr id="11" name="">
            <a:extLst xmlns:a="http://schemas.openxmlformats.org/drawingml/2006/main">
              <a:ext uri="{FF2B5EF4-FFF2-40B4-BE49-F238E27FC236}">
                <a16:creationId xmlns:a16="http://schemas.microsoft.com/office/drawing/2014/main" id="{0444CCF9-89C0-40FF-A94E-D6F31A5CC043}"/>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Seven days can help you test a routine. It may take longer for a habit to feel automatic.</a:t>
            </a:r>
          </a:p>
        </p:txBody>
      </p:sp>
      <p:sp>
        <p:nvSpPr>
          <p:cNvPr id="12" name="">
            <a:extLst xmlns:a="http://schemas.openxmlformats.org/drawingml/2006/main">
              <a:ext uri="{FF2B5EF4-FFF2-40B4-BE49-F238E27FC236}">
                <a16:creationId xmlns:a16="http://schemas.microsoft.com/office/drawing/2014/main" id="{B686C94D-BFA0-4A50-A652-C250AB9AB18A}"/>
              </a:ext>
            </a:extLst>
          </p:cNvPr>
          <p:cNvSpPr>
            <a:spLocks xmlns:a="http://schemas.openxmlformats.org/drawingml/2006/main" noGrp="1"/>
          </p:cNvSpPr>
          <p:nvPr/>
        </p:nvSpPr>
        <p:spPr>
          <a:xfrm xmlns:a="http://schemas.openxmlformats.org/drawingml/2006/main">
            <a:off x="2266950" y="3524250"/>
            <a:ext cx="1600200" cy="723900"/>
          </a:xfrm>
          <a:prstGeom xmlns:a="http://schemas.openxmlformats.org/drawingml/2006/main" prst="roundRect">
            <a:avLst>
              <a:gd name="adj" fmla="val 18421"/>
            </a:avLst>
          </a:prstGeom>
          <a:solidFill xmlns:a="http://schemas.openxmlformats.org/drawingml/2006/main">
            <a:srgbClr val="EDF8F1"/>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5AB00094-EDE8-4E26-8168-F649000C36E1}"/>
              </a:ext>
            </a:extLst>
          </p:cNvPr>
          <p:cNvSpPr>
            <a:spLocks xmlns:a="http://schemas.openxmlformats.org/drawingml/2006/main" noGrp="1"/>
          </p:cNvSpPr>
          <p:nvPr/>
        </p:nvSpPr>
        <p:spPr>
          <a:xfrm xmlns:a="http://schemas.openxmlformats.org/drawingml/2006/main">
            <a:off x="2381250" y="364807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Choose a cue</a:t>
            </a:r>
          </a:p>
        </p:txBody>
      </p:sp>
      <p:sp>
        <p:nvSpPr>
          <p:cNvPr id="14" name="">
            <a:extLst xmlns:a="http://schemas.openxmlformats.org/drawingml/2006/main">
              <a:ext uri="{FF2B5EF4-FFF2-40B4-BE49-F238E27FC236}">
                <a16:creationId xmlns:a16="http://schemas.microsoft.com/office/drawing/2014/main" id="{FE1B06B7-5B85-4FE3-9FE6-A14AF634A58F}"/>
              </a:ext>
            </a:extLst>
          </p:cNvPr>
          <p:cNvSpPr>
            <a:spLocks xmlns:a="http://schemas.openxmlformats.org/drawingml/2006/main" noGrp="1"/>
          </p:cNvSpPr>
          <p:nvPr/>
        </p:nvSpPr>
        <p:spPr>
          <a:xfrm xmlns:a="http://schemas.openxmlformats.org/drawingml/2006/main">
            <a:off x="2381250" y="38671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after morning coffee</a:t>
            </a:r>
          </a:p>
        </p:txBody>
      </p:sp>
      <p:sp>
        <p:nvSpPr>
          <p:cNvPr id="15" name="">
            <a:extLst xmlns:a="http://schemas.openxmlformats.org/drawingml/2006/main">
              <a:ext uri="{FF2B5EF4-FFF2-40B4-BE49-F238E27FC236}">
                <a16:creationId xmlns:a16="http://schemas.microsoft.com/office/drawing/2014/main" id="{B71BC05E-9CA1-4501-B4D3-33C04B4C1E99}"/>
              </a:ext>
            </a:extLst>
          </p:cNvPr>
          <p:cNvSpPr>
            <a:spLocks xmlns:a="http://schemas.openxmlformats.org/drawingml/2006/main" noGrp="1"/>
          </p:cNvSpPr>
          <p:nvPr/>
        </p:nvSpPr>
        <p:spPr>
          <a:xfrm xmlns:a="http://schemas.openxmlformats.org/drawingml/2006/main">
            <a:off x="4533900" y="3524250"/>
            <a:ext cx="1600200" cy="723900"/>
          </a:xfrm>
          <a:prstGeom xmlns:a="http://schemas.openxmlformats.org/drawingml/2006/main" prst="roundRect">
            <a:avLst>
              <a:gd name="adj" fmla="val 18421"/>
            </a:avLst>
          </a:prstGeom>
          <a:solidFill xmlns:a="http://schemas.openxmlformats.org/drawingml/2006/main">
            <a:srgbClr val="FFF0E7"/>
          </a:solidFill>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C4A08A32-7216-4ACB-B796-CD8E33D23518}"/>
              </a:ext>
            </a:extLst>
          </p:cNvPr>
          <p:cNvSpPr>
            <a:spLocks xmlns:a="http://schemas.openxmlformats.org/drawingml/2006/main" noGrp="1"/>
          </p:cNvSpPr>
          <p:nvPr/>
        </p:nvSpPr>
        <p:spPr>
          <a:xfrm xmlns:a="http://schemas.openxmlformats.org/drawingml/2006/main">
            <a:off x="4648200" y="364807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Make it small</a:t>
            </a:r>
          </a:p>
        </p:txBody>
      </p:sp>
      <p:sp>
        <p:nvSpPr>
          <p:cNvPr id="17" name="">
            <a:extLst xmlns:a="http://schemas.openxmlformats.org/drawingml/2006/main">
              <a:ext uri="{FF2B5EF4-FFF2-40B4-BE49-F238E27FC236}">
                <a16:creationId xmlns:a16="http://schemas.microsoft.com/office/drawing/2014/main" id="{5EEA7FE4-2037-4C9E-A740-771D146C4790}"/>
              </a:ext>
            </a:extLst>
          </p:cNvPr>
          <p:cNvSpPr>
            <a:spLocks xmlns:a="http://schemas.openxmlformats.org/drawingml/2006/main" noGrp="1"/>
          </p:cNvSpPr>
          <p:nvPr/>
        </p:nvSpPr>
        <p:spPr>
          <a:xfrm xmlns:a="http://schemas.openxmlformats.org/drawingml/2006/main">
            <a:off x="4648200" y="38671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five minutes or less</a:t>
            </a:r>
          </a:p>
        </p:txBody>
      </p:sp>
      <p:sp>
        <p:nvSpPr>
          <p:cNvPr id="18" name="">
            <a:extLst xmlns:a="http://schemas.openxmlformats.org/drawingml/2006/main">
              <a:ext uri="{FF2B5EF4-FFF2-40B4-BE49-F238E27FC236}">
                <a16:creationId xmlns:a16="http://schemas.microsoft.com/office/drawing/2014/main" id="{0E21B649-324F-4BA9-BE33-C5C0B9B4F294}"/>
              </a:ext>
            </a:extLst>
          </p:cNvPr>
          <p:cNvSpPr>
            <a:spLocks xmlns:a="http://schemas.openxmlformats.org/drawingml/2006/main" noGrp="1"/>
          </p:cNvSpPr>
          <p:nvPr/>
        </p:nvSpPr>
        <p:spPr>
          <a:xfrm xmlns:a="http://schemas.openxmlformats.org/drawingml/2006/main">
            <a:off x="5029200" y="5429250"/>
            <a:ext cx="1600200" cy="723900"/>
          </a:xfrm>
          <a:prstGeom xmlns:a="http://schemas.openxmlformats.org/drawingml/2006/main" prst="roundRect">
            <a:avLst>
              <a:gd name="adj" fmla="val 18421"/>
            </a:avLst>
          </a:prstGeom>
          <a:solidFill xmlns:a="http://schemas.openxmlformats.org/drawingml/2006/main">
            <a:srgbClr val="EDF8F1"/>
          </a:solidFill>
          <a:ln xmlns:a="http://schemas.openxmlformats.org/drawingml/2006/main" w="9525">
            <a:solidFill>
              <a:srgbClr val="D9DEEA"/>
            </a:solidFill>
            <a:prstDash val="solid"/>
          </a:ln>
        </p:spPr>
      </p:sp>
      <p:sp>
        <p:nvSpPr>
          <p:cNvPr id="19" name="">
            <a:extLst xmlns:a="http://schemas.openxmlformats.org/drawingml/2006/main">
              <a:ext uri="{FF2B5EF4-FFF2-40B4-BE49-F238E27FC236}">
                <a16:creationId xmlns:a16="http://schemas.microsoft.com/office/drawing/2014/main" id="{BB383A3B-36EE-48FF-831A-E0F655E47919}"/>
              </a:ext>
            </a:extLst>
          </p:cNvPr>
          <p:cNvSpPr>
            <a:spLocks xmlns:a="http://schemas.openxmlformats.org/drawingml/2006/main" noGrp="1"/>
          </p:cNvSpPr>
          <p:nvPr/>
        </p:nvSpPr>
        <p:spPr>
          <a:xfrm xmlns:a="http://schemas.openxmlformats.org/drawingml/2006/main">
            <a:off x="5143500" y="555307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Complete it</a:t>
            </a:r>
          </a:p>
        </p:txBody>
      </p:sp>
      <p:sp>
        <p:nvSpPr>
          <p:cNvPr id="20" name="">
            <a:extLst xmlns:a="http://schemas.openxmlformats.org/drawingml/2006/main">
              <a:ext uri="{FF2B5EF4-FFF2-40B4-BE49-F238E27FC236}">
                <a16:creationId xmlns:a16="http://schemas.microsoft.com/office/drawing/2014/main" id="{98924005-20B4-4178-A03C-57BEC2E11A35}"/>
              </a:ext>
            </a:extLst>
          </p:cNvPr>
          <p:cNvSpPr>
            <a:spLocks xmlns:a="http://schemas.openxmlformats.org/drawingml/2006/main" noGrp="1"/>
          </p:cNvSpPr>
          <p:nvPr/>
        </p:nvSpPr>
        <p:spPr>
          <a:xfrm xmlns:a="http://schemas.openxmlformats.org/drawingml/2006/main">
            <a:off x="5143500" y="57721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walk, stretch, sip, prep</a:t>
            </a:r>
          </a:p>
        </p:txBody>
      </p:sp>
      <p:sp>
        <p:nvSpPr>
          <p:cNvPr id="21" name="">
            <a:extLst xmlns:a="http://schemas.openxmlformats.org/drawingml/2006/main">
              <a:ext uri="{FF2B5EF4-FFF2-40B4-BE49-F238E27FC236}">
                <a16:creationId xmlns:a16="http://schemas.microsoft.com/office/drawing/2014/main" id="{67D1B992-08C7-4410-B52D-A6CD639719A7}"/>
              </a:ext>
            </a:extLst>
          </p:cNvPr>
          <p:cNvSpPr>
            <a:spLocks xmlns:a="http://schemas.openxmlformats.org/drawingml/2006/main" noGrp="1"/>
          </p:cNvSpPr>
          <p:nvPr/>
        </p:nvSpPr>
        <p:spPr>
          <a:xfrm xmlns:a="http://schemas.openxmlformats.org/drawingml/2006/main">
            <a:off x="2743200" y="5429250"/>
            <a:ext cx="1600200" cy="723900"/>
          </a:xfrm>
          <a:prstGeom xmlns:a="http://schemas.openxmlformats.org/drawingml/2006/main" prst="roundRect">
            <a:avLst>
              <a:gd name="adj" fmla="val 18421"/>
            </a:avLst>
          </a:prstGeom>
          <a:solidFill xmlns:a="http://schemas.openxmlformats.org/drawingml/2006/main">
            <a:srgbClr val="FFF0E7"/>
          </a:solidFill>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95B56789-C3F8-4F9E-8861-529780FDEC27}"/>
              </a:ext>
            </a:extLst>
          </p:cNvPr>
          <p:cNvSpPr>
            <a:spLocks xmlns:a="http://schemas.openxmlformats.org/drawingml/2006/main" noGrp="1"/>
          </p:cNvSpPr>
          <p:nvPr/>
        </p:nvSpPr>
        <p:spPr>
          <a:xfrm xmlns:a="http://schemas.openxmlformats.org/drawingml/2006/main">
            <a:off x="2857500" y="555307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Mark or notice it</a:t>
            </a:r>
          </a:p>
        </p:txBody>
      </p:sp>
      <p:sp>
        <p:nvSpPr>
          <p:cNvPr id="23" name="">
            <a:extLst xmlns:a="http://schemas.openxmlformats.org/drawingml/2006/main">
              <a:ext uri="{FF2B5EF4-FFF2-40B4-BE49-F238E27FC236}">
                <a16:creationId xmlns:a16="http://schemas.microsoft.com/office/drawing/2014/main" id="{1E3910EA-9B54-4C51-9489-571C73CFB600}"/>
              </a:ext>
            </a:extLst>
          </p:cNvPr>
          <p:cNvSpPr>
            <a:spLocks xmlns:a="http://schemas.openxmlformats.org/drawingml/2006/main" noGrp="1"/>
          </p:cNvSpPr>
          <p:nvPr/>
        </p:nvSpPr>
        <p:spPr>
          <a:xfrm xmlns:a="http://schemas.openxmlformats.org/drawingml/2006/main">
            <a:off x="2857500" y="57721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check, circle, or reflect</a:t>
            </a:r>
          </a:p>
        </p:txBody>
      </p:sp>
      <p:sp>
        <p:nvSpPr>
          <p:cNvPr id="24" name="">
            <a:extLst xmlns:a="http://schemas.openxmlformats.org/drawingml/2006/main">
              <a:ext uri="{FF2B5EF4-FFF2-40B4-BE49-F238E27FC236}">
                <a16:creationId xmlns:a16="http://schemas.microsoft.com/office/drawing/2014/main" id="{D90A498F-DAFB-4C42-B3E2-530121D3072F}"/>
              </a:ext>
            </a:extLst>
          </p:cNvPr>
          <p:cNvSpPr>
            <a:spLocks xmlns:a="http://schemas.openxmlformats.org/drawingml/2006/main" noGrp="1"/>
          </p:cNvSpPr>
          <p:nvPr/>
        </p:nvSpPr>
        <p:spPr>
          <a:xfrm xmlns:a="http://schemas.openxmlformats.org/drawingml/2006/main">
            <a:off x="1695450" y="4572000"/>
            <a:ext cx="1600200" cy="723900"/>
          </a:xfrm>
          <a:prstGeom xmlns:a="http://schemas.openxmlformats.org/drawingml/2006/main" prst="roundRect">
            <a:avLst>
              <a:gd name="adj" fmla="val 18421"/>
            </a:avLst>
          </a:prstGeom>
          <a:solidFill xmlns:a="http://schemas.openxmlformats.org/drawingml/2006/main">
            <a:srgbClr val="EDF8F1"/>
          </a:solidFill>
          <a:ln xmlns:a="http://schemas.openxmlformats.org/drawingml/2006/main" w="9525">
            <a:solidFill>
              <a:srgbClr val="D9DEEA"/>
            </a:solidFill>
            <a:prstDash val="solid"/>
          </a:ln>
        </p:spPr>
      </p:sp>
      <p:sp>
        <p:nvSpPr>
          <p:cNvPr id="25" name="">
            <a:extLst xmlns:a="http://schemas.openxmlformats.org/drawingml/2006/main">
              <a:ext uri="{FF2B5EF4-FFF2-40B4-BE49-F238E27FC236}">
                <a16:creationId xmlns:a16="http://schemas.microsoft.com/office/drawing/2014/main" id="{AAF9C170-AC65-4A20-95F1-B90EFF58CFBE}"/>
              </a:ext>
            </a:extLst>
          </p:cNvPr>
          <p:cNvSpPr>
            <a:spLocks xmlns:a="http://schemas.openxmlformats.org/drawingml/2006/main" noGrp="1"/>
          </p:cNvSpPr>
          <p:nvPr/>
        </p:nvSpPr>
        <p:spPr>
          <a:xfrm xmlns:a="http://schemas.openxmlformats.org/drawingml/2006/main">
            <a:off x="1809750" y="4695825"/>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Adjust and repeat</a:t>
            </a:r>
          </a:p>
        </p:txBody>
      </p:sp>
      <p:sp>
        <p:nvSpPr>
          <p:cNvPr id="26" name="">
            <a:extLst xmlns:a="http://schemas.openxmlformats.org/drawingml/2006/main">
              <a:ext uri="{FF2B5EF4-FFF2-40B4-BE49-F238E27FC236}">
                <a16:creationId xmlns:a16="http://schemas.microsoft.com/office/drawing/2014/main" id="{A0B09A59-6ED2-4E4A-9C44-8AC3627B4E02}"/>
              </a:ext>
            </a:extLst>
          </p:cNvPr>
          <p:cNvSpPr>
            <a:spLocks xmlns:a="http://schemas.openxmlformats.org/drawingml/2006/main" noGrp="1"/>
          </p:cNvSpPr>
          <p:nvPr/>
        </p:nvSpPr>
        <p:spPr>
          <a:xfrm xmlns:a="http://schemas.openxmlformats.org/drawingml/2006/main">
            <a:off x="1809750" y="491490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0" i="0">
                <a:solidFill>
                  <a:srgbClr val="273044"/>
                </a:solidFill>
                <a:latin typeface="Verdana"/>
                <a:ea typeface="Verdana"/>
                <a:cs typeface="Verdana"/>
              </a:defRPr>
            </a:pPr>
            <a:r>
              <a:rPr sz="788" b="0" i="0">
                <a:solidFill>
                  <a:srgbClr val="273044"/>
                </a:solidFill>
                <a:latin typeface="Verdana"/>
                <a:ea typeface="Verdana"/>
                <a:cs typeface="Verdana"/>
              </a:rPr>
              <a:t>use a backup plan</a:t>
            </a:r>
          </a:p>
        </p:txBody>
      </p:sp>
      <p:sp>
        <p:nvSpPr>
          <p:cNvPr id="27" name="">
            <a:extLst xmlns:a="http://schemas.openxmlformats.org/drawingml/2006/main">
              <a:ext uri="{FF2B5EF4-FFF2-40B4-BE49-F238E27FC236}">
                <a16:creationId xmlns:a16="http://schemas.microsoft.com/office/drawing/2014/main" id="{AC5EE4FF-75F2-4806-A207-57395EE5EF9A}"/>
              </a:ext>
            </a:extLst>
          </p:cNvPr>
          <p:cNvSpPr>
            <a:spLocks xmlns:a="http://schemas.openxmlformats.org/drawingml/2006/main" noGrp="1"/>
          </p:cNvSpPr>
          <p:nvPr/>
        </p:nvSpPr>
        <p:spPr>
          <a:xfrm xmlns:a="http://schemas.openxmlformats.org/drawingml/2006/main">
            <a:off x="3857625" y="3429000"/>
            <a:ext cx="0" cy="2381250"/>
          </a:xfrm>
          <a:prstGeom xmlns:a="http://schemas.openxmlformats.org/drawingml/2006/main" prst="line">
            <a:avLst/>
          </a:prstGeom>
          <a:noFill xmlns:a="http://schemas.openxmlformats.org/drawingml/2006/main"/>
          <a:ln xmlns:a="http://schemas.openxmlformats.org/drawingml/2006/main" w="19050">
            <a:solidFill>
              <a:srgbClr val="F07239"/>
            </a:solidFill>
            <a:prstDash val="solid"/>
          </a:ln>
        </p:spPr>
      </p:sp>
      <p:sp>
        <p:nvSpPr>
          <p:cNvPr id="28" name="">
            <a:extLst xmlns:a="http://schemas.openxmlformats.org/drawingml/2006/main">
              <a:ext uri="{FF2B5EF4-FFF2-40B4-BE49-F238E27FC236}">
                <a16:creationId xmlns:a16="http://schemas.microsoft.com/office/drawing/2014/main" id="{E1887B28-B165-4088-AC87-E853E6B852D9}"/>
              </a:ext>
            </a:extLst>
          </p:cNvPr>
          <p:cNvSpPr>
            <a:spLocks xmlns:a="http://schemas.openxmlformats.org/drawingml/2006/main" noGrp="1"/>
          </p:cNvSpPr>
          <p:nvPr/>
        </p:nvSpPr>
        <p:spPr>
          <a:xfrm xmlns:a="http://schemas.openxmlformats.org/drawingml/2006/main">
            <a:off x="1504950" y="4933950"/>
            <a:ext cx="4762500" cy="0"/>
          </a:xfrm>
          <a:prstGeom xmlns:a="http://schemas.openxmlformats.org/drawingml/2006/main" prst="line">
            <a:avLst/>
          </a:prstGeom>
          <a:noFill xmlns:a="http://schemas.openxmlformats.org/drawingml/2006/main"/>
          <a:ln xmlns:a="http://schemas.openxmlformats.org/drawingml/2006/main" w="19050">
            <a:solidFill>
              <a:srgbClr val="F07239"/>
            </a:solidFill>
            <a:prstDash val="solid"/>
          </a:ln>
        </p:spPr>
      </p:sp>
      <p:sp>
        <p:nvSpPr>
          <p:cNvPr id="29" name="">
            <a:extLst xmlns:a="http://schemas.openxmlformats.org/drawingml/2006/main">
              <a:ext uri="{FF2B5EF4-FFF2-40B4-BE49-F238E27FC236}">
                <a16:creationId xmlns:a16="http://schemas.microsoft.com/office/drawing/2014/main" id="{1A54F6C4-8BB2-488F-B657-3BE9B8840567}"/>
              </a:ext>
            </a:extLst>
          </p:cNvPr>
          <p:cNvSpPr>
            <a:spLocks xmlns:a="http://schemas.openxmlformats.org/drawingml/2006/main" noGrp="1"/>
          </p:cNvSpPr>
          <p:nvPr/>
        </p:nvSpPr>
        <p:spPr>
          <a:xfrm xmlns:a="http://schemas.openxmlformats.org/drawingml/2006/main">
            <a:off x="514350" y="6724650"/>
            <a:ext cx="6743700" cy="857250"/>
          </a:xfrm>
          <a:prstGeom xmlns:a="http://schemas.openxmlformats.org/drawingml/2006/main" prst="roundRect">
            <a:avLst>
              <a:gd name="adj" fmla="val 13333"/>
            </a:avLst>
          </a:prstGeom>
          <a:solidFill xmlns:a="http://schemas.openxmlformats.org/drawingml/2006/main">
            <a:srgbClr val="EDF8F1"/>
          </a:solidFill>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1BE58FB3-7A75-434A-A5D5-E55499CDC6EB}"/>
              </a:ext>
            </a:extLst>
          </p:cNvPr>
          <p:cNvSpPr>
            <a:spLocks xmlns:a="http://schemas.openxmlformats.org/drawingml/2006/main" noGrp="1"/>
          </p:cNvSpPr>
          <p:nvPr/>
        </p:nvSpPr>
        <p:spPr>
          <a:xfrm xmlns:a="http://schemas.openxmlformats.org/drawingml/2006/main">
            <a:off x="514350" y="6724650"/>
            <a:ext cx="57150" cy="857250"/>
          </a:xfrm>
          <a:prstGeom xmlns:a="http://schemas.openxmlformats.org/drawingml/2006/main" prst="rect">
            <a:avLst/>
          </a:prstGeom>
          <a:solidFill xmlns:a="http://schemas.openxmlformats.org/drawingml/2006/main">
            <a:srgbClr val="00503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710E834-BB0D-4C91-9D9D-60AAE96B13E2}"/>
              </a:ext>
            </a:extLst>
          </p:cNvPr>
          <p:cNvSpPr>
            <a:spLocks xmlns:a="http://schemas.openxmlformats.org/drawingml/2006/main" noGrp="1"/>
          </p:cNvSpPr>
          <p:nvPr/>
        </p:nvSpPr>
        <p:spPr>
          <a:xfrm xmlns:a="http://schemas.openxmlformats.org/drawingml/2006/main">
            <a:off x="685800" y="685800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Example</a:t>
            </a:r>
          </a:p>
        </p:txBody>
      </p:sp>
      <p:sp>
        <p:nvSpPr>
          <p:cNvPr id="32" name="">
            <a:extLst xmlns:a="http://schemas.openxmlformats.org/drawingml/2006/main">
              <a:ext uri="{FF2B5EF4-FFF2-40B4-BE49-F238E27FC236}">
                <a16:creationId xmlns:a16="http://schemas.microsoft.com/office/drawing/2014/main" id="{932362BE-EFFB-493C-9E95-D41F7190F94F}"/>
              </a:ext>
            </a:extLst>
          </p:cNvPr>
          <p:cNvSpPr>
            <a:spLocks xmlns:a="http://schemas.openxmlformats.org/drawingml/2006/main" noGrp="1"/>
          </p:cNvSpPr>
          <p:nvPr/>
        </p:nvSpPr>
        <p:spPr>
          <a:xfrm xmlns:a="http://schemas.openxmlformats.org/drawingml/2006/main">
            <a:off x="685800" y="7124700"/>
            <a:ext cx="641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Cue: after morning coffee. Action: walk or move for five minutes. Completion: check the tracker. Backup: seated movement on a difficult day.</a:t>
            </a:r>
          </a:p>
        </p:txBody>
      </p:sp>
      <p:sp>
        <p:nvSpPr>
          <p:cNvPr id="33" name="">
            <a:extLst xmlns:a="http://schemas.openxmlformats.org/drawingml/2006/main">
              <a:ext uri="{FF2B5EF4-FFF2-40B4-BE49-F238E27FC236}">
                <a16:creationId xmlns:a16="http://schemas.microsoft.com/office/drawing/2014/main" id="{169C9B6E-C9E4-4CE4-8F63-602649BC99E2}"/>
              </a:ext>
            </a:extLst>
          </p:cNvPr>
          <p:cNvSpPr>
            <a:spLocks xmlns:a="http://schemas.openxmlformats.org/drawingml/2006/main" noGrp="1"/>
          </p:cNvSpPr>
          <p:nvPr/>
        </p:nvSpPr>
        <p:spPr>
          <a:xfrm xmlns:a="http://schemas.openxmlformats.org/drawingml/2006/main">
            <a:off x="514350" y="7905750"/>
            <a:ext cx="6743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0" i="0">
                <a:solidFill>
                  <a:srgbClr val="273044"/>
                </a:solidFill>
                <a:latin typeface="Verdana"/>
                <a:ea typeface="Verdana"/>
                <a:cs typeface="Verdana"/>
              </a:defRPr>
            </a:pPr>
            <a:r>
              <a:rPr sz="1050" b="0" i="0">
                <a:solidFill>
                  <a:srgbClr val="273044"/>
                </a:solidFill>
                <a:latin typeface="Verdana"/>
                <a:ea typeface="Verdana"/>
                <a:cs typeface="Verdana"/>
              </a:rPr>
              <a:t>Environmental support, repetition, backup plans, and self-compassion often matter as much as willpower.</a:t>
            </a:r>
          </a:p>
        </p:txBody>
      </p:sp>
    </p:spTree>
    <p:extLst>
      <p:ext uri="{BB962C8B-B14F-4D97-AF65-F5344CB8AC3E}">
        <p14:creationId xmlns:p14="http://schemas.microsoft.com/office/powerpoint/2010/main" val="1670699789"/>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7859931D-09E8-4483-8A41-4EEA12B8CBC6}"/>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0e9b58b722fe4622"/>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3D4D8C57-8C4D-4775-8774-999BB66D7304}"/>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D7B71715-6524-4B62-8427-00FDEA408F2D}"/>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Seven-day roadmap</a:t>
            </a:r>
          </a:p>
        </p:txBody>
      </p:sp>
      <p:sp>
        <p:nvSpPr>
          <p:cNvPr id="5" name="">
            <a:extLst xmlns:a="http://schemas.openxmlformats.org/drawingml/2006/main">
              <a:ext uri="{FF2B5EF4-FFF2-40B4-BE49-F238E27FC236}">
                <a16:creationId xmlns:a16="http://schemas.microsoft.com/office/drawing/2014/main" id="{2312E735-E9C3-4FBA-82D3-228AF17DB357}"/>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06D3553E-20FF-44BB-A3DC-242134FBD6A6}"/>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0D9F048B-304B-4C64-AEB0-31AD9A071097}"/>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9de94750c2094ec6"/>
              </a:rPr>
              <a:t>mindfuldiabetes.org</a:t>
            </a:r>
          </a:p>
        </p:txBody>
      </p:sp>
      <p:sp>
        <p:nvSpPr>
          <p:cNvPr id="8" name="">
            <a:extLst xmlns:a="http://schemas.openxmlformats.org/drawingml/2006/main">
              <a:ext uri="{FF2B5EF4-FFF2-40B4-BE49-F238E27FC236}">
                <a16:creationId xmlns:a16="http://schemas.microsoft.com/office/drawing/2014/main" id="{BC7E7383-C437-43C3-AB78-3053ED37A753}"/>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4</a:t>
            </a:r>
          </a:p>
        </p:txBody>
      </p:sp>
      <p:sp>
        <p:nvSpPr>
          <p:cNvPr id="9" name="">
            <a:extLst xmlns:a="http://schemas.openxmlformats.org/drawingml/2006/main">
              <a:ext uri="{FF2B5EF4-FFF2-40B4-BE49-F238E27FC236}">
                <a16:creationId xmlns:a16="http://schemas.microsoft.com/office/drawing/2014/main" id="{CB5EF94A-EE71-4A06-8059-714628FBBA5A}"/>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OVERVIEW</a:t>
            </a:r>
          </a:p>
        </p:txBody>
      </p:sp>
      <p:sp>
        <p:nvSpPr>
          <p:cNvPr id="10" name="">
            <a:extLst xmlns:a="http://schemas.openxmlformats.org/drawingml/2006/main">
              <a:ext uri="{FF2B5EF4-FFF2-40B4-BE49-F238E27FC236}">
                <a16:creationId xmlns:a16="http://schemas.microsoft.com/office/drawing/2014/main" id="{6AE1FB4F-26CA-4239-85CB-A8C06E2CF137}"/>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Seven days, one main action each day</a:t>
            </a:r>
          </a:p>
        </p:txBody>
      </p:sp>
      <p:sp>
        <p:nvSpPr>
          <p:cNvPr id="11" name="">
            <a:extLst xmlns:a="http://schemas.openxmlformats.org/drawingml/2006/main">
              <a:ext uri="{FF2B5EF4-FFF2-40B4-BE49-F238E27FC236}">
                <a16:creationId xmlns:a16="http://schemas.microsoft.com/office/drawing/2014/main" id="{CACDE28B-D2EA-41A0-9640-74B185B54EC3}"/>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You may repeat a day, skip a day, or adapt the plan. The goal is learning, not proving anything.</a:t>
            </a:r>
          </a:p>
        </p:txBody>
      </p:sp>
      <p:sp>
        <p:nvSpPr>
          <p:cNvPr id="12" name="">
            <a:extLst xmlns:a="http://schemas.openxmlformats.org/drawingml/2006/main">
              <a:ext uri="{FF2B5EF4-FFF2-40B4-BE49-F238E27FC236}">
                <a16:creationId xmlns:a16="http://schemas.microsoft.com/office/drawing/2014/main" id="{173B8B40-B21F-4FEA-BDD6-04B59BE60B22}"/>
              </a:ext>
            </a:extLst>
          </p:cNvPr>
          <p:cNvSpPr>
            <a:spLocks xmlns:a="http://schemas.openxmlformats.org/drawingml/2006/main" noGrp="1"/>
          </p:cNvSpPr>
          <p:nvPr/>
        </p:nvSpPr>
        <p:spPr>
          <a:xfrm xmlns:a="http://schemas.openxmlformats.org/drawingml/2006/main">
            <a:off x="514350" y="2171700"/>
            <a:ext cx="6743700" cy="666750"/>
          </a:xfrm>
          <a:prstGeom xmlns:a="http://schemas.openxmlformats.org/drawingml/2006/main" prst="roundRect">
            <a:avLst>
              <a:gd name="adj" fmla="val 18571"/>
            </a:avLst>
          </a:prstGeom>
          <a:solidFill xmlns:a="http://schemas.openxmlformats.org/drawingml/2006/main">
            <a:srgbClr val="EDF8F1"/>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C19A365C-A178-4644-BD1F-019725D3FA4F}"/>
              </a:ext>
            </a:extLst>
          </p:cNvPr>
          <p:cNvSpPr>
            <a:spLocks xmlns:a="http://schemas.openxmlformats.org/drawingml/2006/main" noGrp="1"/>
          </p:cNvSpPr>
          <p:nvPr/>
        </p:nvSpPr>
        <p:spPr>
          <a:xfrm xmlns:a="http://schemas.openxmlformats.org/drawingml/2006/main">
            <a:off x="685800" y="2295525"/>
            <a:ext cx="361950" cy="361950"/>
          </a:xfrm>
          <a:prstGeom xmlns:a="http://schemas.openxmlformats.org/drawingml/2006/main" prst="ellipse">
            <a:avLst/>
          </a:prstGeom>
          <a:solidFill xmlns:a="http://schemas.openxmlformats.org/drawingml/2006/main">
            <a:srgbClr val="00503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244000-0F96-460D-B5C5-CBC14047608D}"/>
              </a:ext>
            </a:extLst>
          </p:cNvPr>
          <p:cNvSpPr>
            <a:spLocks xmlns:a="http://schemas.openxmlformats.org/drawingml/2006/main" noGrp="1"/>
          </p:cNvSpPr>
          <p:nvPr/>
        </p:nvSpPr>
        <p:spPr>
          <a:xfrm xmlns:a="http://schemas.openxmlformats.org/drawingml/2006/main">
            <a:off x="685800" y="23606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1</a:t>
            </a:r>
          </a:p>
        </p:txBody>
      </p:sp>
      <p:sp>
        <p:nvSpPr>
          <p:cNvPr id="15" name="">
            <a:extLst xmlns:a="http://schemas.openxmlformats.org/drawingml/2006/main">
              <a:ext uri="{FF2B5EF4-FFF2-40B4-BE49-F238E27FC236}">
                <a16:creationId xmlns:a16="http://schemas.microsoft.com/office/drawing/2014/main" id="{58A7D170-266E-4069-8BFC-28FAD26710F3}"/>
              </a:ext>
            </a:extLst>
          </p:cNvPr>
          <p:cNvSpPr>
            <a:spLocks xmlns:a="http://schemas.openxmlformats.org/drawingml/2006/main" noGrp="1"/>
          </p:cNvSpPr>
          <p:nvPr/>
        </p:nvSpPr>
        <p:spPr>
          <a:xfrm xmlns:a="http://schemas.openxmlformats.org/drawingml/2006/main">
            <a:off x="552450" y="27051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Notice</a:t>
            </a:r>
          </a:p>
        </p:txBody>
      </p:sp>
      <p:sp>
        <p:nvSpPr>
          <p:cNvPr id="16" name="">
            <a:extLst xmlns:a="http://schemas.openxmlformats.org/drawingml/2006/main">
              <a:ext uri="{FF2B5EF4-FFF2-40B4-BE49-F238E27FC236}">
                <a16:creationId xmlns:a16="http://schemas.microsoft.com/office/drawing/2014/main" id="{3762A3A7-E9F7-4696-9684-8BC823B02FBE}"/>
              </a:ext>
            </a:extLst>
          </p:cNvPr>
          <p:cNvSpPr>
            <a:spLocks xmlns:a="http://schemas.openxmlformats.org/drawingml/2006/main" noGrp="1"/>
          </p:cNvSpPr>
          <p:nvPr/>
        </p:nvSpPr>
        <p:spPr>
          <a:xfrm xmlns:a="http://schemas.openxmlformats.org/drawingml/2006/main">
            <a:off x="1439418" y="2417826"/>
            <a:ext cx="207264" cy="136017"/>
          </a:xfrm>
          <a:prstGeom xmlns:a="http://schemas.openxmlformats.org/drawingml/2006/main" prst="ellipse">
            <a:avLst/>
          </a:prstGeom>
          <a:solidFill xmlns:a="http://schemas.openxmlformats.org/drawingml/2006/main">
            <a:srgbClr val="EDF8F1"/>
          </a:solidFill>
          <a:ln xmlns:a="http://schemas.openxmlformats.org/drawingml/2006/main" w="19050">
            <a:solidFill>
              <a:srgbClr val="0D1338"/>
            </a:solidFill>
            <a:prstDash val="solid"/>
          </a:ln>
        </p:spPr>
      </p:sp>
      <p:sp>
        <p:nvSpPr>
          <p:cNvPr id="17" name="">
            <a:extLst xmlns:a="http://schemas.openxmlformats.org/drawingml/2006/main">
              <a:ext uri="{FF2B5EF4-FFF2-40B4-BE49-F238E27FC236}">
                <a16:creationId xmlns:a16="http://schemas.microsoft.com/office/drawing/2014/main" id="{0B2F0157-450A-4044-B609-B77C6131C65C}"/>
              </a:ext>
            </a:extLst>
          </p:cNvPr>
          <p:cNvSpPr>
            <a:spLocks xmlns:a="http://schemas.openxmlformats.org/drawingml/2006/main" noGrp="1"/>
          </p:cNvSpPr>
          <p:nvPr/>
        </p:nvSpPr>
        <p:spPr>
          <a:xfrm xmlns:a="http://schemas.openxmlformats.org/drawingml/2006/main">
            <a:off x="1517142" y="2463165"/>
            <a:ext cx="51816" cy="51816"/>
          </a:xfrm>
          <a:prstGeom xmlns:a="http://schemas.openxmlformats.org/drawingml/2006/main" prst="ellipse">
            <a:avLst/>
          </a:prstGeom>
          <a:solidFill xmlns:a="http://schemas.openxmlformats.org/drawingml/2006/main">
            <a:srgbClr val="0050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D5079C-60D3-40AD-9B98-DEAAC1435194}"/>
              </a:ext>
            </a:extLst>
          </p:cNvPr>
          <p:cNvSpPr>
            <a:spLocks xmlns:a="http://schemas.openxmlformats.org/drawingml/2006/main" noGrp="1"/>
          </p:cNvSpPr>
          <p:nvPr/>
        </p:nvSpPr>
        <p:spPr>
          <a:xfrm xmlns:a="http://schemas.openxmlformats.org/drawingml/2006/main">
            <a:off x="1866900" y="22955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1: Notice your starting point</a:t>
            </a:r>
          </a:p>
        </p:txBody>
      </p:sp>
      <p:sp>
        <p:nvSpPr>
          <p:cNvPr id="19" name="">
            <a:extLst xmlns:a="http://schemas.openxmlformats.org/drawingml/2006/main">
              <a:ext uri="{FF2B5EF4-FFF2-40B4-BE49-F238E27FC236}">
                <a16:creationId xmlns:a16="http://schemas.microsoft.com/office/drawing/2014/main" id="{A126358F-39B3-4DC0-B2B2-89CEB537095F}"/>
              </a:ext>
            </a:extLst>
          </p:cNvPr>
          <p:cNvSpPr>
            <a:spLocks xmlns:a="http://schemas.openxmlformats.org/drawingml/2006/main" noGrp="1"/>
          </p:cNvSpPr>
          <p:nvPr/>
        </p:nvSpPr>
        <p:spPr>
          <a:xfrm xmlns:a="http://schemas.openxmlformats.org/drawingml/2006/main">
            <a:off x="1866900" y="2533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Observe one ordinary day without judgment.</a:t>
            </a:r>
          </a:p>
        </p:txBody>
      </p:sp>
      <p:sp>
        <p:nvSpPr>
          <p:cNvPr id="20" name="">
            <a:extLst xmlns:a="http://schemas.openxmlformats.org/drawingml/2006/main">
              <a:ext uri="{FF2B5EF4-FFF2-40B4-BE49-F238E27FC236}">
                <a16:creationId xmlns:a16="http://schemas.microsoft.com/office/drawing/2014/main" id="{149AEEDA-CF2D-4D39-987A-078BBDD00D3C}"/>
              </a:ext>
            </a:extLst>
          </p:cNvPr>
          <p:cNvSpPr>
            <a:spLocks xmlns:a="http://schemas.openxmlformats.org/drawingml/2006/main" noGrp="1"/>
          </p:cNvSpPr>
          <p:nvPr/>
        </p:nvSpPr>
        <p:spPr>
          <a:xfrm xmlns:a="http://schemas.openxmlformats.org/drawingml/2006/main">
            <a:off x="514350" y="3048000"/>
            <a:ext cx="6743700" cy="666750"/>
          </a:xfrm>
          <a:prstGeom xmlns:a="http://schemas.openxmlformats.org/drawingml/2006/main" prst="roundRect">
            <a:avLst>
              <a:gd name="adj" fmla="val 18571"/>
            </a:avLst>
          </a:prstGeom>
          <a:solidFill xmlns:a="http://schemas.openxmlformats.org/drawingml/2006/main">
            <a:srgbClr val="FFF0E7"/>
          </a:solidFill>
          <a:ln xmlns:a="http://schemas.openxmlformats.org/drawingml/2006/main" w="9525">
            <a:solidFill>
              <a:srgbClr val="D9DEEA"/>
            </a:solidFill>
            <a:prstDash val="solid"/>
          </a:ln>
        </p:spPr>
      </p:sp>
      <p:sp>
        <p:nvSpPr>
          <p:cNvPr id="21" name="">
            <a:extLst xmlns:a="http://schemas.openxmlformats.org/drawingml/2006/main">
              <a:ext uri="{FF2B5EF4-FFF2-40B4-BE49-F238E27FC236}">
                <a16:creationId xmlns:a16="http://schemas.microsoft.com/office/drawing/2014/main" id="{BE02CF4C-2CC7-42A9-8A32-52693B17A33A}"/>
              </a:ext>
            </a:extLst>
          </p:cNvPr>
          <p:cNvSpPr>
            <a:spLocks xmlns:a="http://schemas.openxmlformats.org/drawingml/2006/main" noGrp="1"/>
          </p:cNvSpPr>
          <p:nvPr/>
        </p:nvSpPr>
        <p:spPr>
          <a:xfrm xmlns:a="http://schemas.openxmlformats.org/drawingml/2006/main">
            <a:off x="685800" y="3171825"/>
            <a:ext cx="361950" cy="361950"/>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E8E9AD5-0070-41E2-A8A7-6666646FEB5F}"/>
              </a:ext>
            </a:extLst>
          </p:cNvPr>
          <p:cNvSpPr>
            <a:spLocks xmlns:a="http://schemas.openxmlformats.org/drawingml/2006/main" noGrp="1"/>
          </p:cNvSpPr>
          <p:nvPr/>
        </p:nvSpPr>
        <p:spPr>
          <a:xfrm xmlns:a="http://schemas.openxmlformats.org/drawingml/2006/main">
            <a:off x="685800" y="32369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2</a:t>
            </a:r>
          </a:p>
        </p:txBody>
      </p:sp>
      <p:sp>
        <p:nvSpPr>
          <p:cNvPr id="23" name="">
            <a:extLst xmlns:a="http://schemas.openxmlformats.org/drawingml/2006/main">
              <a:ext uri="{FF2B5EF4-FFF2-40B4-BE49-F238E27FC236}">
                <a16:creationId xmlns:a16="http://schemas.microsoft.com/office/drawing/2014/main" id="{A5370116-BEA8-4AA4-BB20-4DC94DF7D3AE}"/>
              </a:ext>
            </a:extLst>
          </p:cNvPr>
          <p:cNvSpPr>
            <a:spLocks xmlns:a="http://schemas.openxmlformats.org/drawingml/2006/main" noGrp="1"/>
          </p:cNvSpPr>
          <p:nvPr/>
        </p:nvSpPr>
        <p:spPr>
          <a:xfrm xmlns:a="http://schemas.openxmlformats.org/drawingml/2006/main">
            <a:off x="552450" y="35814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Meal</a:t>
            </a:r>
          </a:p>
        </p:txBody>
      </p:sp>
      <p:sp>
        <p:nvSpPr>
          <p:cNvPr id="24" name="">
            <a:extLst xmlns:a="http://schemas.openxmlformats.org/drawingml/2006/main">
              <a:ext uri="{FF2B5EF4-FFF2-40B4-BE49-F238E27FC236}">
                <a16:creationId xmlns:a16="http://schemas.microsoft.com/office/drawing/2014/main" id="{0E9B211C-0A7E-4C8A-AE96-87C1A68E7CC7}"/>
              </a:ext>
            </a:extLst>
          </p:cNvPr>
          <p:cNvSpPr>
            <a:spLocks xmlns:a="http://schemas.openxmlformats.org/drawingml/2006/main" noGrp="1"/>
          </p:cNvSpPr>
          <p:nvPr/>
        </p:nvSpPr>
        <p:spPr>
          <a:xfrm xmlns:a="http://schemas.openxmlformats.org/drawingml/2006/main">
            <a:off x="1381125" y="3209925"/>
            <a:ext cx="323850" cy="323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1338"/>
            </a:solidFill>
            <a:prstDash val="solid"/>
          </a:ln>
        </p:spPr>
      </p:sp>
      <p:sp>
        <p:nvSpPr>
          <p:cNvPr id="25" name="">
            <a:extLst xmlns:a="http://schemas.openxmlformats.org/drawingml/2006/main">
              <a:ext uri="{FF2B5EF4-FFF2-40B4-BE49-F238E27FC236}">
                <a16:creationId xmlns:a16="http://schemas.microsoft.com/office/drawing/2014/main" id="{9ED95DE0-FA19-40CA-AAA1-8FF742075E2D}"/>
              </a:ext>
            </a:extLst>
          </p:cNvPr>
          <p:cNvSpPr>
            <a:spLocks xmlns:a="http://schemas.openxmlformats.org/drawingml/2006/main" noGrp="1"/>
          </p:cNvSpPr>
          <p:nvPr/>
        </p:nvSpPr>
        <p:spPr>
          <a:xfrm xmlns:a="http://schemas.openxmlformats.org/drawingml/2006/main">
            <a:off x="1419987" y="3255264"/>
            <a:ext cx="116586" cy="233172"/>
          </a:xfrm>
          <a:prstGeom xmlns:a="http://schemas.openxmlformats.org/drawingml/2006/main" prst="rect">
            <a:avLst/>
          </a:prstGeom>
          <a:solidFill xmlns:a="http://schemas.openxmlformats.org/drawingml/2006/main">
            <a:srgbClr val="EDF8F1"/>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2DE5510C-4B10-4C78-8BC8-57B53D0C1679}"/>
              </a:ext>
            </a:extLst>
          </p:cNvPr>
          <p:cNvSpPr>
            <a:spLocks xmlns:a="http://schemas.openxmlformats.org/drawingml/2006/main" noGrp="1"/>
          </p:cNvSpPr>
          <p:nvPr/>
        </p:nvSpPr>
        <p:spPr>
          <a:xfrm xmlns:a="http://schemas.openxmlformats.org/drawingml/2006/main">
            <a:off x="1549527" y="3255264"/>
            <a:ext cx="110109" cy="110109"/>
          </a:xfrm>
          <a:prstGeom xmlns:a="http://schemas.openxmlformats.org/drawingml/2006/main" prst="rect">
            <a:avLst/>
          </a:prstGeom>
          <a:solidFill xmlns:a="http://schemas.openxmlformats.org/drawingml/2006/main">
            <a:srgbClr val="FFF0E7"/>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81B16807-F926-47EB-B663-EE7043C39E04}"/>
              </a:ext>
            </a:extLst>
          </p:cNvPr>
          <p:cNvSpPr>
            <a:spLocks xmlns:a="http://schemas.openxmlformats.org/drawingml/2006/main" noGrp="1"/>
          </p:cNvSpPr>
          <p:nvPr/>
        </p:nvSpPr>
        <p:spPr>
          <a:xfrm xmlns:a="http://schemas.openxmlformats.org/drawingml/2006/main">
            <a:off x="1549527" y="3378327"/>
            <a:ext cx="110109" cy="110109"/>
          </a:xfrm>
          <a:prstGeom xmlns:a="http://schemas.openxmlformats.org/drawingml/2006/main" prst="rect">
            <a:avLst/>
          </a:prstGeom>
          <a:solidFill xmlns:a="http://schemas.openxmlformats.org/drawingml/2006/main">
            <a:srgbClr val="F5F7FE"/>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3716F91A-1ED4-4BA9-AF2B-9C4E67DB2B3E}"/>
              </a:ext>
            </a:extLst>
          </p:cNvPr>
          <p:cNvSpPr>
            <a:spLocks xmlns:a="http://schemas.openxmlformats.org/drawingml/2006/main" noGrp="1"/>
          </p:cNvSpPr>
          <p:nvPr/>
        </p:nvSpPr>
        <p:spPr>
          <a:xfrm xmlns:a="http://schemas.openxmlformats.org/drawingml/2006/main">
            <a:off x="1543050" y="3248787"/>
            <a:ext cx="0" cy="246126"/>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29" name="">
            <a:extLst xmlns:a="http://schemas.openxmlformats.org/drawingml/2006/main">
              <a:ext uri="{FF2B5EF4-FFF2-40B4-BE49-F238E27FC236}">
                <a16:creationId xmlns:a16="http://schemas.microsoft.com/office/drawing/2014/main" id="{4E868040-1E5C-4C55-A6F7-11D8DE282929}"/>
              </a:ext>
            </a:extLst>
          </p:cNvPr>
          <p:cNvSpPr>
            <a:spLocks xmlns:a="http://schemas.openxmlformats.org/drawingml/2006/main" noGrp="1"/>
          </p:cNvSpPr>
          <p:nvPr/>
        </p:nvSpPr>
        <p:spPr>
          <a:xfrm xmlns:a="http://schemas.openxmlformats.org/drawingml/2006/main">
            <a:off x="1543050" y="3371850"/>
            <a:ext cx="123063" cy="0"/>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30" name="">
            <a:extLst xmlns:a="http://schemas.openxmlformats.org/drawingml/2006/main">
              <a:ext uri="{FF2B5EF4-FFF2-40B4-BE49-F238E27FC236}">
                <a16:creationId xmlns:a16="http://schemas.microsoft.com/office/drawing/2014/main" id="{9883E3E4-9DE1-4300-B587-CE0FE48166BB}"/>
              </a:ext>
            </a:extLst>
          </p:cNvPr>
          <p:cNvSpPr>
            <a:spLocks xmlns:a="http://schemas.openxmlformats.org/drawingml/2006/main" noGrp="1"/>
          </p:cNvSpPr>
          <p:nvPr/>
        </p:nvSpPr>
        <p:spPr>
          <a:xfrm xmlns:a="http://schemas.openxmlformats.org/drawingml/2006/main">
            <a:off x="1381125" y="3209925"/>
            <a:ext cx="323850" cy="323850"/>
          </a:xfrm>
          <a:prstGeom xmlns:a="http://schemas.openxmlformats.org/drawingml/2006/main" prst="ellipse">
            <a:avLst/>
          </a:prstGeom>
          <a:noFill xmlns:a="http://schemas.openxmlformats.org/drawingml/2006/main"/>
          <a:ln xmlns:a="http://schemas.openxmlformats.org/drawingml/2006/main" w="19050">
            <a:solidFill>
              <a:srgbClr val="0D1338"/>
            </a:solidFill>
            <a:prstDash val="solid"/>
          </a:ln>
        </p:spPr>
      </p:sp>
      <p:sp>
        <p:nvSpPr>
          <p:cNvPr id="31" name="">
            <a:extLst xmlns:a="http://schemas.openxmlformats.org/drawingml/2006/main">
              <a:ext uri="{FF2B5EF4-FFF2-40B4-BE49-F238E27FC236}">
                <a16:creationId xmlns:a16="http://schemas.microsoft.com/office/drawing/2014/main" id="{37801763-79AF-4D1E-BAA1-88924CD697B1}"/>
              </a:ext>
            </a:extLst>
          </p:cNvPr>
          <p:cNvSpPr>
            <a:spLocks xmlns:a="http://schemas.openxmlformats.org/drawingml/2006/main" noGrp="1"/>
          </p:cNvSpPr>
          <p:nvPr/>
        </p:nvSpPr>
        <p:spPr>
          <a:xfrm xmlns:a="http://schemas.openxmlformats.org/drawingml/2006/main">
            <a:off x="1866900" y="31718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2: Build one balanced meal</a:t>
            </a:r>
          </a:p>
        </p:txBody>
      </p:sp>
      <p:sp>
        <p:nvSpPr>
          <p:cNvPr id="32" name="">
            <a:extLst xmlns:a="http://schemas.openxmlformats.org/drawingml/2006/main">
              <a:ext uri="{FF2B5EF4-FFF2-40B4-BE49-F238E27FC236}">
                <a16:creationId xmlns:a16="http://schemas.microsoft.com/office/drawing/2014/main" id="{D7654E7B-91C9-4C64-8454-D6D017D03FFA}"/>
              </a:ext>
            </a:extLst>
          </p:cNvPr>
          <p:cNvSpPr>
            <a:spLocks xmlns:a="http://schemas.openxmlformats.org/drawingml/2006/main" noGrp="1"/>
          </p:cNvSpPr>
          <p:nvPr/>
        </p:nvSpPr>
        <p:spPr>
          <a:xfrm xmlns:a="http://schemas.openxmlformats.org/drawingml/2006/main">
            <a:off x="1866900" y="34099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Try one flexible Mindful Plate meal.</a:t>
            </a:r>
          </a:p>
        </p:txBody>
      </p:sp>
      <p:sp>
        <p:nvSpPr>
          <p:cNvPr id="33" name="">
            <a:extLst xmlns:a="http://schemas.openxmlformats.org/drawingml/2006/main">
              <a:ext uri="{FF2B5EF4-FFF2-40B4-BE49-F238E27FC236}">
                <a16:creationId xmlns:a16="http://schemas.microsoft.com/office/drawing/2014/main" id="{68BCFF2A-50CA-4199-9D74-DA55084797EB}"/>
              </a:ext>
            </a:extLst>
          </p:cNvPr>
          <p:cNvSpPr>
            <a:spLocks xmlns:a="http://schemas.openxmlformats.org/drawingml/2006/main" noGrp="1"/>
          </p:cNvSpPr>
          <p:nvPr/>
        </p:nvSpPr>
        <p:spPr>
          <a:xfrm xmlns:a="http://schemas.openxmlformats.org/drawingml/2006/main">
            <a:off x="514350" y="3924300"/>
            <a:ext cx="6743700" cy="666750"/>
          </a:xfrm>
          <a:prstGeom xmlns:a="http://schemas.openxmlformats.org/drawingml/2006/main" prst="roundRect">
            <a:avLst>
              <a:gd name="adj" fmla="val 18571"/>
            </a:avLst>
          </a:prstGeom>
          <a:solidFill xmlns:a="http://schemas.openxmlformats.org/drawingml/2006/main">
            <a:srgbClr val="EDF8F1"/>
          </a:solidFill>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EE713843-75A2-4863-9A51-78E14DA4DE48}"/>
              </a:ext>
            </a:extLst>
          </p:cNvPr>
          <p:cNvSpPr>
            <a:spLocks xmlns:a="http://schemas.openxmlformats.org/drawingml/2006/main" noGrp="1"/>
          </p:cNvSpPr>
          <p:nvPr/>
        </p:nvSpPr>
        <p:spPr>
          <a:xfrm xmlns:a="http://schemas.openxmlformats.org/drawingml/2006/main">
            <a:off x="685800" y="4048125"/>
            <a:ext cx="361950" cy="361950"/>
          </a:xfrm>
          <a:prstGeom xmlns:a="http://schemas.openxmlformats.org/drawingml/2006/main" prst="ellipse">
            <a:avLst/>
          </a:prstGeom>
          <a:solidFill xmlns:a="http://schemas.openxmlformats.org/drawingml/2006/main">
            <a:srgbClr val="D6A23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D2CDE2B-EA28-4E57-B8F7-4F05815C38A1}"/>
              </a:ext>
            </a:extLst>
          </p:cNvPr>
          <p:cNvSpPr>
            <a:spLocks xmlns:a="http://schemas.openxmlformats.org/drawingml/2006/main" noGrp="1"/>
          </p:cNvSpPr>
          <p:nvPr/>
        </p:nvSpPr>
        <p:spPr>
          <a:xfrm xmlns:a="http://schemas.openxmlformats.org/drawingml/2006/main">
            <a:off x="685800" y="41132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3</a:t>
            </a:r>
          </a:p>
        </p:txBody>
      </p:sp>
      <p:sp>
        <p:nvSpPr>
          <p:cNvPr id="36" name="">
            <a:extLst xmlns:a="http://schemas.openxmlformats.org/drawingml/2006/main">
              <a:ext uri="{FF2B5EF4-FFF2-40B4-BE49-F238E27FC236}">
                <a16:creationId xmlns:a16="http://schemas.microsoft.com/office/drawing/2014/main" id="{116007B4-46AF-449B-BA56-E275198BAB8A}"/>
              </a:ext>
            </a:extLst>
          </p:cNvPr>
          <p:cNvSpPr>
            <a:spLocks xmlns:a="http://schemas.openxmlformats.org/drawingml/2006/main" noGrp="1"/>
          </p:cNvSpPr>
          <p:nvPr/>
        </p:nvSpPr>
        <p:spPr>
          <a:xfrm xmlns:a="http://schemas.openxmlformats.org/drawingml/2006/main">
            <a:off x="552450" y="44577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Fiber</a:t>
            </a:r>
          </a:p>
        </p:txBody>
      </p:sp>
      <p:sp>
        <p:nvSpPr>
          <p:cNvPr id="37" name="">
            <a:extLst xmlns:a="http://schemas.openxmlformats.org/drawingml/2006/main">
              <a:ext uri="{FF2B5EF4-FFF2-40B4-BE49-F238E27FC236}">
                <a16:creationId xmlns:a16="http://schemas.microsoft.com/office/drawing/2014/main" id="{2ADE8970-0EDA-4E89-B12C-94837B8BE467}"/>
              </a:ext>
            </a:extLst>
          </p:cNvPr>
          <p:cNvSpPr>
            <a:spLocks xmlns:a="http://schemas.openxmlformats.org/drawingml/2006/main" noGrp="1"/>
          </p:cNvSpPr>
          <p:nvPr/>
        </p:nvSpPr>
        <p:spPr>
          <a:xfrm xmlns:a="http://schemas.openxmlformats.org/drawingml/2006/main">
            <a:off x="1381125" y="4157472"/>
            <a:ext cx="110109" cy="84201"/>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8" name="">
            <a:extLst xmlns:a="http://schemas.openxmlformats.org/drawingml/2006/main">
              <a:ext uri="{FF2B5EF4-FFF2-40B4-BE49-F238E27FC236}">
                <a16:creationId xmlns:a16="http://schemas.microsoft.com/office/drawing/2014/main" id="{0FD698A0-93F3-4C5C-BFC3-DCE15A3A6298}"/>
              </a:ext>
            </a:extLst>
          </p:cNvPr>
          <p:cNvSpPr>
            <a:spLocks xmlns:a="http://schemas.openxmlformats.org/drawingml/2006/main" noGrp="1"/>
          </p:cNvSpPr>
          <p:nvPr/>
        </p:nvSpPr>
        <p:spPr>
          <a:xfrm xmlns:a="http://schemas.openxmlformats.org/drawingml/2006/main">
            <a:off x="1432941" y="4215765"/>
            <a:ext cx="110109" cy="84201"/>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9" name="">
            <a:extLst xmlns:a="http://schemas.openxmlformats.org/drawingml/2006/main">
              <a:ext uri="{FF2B5EF4-FFF2-40B4-BE49-F238E27FC236}">
                <a16:creationId xmlns:a16="http://schemas.microsoft.com/office/drawing/2014/main" id="{DA4E13C8-CD2F-4E20-AE9E-681FAEC35553}"/>
              </a:ext>
            </a:extLst>
          </p:cNvPr>
          <p:cNvSpPr>
            <a:spLocks xmlns:a="http://schemas.openxmlformats.org/drawingml/2006/main" noGrp="1"/>
          </p:cNvSpPr>
          <p:nvPr/>
        </p:nvSpPr>
        <p:spPr>
          <a:xfrm xmlns:a="http://schemas.openxmlformats.org/drawingml/2006/main">
            <a:off x="1484757" y="4157472"/>
            <a:ext cx="110109" cy="84201"/>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0" name="">
            <a:extLst xmlns:a="http://schemas.openxmlformats.org/drawingml/2006/main">
              <a:ext uri="{FF2B5EF4-FFF2-40B4-BE49-F238E27FC236}">
                <a16:creationId xmlns:a16="http://schemas.microsoft.com/office/drawing/2014/main" id="{1C563B55-3F72-4A29-9894-DAB5174B2602}"/>
              </a:ext>
            </a:extLst>
          </p:cNvPr>
          <p:cNvSpPr>
            <a:spLocks xmlns:a="http://schemas.openxmlformats.org/drawingml/2006/main" noGrp="1"/>
          </p:cNvSpPr>
          <p:nvPr/>
        </p:nvSpPr>
        <p:spPr>
          <a:xfrm xmlns:a="http://schemas.openxmlformats.org/drawingml/2006/main">
            <a:off x="1536573" y="4215765"/>
            <a:ext cx="110109" cy="84201"/>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1" name="">
            <a:extLst xmlns:a="http://schemas.openxmlformats.org/drawingml/2006/main">
              <a:ext uri="{FF2B5EF4-FFF2-40B4-BE49-F238E27FC236}">
                <a16:creationId xmlns:a16="http://schemas.microsoft.com/office/drawing/2014/main" id="{1A939EC6-500C-4D2F-A3B1-0AC940537CAC}"/>
              </a:ext>
            </a:extLst>
          </p:cNvPr>
          <p:cNvSpPr>
            <a:spLocks xmlns:a="http://schemas.openxmlformats.org/drawingml/2006/main" noGrp="1"/>
          </p:cNvSpPr>
          <p:nvPr/>
        </p:nvSpPr>
        <p:spPr>
          <a:xfrm xmlns:a="http://schemas.openxmlformats.org/drawingml/2006/main">
            <a:off x="1549527" y="4092702"/>
            <a:ext cx="38862" cy="51816"/>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42" name="">
            <a:extLst xmlns:a="http://schemas.openxmlformats.org/drawingml/2006/main">
              <a:ext uri="{FF2B5EF4-FFF2-40B4-BE49-F238E27FC236}">
                <a16:creationId xmlns:a16="http://schemas.microsoft.com/office/drawing/2014/main" id="{E60CA2FA-07D9-485D-BA57-C442A1A512EB}"/>
              </a:ext>
            </a:extLst>
          </p:cNvPr>
          <p:cNvSpPr>
            <a:spLocks xmlns:a="http://schemas.openxmlformats.org/drawingml/2006/main" noGrp="1"/>
          </p:cNvSpPr>
          <p:nvPr/>
        </p:nvSpPr>
        <p:spPr>
          <a:xfrm xmlns:a="http://schemas.openxmlformats.org/drawingml/2006/main">
            <a:off x="1866900" y="40481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3: Add one source of fiber</a:t>
            </a:r>
          </a:p>
        </p:txBody>
      </p:sp>
      <p:sp>
        <p:nvSpPr>
          <p:cNvPr id="43" name="">
            <a:extLst xmlns:a="http://schemas.openxmlformats.org/drawingml/2006/main">
              <a:ext uri="{FF2B5EF4-FFF2-40B4-BE49-F238E27FC236}">
                <a16:creationId xmlns:a16="http://schemas.microsoft.com/office/drawing/2014/main" id="{A3883C2F-DD24-43C0-8DCD-B6C85C739BAA}"/>
              </a:ext>
            </a:extLst>
          </p:cNvPr>
          <p:cNvSpPr>
            <a:spLocks xmlns:a="http://schemas.openxmlformats.org/drawingml/2006/main" noGrp="1"/>
          </p:cNvSpPr>
          <p:nvPr/>
        </p:nvSpPr>
        <p:spPr>
          <a:xfrm xmlns:a="http://schemas.openxmlformats.org/drawingml/2006/main">
            <a:off x="1866900" y="42862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Choose one manageable fiber addition.</a:t>
            </a:r>
          </a:p>
        </p:txBody>
      </p:sp>
      <p:sp>
        <p:nvSpPr>
          <p:cNvPr id="44" name="">
            <a:extLst xmlns:a="http://schemas.openxmlformats.org/drawingml/2006/main">
              <a:ext uri="{FF2B5EF4-FFF2-40B4-BE49-F238E27FC236}">
                <a16:creationId xmlns:a16="http://schemas.microsoft.com/office/drawing/2014/main" id="{C9D6A6C1-8F9C-4627-89F1-C3CC086CBD80}"/>
              </a:ext>
            </a:extLst>
          </p:cNvPr>
          <p:cNvSpPr>
            <a:spLocks xmlns:a="http://schemas.openxmlformats.org/drawingml/2006/main" noGrp="1"/>
          </p:cNvSpPr>
          <p:nvPr/>
        </p:nvSpPr>
        <p:spPr>
          <a:xfrm xmlns:a="http://schemas.openxmlformats.org/drawingml/2006/main">
            <a:off x="514350" y="4800600"/>
            <a:ext cx="6743700" cy="666750"/>
          </a:xfrm>
          <a:prstGeom xmlns:a="http://schemas.openxmlformats.org/drawingml/2006/main" prst="roundRect">
            <a:avLst>
              <a:gd name="adj" fmla="val 18571"/>
            </a:avLst>
          </a:prstGeom>
          <a:solidFill xmlns:a="http://schemas.openxmlformats.org/drawingml/2006/main">
            <a:srgbClr val="FFF0E7"/>
          </a:solidFill>
          <a:ln xmlns:a="http://schemas.openxmlformats.org/drawingml/2006/main" w="9525">
            <a:solidFill>
              <a:srgbClr val="D9DEEA"/>
            </a:solidFill>
            <a:prstDash val="solid"/>
          </a:ln>
        </p:spPr>
      </p:sp>
      <p:sp>
        <p:nvSpPr>
          <p:cNvPr id="45" name="">
            <a:extLst xmlns:a="http://schemas.openxmlformats.org/drawingml/2006/main">
              <a:ext uri="{FF2B5EF4-FFF2-40B4-BE49-F238E27FC236}">
                <a16:creationId xmlns:a16="http://schemas.microsoft.com/office/drawing/2014/main" id="{9D66FBC6-5A5D-41AC-A8FF-DDC8D42904D1}"/>
              </a:ext>
            </a:extLst>
          </p:cNvPr>
          <p:cNvSpPr>
            <a:spLocks xmlns:a="http://schemas.openxmlformats.org/drawingml/2006/main" noGrp="1"/>
          </p:cNvSpPr>
          <p:nvPr/>
        </p:nvSpPr>
        <p:spPr>
          <a:xfrm xmlns:a="http://schemas.openxmlformats.org/drawingml/2006/main">
            <a:off x="685800" y="4924425"/>
            <a:ext cx="361950" cy="361950"/>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97A5245-2588-4C82-8E12-1DFF0348766A}"/>
              </a:ext>
            </a:extLst>
          </p:cNvPr>
          <p:cNvSpPr>
            <a:spLocks xmlns:a="http://schemas.openxmlformats.org/drawingml/2006/main" noGrp="1"/>
          </p:cNvSpPr>
          <p:nvPr/>
        </p:nvSpPr>
        <p:spPr>
          <a:xfrm xmlns:a="http://schemas.openxmlformats.org/drawingml/2006/main">
            <a:off x="685800" y="49895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4</a:t>
            </a:r>
          </a:p>
        </p:txBody>
      </p:sp>
      <p:sp>
        <p:nvSpPr>
          <p:cNvPr id="47" name="">
            <a:extLst xmlns:a="http://schemas.openxmlformats.org/drawingml/2006/main">
              <a:ext uri="{FF2B5EF4-FFF2-40B4-BE49-F238E27FC236}">
                <a16:creationId xmlns:a16="http://schemas.microsoft.com/office/drawing/2014/main" id="{7FF11698-D3B4-42B5-8CE9-A6471DA18A86}"/>
              </a:ext>
            </a:extLst>
          </p:cNvPr>
          <p:cNvSpPr>
            <a:spLocks xmlns:a="http://schemas.openxmlformats.org/drawingml/2006/main" noGrp="1"/>
          </p:cNvSpPr>
          <p:nvPr/>
        </p:nvSpPr>
        <p:spPr>
          <a:xfrm xmlns:a="http://schemas.openxmlformats.org/drawingml/2006/main">
            <a:off x="552450" y="53340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Move</a:t>
            </a:r>
          </a:p>
        </p:txBody>
      </p:sp>
      <p:sp>
        <p:nvSpPr>
          <p:cNvPr id="48" name="">
            <a:extLst xmlns:a="http://schemas.openxmlformats.org/drawingml/2006/main">
              <a:ext uri="{FF2B5EF4-FFF2-40B4-BE49-F238E27FC236}">
                <a16:creationId xmlns:a16="http://schemas.microsoft.com/office/drawing/2014/main" id="{4398230F-1DA8-480A-8101-106DA9DB0F47}"/>
              </a:ext>
            </a:extLst>
          </p:cNvPr>
          <p:cNvSpPr>
            <a:spLocks xmlns:a="http://schemas.openxmlformats.org/drawingml/2006/main" noGrp="1"/>
          </p:cNvSpPr>
          <p:nvPr/>
        </p:nvSpPr>
        <p:spPr>
          <a:xfrm xmlns:a="http://schemas.openxmlformats.org/drawingml/2006/main">
            <a:off x="1517142" y="4981575"/>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C672516-68B6-4D4B-A23D-FAB20FA344E7}"/>
              </a:ext>
            </a:extLst>
          </p:cNvPr>
          <p:cNvSpPr>
            <a:spLocks xmlns:a="http://schemas.openxmlformats.org/drawingml/2006/main" noGrp="1"/>
          </p:cNvSpPr>
          <p:nvPr/>
        </p:nvSpPr>
        <p:spPr>
          <a:xfrm xmlns:a="http://schemas.openxmlformats.org/drawingml/2006/main">
            <a:off x="1487996" y="5037011"/>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0" name="">
            <a:extLst xmlns:a="http://schemas.openxmlformats.org/drawingml/2006/main">
              <a:ext uri="{FF2B5EF4-FFF2-40B4-BE49-F238E27FC236}">
                <a16:creationId xmlns:a16="http://schemas.microsoft.com/office/drawing/2014/main" id="{DCDC0143-3542-46DA-B473-954C15B29C92}"/>
              </a:ext>
            </a:extLst>
          </p:cNvPr>
          <p:cNvSpPr>
            <a:spLocks xmlns:a="http://schemas.openxmlformats.org/drawingml/2006/main" noGrp="1"/>
          </p:cNvSpPr>
          <p:nvPr/>
        </p:nvSpPr>
        <p:spPr>
          <a:xfrm xmlns:a="http://schemas.openxmlformats.org/drawingml/2006/main">
            <a:off x="1546289" y="5037011"/>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1" name="">
            <a:extLst xmlns:a="http://schemas.openxmlformats.org/drawingml/2006/main">
              <a:ext uri="{FF2B5EF4-FFF2-40B4-BE49-F238E27FC236}">
                <a16:creationId xmlns:a16="http://schemas.microsoft.com/office/drawing/2014/main" id="{3B9B205F-8D60-48EB-BBF6-2D973881953F}"/>
              </a:ext>
            </a:extLst>
          </p:cNvPr>
          <p:cNvSpPr>
            <a:spLocks xmlns:a="http://schemas.openxmlformats.org/drawingml/2006/main" noGrp="1"/>
          </p:cNvSpPr>
          <p:nvPr/>
        </p:nvSpPr>
        <p:spPr>
          <a:xfrm xmlns:a="http://schemas.openxmlformats.org/drawingml/2006/main">
            <a:off x="1468565" y="5108258"/>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2" name="">
            <a:extLst xmlns:a="http://schemas.openxmlformats.org/drawingml/2006/main">
              <a:ext uri="{FF2B5EF4-FFF2-40B4-BE49-F238E27FC236}">
                <a16:creationId xmlns:a16="http://schemas.microsoft.com/office/drawing/2014/main" id="{82C22EF0-87C2-4E97-B0D1-C6B3D8D858EF}"/>
              </a:ext>
            </a:extLst>
          </p:cNvPr>
          <p:cNvSpPr>
            <a:spLocks xmlns:a="http://schemas.openxmlformats.org/drawingml/2006/main" noGrp="1"/>
          </p:cNvSpPr>
          <p:nvPr/>
        </p:nvSpPr>
        <p:spPr>
          <a:xfrm xmlns:a="http://schemas.openxmlformats.org/drawingml/2006/main">
            <a:off x="1526858" y="5108258"/>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3" name="">
            <a:extLst xmlns:a="http://schemas.openxmlformats.org/drawingml/2006/main">
              <a:ext uri="{FF2B5EF4-FFF2-40B4-BE49-F238E27FC236}">
                <a16:creationId xmlns:a16="http://schemas.microsoft.com/office/drawing/2014/main" id="{8660F196-F5D3-4961-B7F4-B40AE3CEC2B6}"/>
              </a:ext>
            </a:extLst>
          </p:cNvPr>
          <p:cNvSpPr>
            <a:spLocks xmlns:a="http://schemas.openxmlformats.org/drawingml/2006/main" noGrp="1"/>
          </p:cNvSpPr>
          <p:nvPr/>
        </p:nvSpPr>
        <p:spPr>
          <a:xfrm xmlns:a="http://schemas.openxmlformats.org/drawingml/2006/main">
            <a:off x="1866900" y="49244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4: Break up sitting time</a:t>
            </a:r>
          </a:p>
        </p:txBody>
      </p:sp>
      <p:sp>
        <p:nvSpPr>
          <p:cNvPr id="54" name="">
            <a:extLst xmlns:a="http://schemas.openxmlformats.org/drawingml/2006/main">
              <a:ext uri="{FF2B5EF4-FFF2-40B4-BE49-F238E27FC236}">
                <a16:creationId xmlns:a16="http://schemas.microsoft.com/office/drawing/2014/main" id="{133B7954-72FF-4A2A-AD5F-994D5995C248}"/>
              </a:ext>
            </a:extLst>
          </p:cNvPr>
          <p:cNvSpPr>
            <a:spLocks xmlns:a="http://schemas.openxmlformats.org/drawingml/2006/main" noGrp="1"/>
          </p:cNvSpPr>
          <p:nvPr/>
        </p:nvSpPr>
        <p:spPr>
          <a:xfrm xmlns:a="http://schemas.openxmlformats.org/drawingml/2006/main">
            <a:off x="1866900" y="51625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Add one safe movement break.</a:t>
            </a:r>
          </a:p>
        </p:txBody>
      </p:sp>
      <p:sp>
        <p:nvSpPr>
          <p:cNvPr id="55" name="">
            <a:extLst xmlns:a="http://schemas.openxmlformats.org/drawingml/2006/main">
              <a:ext uri="{FF2B5EF4-FFF2-40B4-BE49-F238E27FC236}">
                <a16:creationId xmlns:a16="http://schemas.microsoft.com/office/drawing/2014/main" id="{5881742D-607C-4CDD-84AF-EC76120A1542}"/>
              </a:ext>
            </a:extLst>
          </p:cNvPr>
          <p:cNvSpPr>
            <a:spLocks xmlns:a="http://schemas.openxmlformats.org/drawingml/2006/main" noGrp="1"/>
          </p:cNvSpPr>
          <p:nvPr/>
        </p:nvSpPr>
        <p:spPr>
          <a:xfrm xmlns:a="http://schemas.openxmlformats.org/drawingml/2006/main">
            <a:off x="514350" y="5676900"/>
            <a:ext cx="6743700" cy="666750"/>
          </a:xfrm>
          <a:prstGeom xmlns:a="http://schemas.openxmlformats.org/drawingml/2006/main" prst="roundRect">
            <a:avLst>
              <a:gd name="adj" fmla="val 18571"/>
            </a:avLst>
          </a:prstGeom>
          <a:solidFill xmlns:a="http://schemas.openxmlformats.org/drawingml/2006/main">
            <a:srgbClr val="EDF8F1"/>
          </a:solidFill>
          <a:ln xmlns:a="http://schemas.openxmlformats.org/drawingml/2006/main" w="9525">
            <a:solidFill>
              <a:srgbClr val="D9DEEA"/>
            </a:solidFill>
            <a:prstDash val="solid"/>
          </a:ln>
        </p:spPr>
      </p:sp>
      <p:sp>
        <p:nvSpPr>
          <p:cNvPr id="56" name="">
            <a:extLst xmlns:a="http://schemas.openxmlformats.org/drawingml/2006/main">
              <a:ext uri="{FF2B5EF4-FFF2-40B4-BE49-F238E27FC236}">
                <a16:creationId xmlns:a16="http://schemas.microsoft.com/office/drawing/2014/main" id="{3971E8C3-80B9-4BCA-B936-0A0DAE035289}"/>
              </a:ext>
            </a:extLst>
          </p:cNvPr>
          <p:cNvSpPr>
            <a:spLocks xmlns:a="http://schemas.openxmlformats.org/drawingml/2006/main" noGrp="1"/>
          </p:cNvSpPr>
          <p:nvPr/>
        </p:nvSpPr>
        <p:spPr>
          <a:xfrm xmlns:a="http://schemas.openxmlformats.org/drawingml/2006/main">
            <a:off x="685800" y="5800725"/>
            <a:ext cx="361950" cy="361950"/>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ECFF6720-6B3E-4BF1-AA6A-1216EF641F1E}"/>
              </a:ext>
            </a:extLst>
          </p:cNvPr>
          <p:cNvSpPr>
            <a:spLocks xmlns:a="http://schemas.openxmlformats.org/drawingml/2006/main" noGrp="1"/>
          </p:cNvSpPr>
          <p:nvPr/>
        </p:nvSpPr>
        <p:spPr>
          <a:xfrm xmlns:a="http://schemas.openxmlformats.org/drawingml/2006/main">
            <a:off x="685800" y="58658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5</a:t>
            </a:r>
          </a:p>
        </p:txBody>
      </p:sp>
      <p:sp>
        <p:nvSpPr>
          <p:cNvPr id="58" name="">
            <a:extLst xmlns:a="http://schemas.openxmlformats.org/drawingml/2006/main">
              <a:ext uri="{FF2B5EF4-FFF2-40B4-BE49-F238E27FC236}">
                <a16:creationId xmlns:a16="http://schemas.microsoft.com/office/drawing/2014/main" id="{03B7BF3A-829F-468D-89BC-B538AC0AAD8E}"/>
              </a:ext>
            </a:extLst>
          </p:cNvPr>
          <p:cNvSpPr>
            <a:spLocks xmlns:a="http://schemas.openxmlformats.org/drawingml/2006/main" noGrp="1"/>
          </p:cNvSpPr>
          <p:nvPr/>
        </p:nvSpPr>
        <p:spPr>
          <a:xfrm xmlns:a="http://schemas.openxmlformats.org/drawingml/2006/main">
            <a:off x="552450" y="62103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Drink</a:t>
            </a:r>
          </a:p>
        </p:txBody>
      </p:sp>
      <p:sp>
        <p:nvSpPr>
          <p:cNvPr id="59" name="">
            <a:extLst xmlns:a="http://schemas.openxmlformats.org/drawingml/2006/main">
              <a:ext uri="{FF2B5EF4-FFF2-40B4-BE49-F238E27FC236}">
                <a16:creationId xmlns:a16="http://schemas.microsoft.com/office/drawing/2014/main" id="{3D378EBC-C829-4C36-BCAD-AA85B1E3BA63}"/>
              </a:ext>
            </a:extLst>
          </p:cNvPr>
          <p:cNvSpPr>
            <a:spLocks xmlns:a="http://schemas.openxmlformats.org/drawingml/2006/main" noGrp="1"/>
          </p:cNvSpPr>
          <p:nvPr/>
        </p:nvSpPr>
        <p:spPr>
          <a:xfrm xmlns:a="http://schemas.openxmlformats.org/drawingml/2006/main">
            <a:off x="1462088" y="5871210"/>
            <a:ext cx="142494" cy="220218"/>
          </a:xfrm>
          <a:prstGeom xmlns:a="http://schemas.openxmlformats.org/drawingml/2006/main" prst="roundRect">
            <a:avLst>
              <a:gd name="adj" fmla="val 46791"/>
            </a:avLst>
          </a:prstGeom>
          <a:solidFill xmlns:a="http://schemas.openxmlformats.org/drawingml/2006/main">
            <a:srgbClr val="F5F7FE"/>
          </a:solidFill>
          <a:ln xmlns:a="http://schemas.openxmlformats.org/drawingml/2006/main" w="19050">
            <a:solidFill>
              <a:srgbClr val="0D1338"/>
            </a:solidFill>
            <a:prstDash val="solid"/>
          </a:ln>
        </p:spPr>
      </p:sp>
      <p:sp>
        <p:nvSpPr>
          <p:cNvPr id="60" name="">
            <a:extLst xmlns:a="http://schemas.openxmlformats.org/drawingml/2006/main">
              <a:ext uri="{FF2B5EF4-FFF2-40B4-BE49-F238E27FC236}">
                <a16:creationId xmlns:a16="http://schemas.microsoft.com/office/drawing/2014/main" id="{A9316CB0-3D1B-44B6-87CF-20A04DF26C35}"/>
              </a:ext>
            </a:extLst>
          </p:cNvPr>
          <p:cNvSpPr>
            <a:spLocks xmlns:a="http://schemas.openxmlformats.org/drawingml/2006/main" noGrp="1"/>
          </p:cNvSpPr>
          <p:nvPr/>
        </p:nvSpPr>
        <p:spPr>
          <a:xfrm xmlns:a="http://schemas.openxmlformats.org/drawingml/2006/main">
            <a:off x="1533335" y="5838825"/>
            <a:ext cx="84201" cy="252603"/>
          </a:xfrm>
          <a:prstGeom xmlns:a="http://schemas.openxmlformats.org/drawingml/2006/main" prst="line">
            <a:avLst/>
          </a:prstGeom>
          <a:noFill xmlns:a="http://schemas.openxmlformats.org/drawingml/2006/main"/>
          <a:ln xmlns:a="http://schemas.openxmlformats.org/drawingml/2006/main" w="28575">
            <a:solidFill>
              <a:srgbClr val="477B91"/>
            </a:solidFill>
            <a:prstDash val="solid"/>
          </a:ln>
        </p:spPr>
      </p:sp>
      <p:sp>
        <p:nvSpPr>
          <p:cNvPr id="61" name="">
            <a:extLst xmlns:a="http://schemas.openxmlformats.org/drawingml/2006/main">
              <a:ext uri="{FF2B5EF4-FFF2-40B4-BE49-F238E27FC236}">
                <a16:creationId xmlns:a16="http://schemas.microsoft.com/office/drawing/2014/main" id="{44601AD8-B3A1-41B2-83B7-6D8A9C62F60A}"/>
              </a:ext>
            </a:extLst>
          </p:cNvPr>
          <p:cNvSpPr>
            <a:spLocks xmlns:a="http://schemas.openxmlformats.org/drawingml/2006/main" noGrp="1"/>
          </p:cNvSpPr>
          <p:nvPr/>
        </p:nvSpPr>
        <p:spPr>
          <a:xfrm xmlns:a="http://schemas.openxmlformats.org/drawingml/2006/main">
            <a:off x="1866900" y="58007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5: Improve one drink</a:t>
            </a:r>
          </a:p>
        </p:txBody>
      </p:sp>
      <p:sp>
        <p:nvSpPr>
          <p:cNvPr id="62" name="">
            <a:extLst xmlns:a="http://schemas.openxmlformats.org/drawingml/2006/main">
              <a:ext uri="{FF2B5EF4-FFF2-40B4-BE49-F238E27FC236}">
                <a16:creationId xmlns:a16="http://schemas.microsoft.com/office/drawing/2014/main" id="{29CAE073-D86F-4D29-A4CA-645BF7C73A5F}"/>
              </a:ext>
            </a:extLst>
          </p:cNvPr>
          <p:cNvSpPr>
            <a:spLocks xmlns:a="http://schemas.openxmlformats.org/drawingml/2006/main" noGrp="1"/>
          </p:cNvSpPr>
          <p:nvPr/>
        </p:nvSpPr>
        <p:spPr>
          <a:xfrm xmlns:a="http://schemas.openxmlformats.org/drawingml/2006/main">
            <a:off x="1866900" y="60388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Adjust one drink you have often.</a:t>
            </a:r>
          </a:p>
        </p:txBody>
      </p:sp>
      <p:sp>
        <p:nvSpPr>
          <p:cNvPr id="63" name="">
            <a:extLst xmlns:a="http://schemas.openxmlformats.org/drawingml/2006/main">
              <a:ext uri="{FF2B5EF4-FFF2-40B4-BE49-F238E27FC236}">
                <a16:creationId xmlns:a16="http://schemas.microsoft.com/office/drawing/2014/main" id="{C749DD94-BAC2-447D-B452-56B00FF93E02}"/>
              </a:ext>
            </a:extLst>
          </p:cNvPr>
          <p:cNvSpPr>
            <a:spLocks xmlns:a="http://schemas.openxmlformats.org/drawingml/2006/main" noGrp="1"/>
          </p:cNvSpPr>
          <p:nvPr/>
        </p:nvSpPr>
        <p:spPr>
          <a:xfrm xmlns:a="http://schemas.openxmlformats.org/drawingml/2006/main">
            <a:off x="514350" y="6553200"/>
            <a:ext cx="6743700" cy="666750"/>
          </a:xfrm>
          <a:prstGeom xmlns:a="http://schemas.openxmlformats.org/drawingml/2006/main" prst="roundRect">
            <a:avLst>
              <a:gd name="adj" fmla="val 18571"/>
            </a:avLst>
          </a:prstGeom>
          <a:solidFill xmlns:a="http://schemas.openxmlformats.org/drawingml/2006/main">
            <a:srgbClr val="FFF0E7"/>
          </a:solidFill>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B3DD5947-CAC4-4055-A579-11DFD265E508}"/>
              </a:ext>
            </a:extLst>
          </p:cNvPr>
          <p:cNvSpPr>
            <a:spLocks xmlns:a="http://schemas.openxmlformats.org/drawingml/2006/main" noGrp="1"/>
          </p:cNvSpPr>
          <p:nvPr/>
        </p:nvSpPr>
        <p:spPr>
          <a:xfrm xmlns:a="http://schemas.openxmlformats.org/drawingml/2006/main">
            <a:off x="685800" y="6677025"/>
            <a:ext cx="361950" cy="361950"/>
          </a:xfrm>
          <a:prstGeom xmlns:a="http://schemas.openxmlformats.org/drawingml/2006/main" prst="ellipse">
            <a:avLst/>
          </a:prstGeom>
          <a:solidFill xmlns:a="http://schemas.openxmlformats.org/drawingml/2006/main">
            <a:srgbClr val="7D678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13B9D63E-46CD-46F6-B69C-BB00180BC638}"/>
              </a:ext>
            </a:extLst>
          </p:cNvPr>
          <p:cNvSpPr>
            <a:spLocks xmlns:a="http://schemas.openxmlformats.org/drawingml/2006/main" noGrp="1"/>
          </p:cNvSpPr>
          <p:nvPr/>
        </p:nvSpPr>
        <p:spPr>
          <a:xfrm xmlns:a="http://schemas.openxmlformats.org/drawingml/2006/main">
            <a:off x="685800" y="67421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6</a:t>
            </a:r>
          </a:p>
        </p:txBody>
      </p:sp>
      <p:sp>
        <p:nvSpPr>
          <p:cNvPr id="66" name="">
            <a:extLst xmlns:a="http://schemas.openxmlformats.org/drawingml/2006/main">
              <a:ext uri="{FF2B5EF4-FFF2-40B4-BE49-F238E27FC236}">
                <a16:creationId xmlns:a16="http://schemas.microsoft.com/office/drawing/2014/main" id="{BE2F267F-F959-4C47-BD78-01E2BDEA7C07}"/>
              </a:ext>
            </a:extLst>
          </p:cNvPr>
          <p:cNvSpPr>
            <a:spLocks xmlns:a="http://schemas.openxmlformats.org/drawingml/2006/main" noGrp="1"/>
          </p:cNvSpPr>
          <p:nvPr/>
        </p:nvSpPr>
        <p:spPr>
          <a:xfrm xmlns:a="http://schemas.openxmlformats.org/drawingml/2006/main">
            <a:off x="552450" y="70866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Sleep</a:t>
            </a:r>
          </a:p>
        </p:txBody>
      </p:sp>
      <p:sp>
        <p:nvSpPr>
          <p:cNvPr id="67" name="">
            <a:extLst xmlns:a="http://schemas.openxmlformats.org/drawingml/2006/main">
              <a:ext uri="{FF2B5EF4-FFF2-40B4-BE49-F238E27FC236}">
                <a16:creationId xmlns:a16="http://schemas.microsoft.com/office/drawing/2014/main" id="{F4D1FA58-83CB-4DCA-95FC-1AB68101915B}"/>
              </a:ext>
            </a:extLst>
          </p:cNvPr>
          <p:cNvSpPr>
            <a:spLocks xmlns:a="http://schemas.openxmlformats.org/drawingml/2006/main" noGrp="1"/>
          </p:cNvSpPr>
          <p:nvPr/>
        </p:nvSpPr>
        <p:spPr>
          <a:xfrm xmlns:a="http://schemas.openxmlformats.org/drawingml/2006/main">
            <a:off x="1419987" y="6753987"/>
            <a:ext cx="233172" cy="233172"/>
          </a:xfrm>
          <a:prstGeom xmlns:a="http://schemas.openxmlformats.org/drawingml/2006/main" prst="ellipse">
            <a:avLst/>
          </a:prstGeom>
          <a:solidFill xmlns:a="http://schemas.openxmlformats.org/drawingml/2006/main">
            <a:srgbClr val="F5F7FE"/>
          </a:solidFill>
          <a:ln xmlns:a="http://schemas.openxmlformats.org/drawingml/2006/main" w="19050">
            <a:solidFill>
              <a:srgbClr val="0D1338"/>
            </a:solidFill>
            <a:prstDash val="solid"/>
          </a:ln>
        </p:spPr>
      </p:sp>
      <p:sp>
        <p:nvSpPr>
          <p:cNvPr id="68" name="">
            <a:extLst xmlns:a="http://schemas.openxmlformats.org/drawingml/2006/main">
              <a:ext uri="{FF2B5EF4-FFF2-40B4-BE49-F238E27FC236}">
                <a16:creationId xmlns:a16="http://schemas.microsoft.com/office/drawing/2014/main" id="{1B15A244-A529-4806-B30C-D6C2E19E6268}"/>
              </a:ext>
            </a:extLst>
          </p:cNvPr>
          <p:cNvSpPr>
            <a:spLocks xmlns:a="http://schemas.openxmlformats.org/drawingml/2006/main" noGrp="1"/>
          </p:cNvSpPr>
          <p:nvPr/>
        </p:nvSpPr>
        <p:spPr>
          <a:xfrm xmlns:a="http://schemas.openxmlformats.org/drawingml/2006/main">
            <a:off x="1491234" y="6721602"/>
            <a:ext cx="220218" cy="220218"/>
          </a:xfrm>
          <a:prstGeom xmlns:a="http://schemas.openxmlformats.org/drawingml/2006/main" prst="ellipse">
            <a:avLst/>
          </a:prstGeom>
          <a:solidFill xmlns:a="http://schemas.openxmlformats.org/drawingml/2006/main">
            <a:srgbClr val="FFFDF8"/>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A30E747-179D-4AA2-A9F9-BE0B7DEBED5D}"/>
              </a:ext>
            </a:extLst>
          </p:cNvPr>
          <p:cNvSpPr>
            <a:spLocks xmlns:a="http://schemas.openxmlformats.org/drawingml/2006/main" noGrp="1"/>
          </p:cNvSpPr>
          <p:nvPr/>
        </p:nvSpPr>
        <p:spPr>
          <a:xfrm xmlns:a="http://schemas.openxmlformats.org/drawingml/2006/main">
            <a:off x="1866900" y="66770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6: Protect sleep</a:t>
            </a:r>
          </a:p>
        </p:txBody>
      </p:sp>
      <p:sp>
        <p:nvSpPr>
          <p:cNvPr id="70" name="">
            <a:extLst xmlns:a="http://schemas.openxmlformats.org/drawingml/2006/main">
              <a:ext uri="{FF2B5EF4-FFF2-40B4-BE49-F238E27FC236}">
                <a16:creationId xmlns:a16="http://schemas.microsoft.com/office/drawing/2014/main" id="{AB2463E7-F670-448A-BADD-87B4290309B3}"/>
              </a:ext>
            </a:extLst>
          </p:cNvPr>
          <p:cNvSpPr>
            <a:spLocks xmlns:a="http://schemas.openxmlformats.org/drawingml/2006/main" noGrp="1"/>
          </p:cNvSpPr>
          <p:nvPr/>
        </p:nvSpPr>
        <p:spPr>
          <a:xfrm xmlns:a="http://schemas.openxmlformats.org/drawingml/2006/main">
            <a:off x="1866900" y="69151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Choose one realistic sleep support.</a:t>
            </a:r>
          </a:p>
        </p:txBody>
      </p:sp>
      <p:sp>
        <p:nvSpPr>
          <p:cNvPr id="71" name="">
            <a:extLst xmlns:a="http://schemas.openxmlformats.org/drawingml/2006/main">
              <a:ext uri="{FF2B5EF4-FFF2-40B4-BE49-F238E27FC236}">
                <a16:creationId xmlns:a16="http://schemas.microsoft.com/office/drawing/2014/main" id="{BF71C5DD-8324-4DD2-9DF8-8314517A69B7}"/>
              </a:ext>
            </a:extLst>
          </p:cNvPr>
          <p:cNvSpPr>
            <a:spLocks xmlns:a="http://schemas.openxmlformats.org/drawingml/2006/main" noGrp="1"/>
          </p:cNvSpPr>
          <p:nvPr/>
        </p:nvSpPr>
        <p:spPr>
          <a:xfrm xmlns:a="http://schemas.openxmlformats.org/drawingml/2006/main">
            <a:off x="514350" y="7429500"/>
            <a:ext cx="6743700" cy="666750"/>
          </a:xfrm>
          <a:prstGeom xmlns:a="http://schemas.openxmlformats.org/drawingml/2006/main" prst="roundRect">
            <a:avLst>
              <a:gd name="adj" fmla="val 18571"/>
            </a:avLst>
          </a:prstGeom>
          <a:solidFill xmlns:a="http://schemas.openxmlformats.org/drawingml/2006/main">
            <a:srgbClr val="EDF8F1"/>
          </a:solidFill>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FC672DEC-7F06-4FCE-B9D9-28B63C102165}"/>
              </a:ext>
            </a:extLst>
          </p:cNvPr>
          <p:cNvSpPr>
            <a:spLocks xmlns:a="http://schemas.openxmlformats.org/drawingml/2006/main" noGrp="1"/>
          </p:cNvSpPr>
          <p:nvPr/>
        </p:nvSpPr>
        <p:spPr>
          <a:xfrm xmlns:a="http://schemas.openxmlformats.org/drawingml/2006/main">
            <a:off x="685800" y="7553325"/>
            <a:ext cx="361950" cy="361950"/>
          </a:xfrm>
          <a:prstGeom xmlns:a="http://schemas.openxmlformats.org/drawingml/2006/main" prst="ellipse">
            <a:avLst/>
          </a:prstGeom>
          <a:solidFill xmlns:a="http://schemas.openxmlformats.org/drawingml/2006/main">
            <a:srgbClr val="003B24"/>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E261B845-AAC2-47C4-B5FC-63BE5F7F0B9A}"/>
              </a:ext>
            </a:extLst>
          </p:cNvPr>
          <p:cNvSpPr>
            <a:spLocks xmlns:a="http://schemas.openxmlformats.org/drawingml/2006/main" noGrp="1"/>
          </p:cNvSpPr>
          <p:nvPr/>
        </p:nvSpPr>
        <p:spPr>
          <a:xfrm xmlns:a="http://schemas.openxmlformats.org/drawingml/2006/main">
            <a:off x="685800" y="7618476"/>
            <a:ext cx="361950" cy="1628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26" b="1" i="0">
                <a:solidFill>
                  <a:srgbClr val="FFFFFF"/>
                </a:solidFill>
                <a:latin typeface="Verdana"/>
                <a:ea typeface="Verdana"/>
                <a:cs typeface="Verdana"/>
              </a:defRPr>
            </a:pPr>
            <a:r>
              <a:rPr sz="1026" b="1" i="0">
                <a:solidFill>
                  <a:srgbClr val="FFFFFF"/>
                </a:solidFill>
                <a:latin typeface="Verdana"/>
                <a:ea typeface="Verdana"/>
                <a:cs typeface="Verdana"/>
              </a:rPr>
              <a:t>7</a:t>
            </a:r>
          </a:p>
        </p:txBody>
      </p:sp>
      <p:sp>
        <p:nvSpPr>
          <p:cNvPr id="74" name="">
            <a:extLst xmlns:a="http://schemas.openxmlformats.org/drawingml/2006/main">
              <a:ext uri="{FF2B5EF4-FFF2-40B4-BE49-F238E27FC236}">
                <a16:creationId xmlns:a16="http://schemas.microsoft.com/office/drawing/2014/main" id="{45AAD0F9-8AAA-4580-B242-7DA96B01DDCB}"/>
              </a:ext>
            </a:extLst>
          </p:cNvPr>
          <p:cNvSpPr>
            <a:spLocks xmlns:a="http://schemas.openxmlformats.org/drawingml/2006/main" noGrp="1"/>
          </p:cNvSpPr>
          <p:nvPr/>
        </p:nvSpPr>
        <p:spPr>
          <a:xfrm xmlns:a="http://schemas.openxmlformats.org/drawingml/2006/main">
            <a:off x="552450" y="7962900"/>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1" i="0">
                <a:solidFill>
                  <a:srgbClr val="0D1338"/>
                </a:solidFill>
                <a:latin typeface="Verdana"/>
                <a:ea typeface="Verdana"/>
                <a:cs typeface="Verdana"/>
              </a:defRPr>
            </a:pPr>
            <a:r>
              <a:rPr sz="675" b="1" i="0">
                <a:solidFill>
                  <a:srgbClr val="0D1338"/>
                </a:solidFill>
                <a:latin typeface="Verdana"/>
                <a:ea typeface="Verdana"/>
                <a:cs typeface="Verdana"/>
              </a:rPr>
              <a:t>Plan</a:t>
            </a:r>
          </a:p>
        </p:txBody>
      </p:sp>
      <p:sp>
        <p:nvSpPr>
          <p:cNvPr id="75" name="">
            <a:extLst xmlns:a="http://schemas.openxmlformats.org/drawingml/2006/main">
              <a:ext uri="{FF2B5EF4-FFF2-40B4-BE49-F238E27FC236}">
                <a16:creationId xmlns:a16="http://schemas.microsoft.com/office/drawing/2014/main" id="{6559586C-4E2A-485D-BCDC-8C6D973587A0}"/>
              </a:ext>
            </a:extLst>
          </p:cNvPr>
          <p:cNvSpPr>
            <a:spLocks xmlns:a="http://schemas.openxmlformats.org/drawingml/2006/main" noGrp="1"/>
          </p:cNvSpPr>
          <p:nvPr/>
        </p:nvSpPr>
        <p:spPr>
          <a:xfrm xmlns:a="http://schemas.openxmlformats.org/drawingml/2006/main">
            <a:off x="1426464" y="7630287"/>
            <a:ext cx="233172" cy="220218"/>
          </a:xfrm>
          <a:prstGeom xmlns:a="http://schemas.openxmlformats.org/drawingml/2006/main" prst="roundRect">
            <a:avLst>
              <a:gd name="adj" fmla="val 30277"/>
            </a:avLst>
          </a:prstGeom>
          <a:solidFill xmlns:a="http://schemas.openxmlformats.org/drawingml/2006/main">
            <a:srgbClr val="FFFFFF"/>
          </a:solidFill>
          <a:ln xmlns:a="http://schemas.openxmlformats.org/drawingml/2006/main" w="19050">
            <a:solidFill>
              <a:srgbClr val="0D1338"/>
            </a:solidFill>
            <a:prstDash val="solid"/>
          </a:ln>
        </p:spPr>
      </p:sp>
      <p:sp>
        <p:nvSpPr>
          <p:cNvPr id="76" name="">
            <a:extLst xmlns:a="http://schemas.openxmlformats.org/drawingml/2006/main">
              <a:ext uri="{FF2B5EF4-FFF2-40B4-BE49-F238E27FC236}">
                <a16:creationId xmlns:a16="http://schemas.microsoft.com/office/drawing/2014/main" id="{135B5084-5504-4285-806D-69F3CBDE4DEA}"/>
              </a:ext>
            </a:extLst>
          </p:cNvPr>
          <p:cNvSpPr>
            <a:spLocks xmlns:a="http://schemas.openxmlformats.org/drawingml/2006/main" noGrp="1"/>
          </p:cNvSpPr>
          <p:nvPr/>
        </p:nvSpPr>
        <p:spPr>
          <a:xfrm xmlns:a="http://schemas.openxmlformats.org/drawingml/2006/main">
            <a:off x="1462088" y="7682103"/>
            <a:ext cx="32385" cy="32385"/>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77" name="">
            <a:extLst xmlns:a="http://schemas.openxmlformats.org/drawingml/2006/main">
              <a:ext uri="{FF2B5EF4-FFF2-40B4-BE49-F238E27FC236}">
                <a16:creationId xmlns:a16="http://schemas.microsoft.com/office/drawing/2014/main" id="{A9FEF973-23A0-4E8A-B6DC-74E9B8697475}"/>
              </a:ext>
            </a:extLst>
          </p:cNvPr>
          <p:cNvSpPr>
            <a:spLocks xmlns:a="http://schemas.openxmlformats.org/drawingml/2006/main" noGrp="1"/>
          </p:cNvSpPr>
          <p:nvPr/>
        </p:nvSpPr>
        <p:spPr>
          <a:xfrm xmlns:a="http://schemas.openxmlformats.org/drawingml/2006/main">
            <a:off x="1517142" y="7698296"/>
            <a:ext cx="90678"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78" name="">
            <a:extLst xmlns:a="http://schemas.openxmlformats.org/drawingml/2006/main">
              <a:ext uri="{FF2B5EF4-FFF2-40B4-BE49-F238E27FC236}">
                <a16:creationId xmlns:a16="http://schemas.microsoft.com/office/drawing/2014/main" id="{2131A690-963F-4672-B931-0876399D08D8}"/>
              </a:ext>
            </a:extLst>
          </p:cNvPr>
          <p:cNvSpPr>
            <a:spLocks xmlns:a="http://schemas.openxmlformats.org/drawingml/2006/main" noGrp="1"/>
          </p:cNvSpPr>
          <p:nvPr/>
        </p:nvSpPr>
        <p:spPr>
          <a:xfrm xmlns:a="http://schemas.openxmlformats.org/drawingml/2006/main">
            <a:off x="1462088" y="7727442"/>
            <a:ext cx="32385" cy="32385"/>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79" name="">
            <a:extLst xmlns:a="http://schemas.openxmlformats.org/drawingml/2006/main">
              <a:ext uri="{FF2B5EF4-FFF2-40B4-BE49-F238E27FC236}">
                <a16:creationId xmlns:a16="http://schemas.microsoft.com/office/drawing/2014/main" id="{E173A457-A285-4DD9-8486-390D1EAAD288}"/>
              </a:ext>
            </a:extLst>
          </p:cNvPr>
          <p:cNvSpPr>
            <a:spLocks xmlns:a="http://schemas.openxmlformats.org/drawingml/2006/main" noGrp="1"/>
          </p:cNvSpPr>
          <p:nvPr/>
        </p:nvSpPr>
        <p:spPr>
          <a:xfrm xmlns:a="http://schemas.openxmlformats.org/drawingml/2006/main">
            <a:off x="1517142" y="7743635"/>
            <a:ext cx="90678"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80" name="">
            <a:extLst xmlns:a="http://schemas.openxmlformats.org/drawingml/2006/main">
              <a:ext uri="{FF2B5EF4-FFF2-40B4-BE49-F238E27FC236}">
                <a16:creationId xmlns:a16="http://schemas.microsoft.com/office/drawing/2014/main" id="{C96CC57B-F281-4833-8E04-1F55EA68FEE1}"/>
              </a:ext>
            </a:extLst>
          </p:cNvPr>
          <p:cNvSpPr>
            <a:spLocks xmlns:a="http://schemas.openxmlformats.org/drawingml/2006/main" noGrp="1"/>
          </p:cNvSpPr>
          <p:nvPr/>
        </p:nvSpPr>
        <p:spPr>
          <a:xfrm xmlns:a="http://schemas.openxmlformats.org/drawingml/2006/main">
            <a:off x="1462088" y="7772781"/>
            <a:ext cx="32385" cy="32385"/>
          </a:xfrm>
          <a:prstGeom xmlns:a="http://schemas.openxmlformats.org/drawingml/2006/main" prst="rect">
            <a:avLst/>
          </a:prstGeom>
          <a:solidFill xmlns:a="http://schemas.openxmlformats.org/drawingml/2006/main">
            <a:srgbClr val="EDF8F1"/>
          </a:solidFill>
          <a:ln xmlns:a="http://schemas.openxmlformats.org/drawingml/2006/main" w="9525">
            <a:solidFill>
              <a:srgbClr val="003B24"/>
            </a:solidFill>
            <a:prstDash val="solid"/>
          </a:ln>
        </p:spPr>
      </p:sp>
      <p:sp>
        <p:nvSpPr>
          <p:cNvPr id="81" name="">
            <a:extLst xmlns:a="http://schemas.openxmlformats.org/drawingml/2006/main">
              <a:ext uri="{FF2B5EF4-FFF2-40B4-BE49-F238E27FC236}">
                <a16:creationId xmlns:a16="http://schemas.microsoft.com/office/drawing/2014/main" id="{B43E3046-37E5-439D-BE1D-2FAAD115324C}"/>
              </a:ext>
            </a:extLst>
          </p:cNvPr>
          <p:cNvSpPr>
            <a:spLocks xmlns:a="http://schemas.openxmlformats.org/drawingml/2006/main" noGrp="1"/>
          </p:cNvSpPr>
          <p:nvPr/>
        </p:nvSpPr>
        <p:spPr>
          <a:xfrm xmlns:a="http://schemas.openxmlformats.org/drawingml/2006/main">
            <a:off x="1517142" y="7788974"/>
            <a:ext cx="90678" cy="0"/>
          </a:xfrm>
          <a:prstGeom xmlns:a="http://schemas.openxmlformats.org/drawingml/2006/main" prst="line">
            <a:avLst/>
          </a:prstGeom>
          <a:noFill xmlns:a="http://schemas.openxmlformats.org/drawingml/2006/main"/>
          <a:ln xmlns:a="http://schemas.openxmlformats.org/drawingml/2006/main" w="19050">
            <a:solidFill>
              <a:srgbClr val="5F6878"/>
            </a:solidFill>
            <a:prstDash val="solid"/>
          </a:ln>
        </p:spPr>
      </p:sp>
      <p:sp>
        <p:nvSpPr>
          <p:cNvPr id="82" name="">
            <a:extLst xmlns:a="http://schemas.openxmlformats.org/drawingml/2006/main">
              <a:ext uri="{FF2B5EF4-FFF2-40B4-BE49-F238E27FC236}">
                <a16:creationId xmlns:a16="http://schemas.microsoft.com/office/drawing/2014/main" id="{0B0C4C42-2A8E-48C6-8C2E-96DE7D597E97}"/>
              </a:ext>
            </a:extLst>
          </p:cNvPr>
          <p:cNvSpPr>
            <a:spLocks xmlns:a="http://schemas.openxmlformats.org/drawingml/2006/main" noGrp="1"/>
          </p:cNvSpPr>
          <p:nvPr/>
        </p:nvSpPr>
        <p:spPr>
          <a:xfrm xmlns:a="http://schemas.openxmlformats.org/drawingml/2006/main">
            <a:off x="1866900" y="75533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Day 7: Plan the next week</a:t>
            </a:r>
          </a:p>
        </p:txBody>
      </p:sp>
      <p:sp>
        <p:nvSpPr>
          <p:cNvPr id="83" name="">
            <a:extLst xmlns:a="http://schemas.openxmlformats.org/drawingml/2006/main">
              <a:ext uri="{FF2B5EF4-FFF2-40B4-BE49-F238E27FC236}">
                <a16:creationId xmlns:a16="http://schemas.microsoft.com/office/drawing/2014/main" id="{3AC38B0F-B05E-4009-A504-F945A3C4DFAC}"/>
              </a:ext>
            </a:extLst>
          </p:cNvPr>
          <p:cNvSpPr>
            <a:spLocks xmlns:a="http://schemas.openxmlformats.org/drawingml/2006/main" noGrp="1"/>
          </p:cNvSpPr>
          <p:nvPr/>
        </p:nvSpPr>
        <p:spPr>
          <a:xfrm xmlns:a="http://schemas.openxmlformats.org/drawingml/2006/main">
            <a:off x="1866900" y="77914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Keep one helpful habit and adjust the rest.</a:t>
            </a:r>
          </a:p>
        </p:txBody>
      </p:sp>
      <p:sp>
        <p:nvSpPr>
          <p:cNvPr id="84" name="">
            <a:extLst xmlns:a="http://schemas.openxmlformats.org/drawingml/2006/main">
              <a:ext uri="{FF2B5EF4-FFF2-40B4-BE49-F238E27FC236}">
                <a16:creationId xmlns:a16="http://schemas.microsoft.com/office/drawing/2014/main" id="{EA229E96-ECB8-468D-B50C-125F8F0B2AC1}"/>
              </a:ext>
            </a:extLst>
          </p:cNvPr>
          <p:cNvSpPr>
            <a:spLocks xmlns:a="http://schemas.openxmlformats.org/drawingml/2006/main" noGrp="1"/>
          </p:cNvSpPr>
          <p:nvPr/>
        </p:nvSpPr>
        <p:spPr>
          <a:xfrm xmlns:a="http://schemas.openxmlformats.org/drawingml/2006/main">
            <a:off x="514350" y="8572500"/>
            <a:ext cx="674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1050" b="1" i="0">
                <a:solidFill>
                  <a:srgbClr val="005030"/>
                </a:solidFill>
                <a:latin typeface="Verdana"/>
                <a:ea typeface="Verdana"/>
                <a:cs typeface="Verdana"/>
              </a:defRPr>
            </a:pPr>
            <a:r>
              <a:rPr sz="1050" b="1" i="0">
                <a:solidFill>
                  <a:srgbClr val="005030"/>
                </a:solidFill>
                <a:latin typeface="Verdana"/>
                <a:ea typeface="Verdana"/>
                <a:cs typeface="Verdana"/>
              </a:rPr>
              <a:t>Small, realistic actions are easier to repeat than dramatic overhauls.</a:t>
            </a:r>
          </a:p>
        </p:txBody>
      </p:sp>
    </p:spTree>
    <p:extLst>
      <p:ext uri="{BB962C8B-B14F-4D97-AF65-F5344CB8AC3E}">
        <p14:creationId xmlns:p14="http://schemas.microsoft.com/office/powerpoint/2010/main" val="986039036"/>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567D7C3-8BCB-4DF9-AA3E-6BDC5B8107E7}"/>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6cefab509664961"/>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D25330B4-9B8B-4B09-8ECD-C7B0AE55E9EC}"/>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B7DCA658-87A9-4571-A183-60CF67D45005}"/>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1</a:t>
            </a:r>
          </a:p>
        </p:txBody>
      </p:sp>
      <p:sp>
        <p:nvSpPr>
          <p:cNvPr id="5" name="">
            <a:extLst xmlns:a="http://schemas.openxmlformats.org/drawingml/2006/main">
              <a:ext uri="{FF2B5EF4-FFF2-40B4-BE49-F238E27FC236}">
                <a16:creationId xmlns:a16="http://schemas.microsoft.com/office/drawing/2014/main" id="{C8C85E07-A20A-4800-AC58-4A11E543FEA0}"/>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6C978453-100D-40A1-86D5-5755155A79F0}"/>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78AB8E35-58BD-4AF5-9D24-C9F1CD2F5A7E}"/>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fa1b09b2d0f040b1"/>
              </a:rPr>
              <a:t>mindfuldiabetes.org</a:t>
            </a:r>
          </a:p>
        </p:txBody>
      </p:sp>
      <p:sp>
        <p:nvSpPr>
          <p:cNvPr id="8" name="">
            <a:extLst xmlns:a="http://schemas.openxmlformats.org/drawingml/2006/main">
              <a:ext uri="{FF2B5EF4-FFF2-40B4-BE49-F238E27FC236}">
                <a16:creationId xmlns:a16="http://schemas.microsoft.com/office/drawing/2014/main" id="{4AC28613-B996-4F9D-A682-D8149ABF077B}"/>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5</a:t>
            </a:r>
          </a:p>
        </p:txBody>
      </p:sp>
      <p:sp>
        <p:nvSpPr>
          <p:cNvPr id="9" name="">
            <a:extLst xmlns:a="http://schemas.openxmlformats.org/drawingml/2006/main">
              <a:ext uri="{FF2B5EF4-FFF2-40B4-BE49-F238E27FC236}">
                <a16:creationId xmlns:a16="http://schemas.microsoft.com/office/drawing/2014/main" id="{AAAFFEC1-86B0-49F0-B726-34BDBA92451E}"/>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1</a:t>
            </a:r>
          </a:p>
        </p:txBody>
      </p:sp>
      <p:sp>
        <p:nvSpPr>
          <p:cNvPr id="10" name="">
            <a:extLst xmlns:a="http://schemas.openxmlformats.org/drawingml/2006/main">
              <a:ext uri="{FF2B5EF4-FFF2-40B4-BE49-F238E27FC236}">
                <a16:creationId xmlns:a16="http://schemas.microsoft.com/office/drawing/2014/main" id="{5E5979C5-6ABD-4531-8AAF-96340FAD4220}"/>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Notice your starting point</a:t>
            </a:r>
          </a:p>
        </p:txBody>
      </p:sp>
      <p:sp>
        <p:nvSpPr>
          <p:cNvPr id="11" name="">
            <a:extLst xmlns:a="http://schemas.openxmlformats.org/drawingml/2006/main">
              <a:ext uri="{FF2B5EF4-FFF2-40B4-BE49-F238E27FC236}">
                <a16:creationId xmlns:a16="http://schemas.microsoft.com/office/drawing/2014/main" id="{3DF36C6B-472A-4462-A7E6-6C9FA043974E}"/>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Record a normal day without grading yourself as good or bad.</a:t>
            </a:r>
          </a:p>
        </p:txBody>
      </p:sp>
      <p:sp>
        <p:nvSpPr>
          <p:cNvPr id="12" name="">
            <a:extLst xmlns:a="http://schemas.openxmlformats.org/drawingml/2006/main">
              <a:ext uri="{FF2B5EF4-FFF2-40B4-BE49-F238E27FC236}">
                <a16:creationId xmlns:a16="http://schemas.microsoft.com/office/drawing/2014/main" id="{62C80AAB-C995-4EFD-A329-3FECD58930D7}"/>
              </a:ext>
            </a:extLst>
          </p:cNvPr>
          <p:cNvSpPr>
            <a:spLocks xmlns:a="http://schemas.openxmlformats.org/drawingml/2006/main" noGrp="1"/>
          </p:cNvSpPr>
          <p:nvPr/>
        </p:nvSpPr>
        <p:spPr>
          <a:xfrm xmlns:a="http://schemas.openxmlformats.org/drawingml/2006/main">
            <a:off x="514350" y="2076450"/>
            <a:ext cx="6743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13" b="0" i="0">
                <a:solidFill>
                  <a:srgbClr val="273044"/>
                </a:solidFill>
                <a:latin typeface="Verdana"/>
                <a:ea typeface="Verdana"/>
                <a:cs typeface="Verdana"/>
              </a:defRPr>
            </a:pPr>
            <a:r>
              <a:rPr sz="1013" b="0" i="0">
                <a:solidFill>
                  <a:srgbClr val="273044"/>
                </a:solidFill>
                <a:latin typeface="Verdana"/>
                <a:ea typeface="Verdana"/>
                <a:cs typeface="Verdana"/>
              </a:rPr>
              <a:t>Choose awareness over judgment. A useful starting point includes what already works, what felt difficult, and one realistic goal.</a:t>
            </a:r>
          </a:p>
        </p:txBody>
      </p:sp>
      <p:sp>
        <p:nvSpPr>
          <p:cNvPr id="13" name="">
            <a:extLst xmlns:a="http://schemas.openxmlformats.org/drawingml/2006/main">
              <a:ext uri="{FF2B5EF4-FFF2-40B4-BE49-F238E27FC236}">
                <a16:creationId xmlns:a16="http://schemas.microsoft.com/office/drawing/2014/main" id="{03A9739C-EC8C-4EAA-BFFC-22BE0D683561}"/>
              </a:ext>
            </a:extLst>
          </p:cNvPr>
          <p:cNvSpPr>
            <a:spLocks xmlns:a="http://schemas.openxmlformats.org/drawingml/2006/main" noGrp="1"/>
          </p:cNvSpPr>
          <p:nvPr/>
        </p:nvSpPr>
        <p:spPr>
          <a:xfrm xmlns:a="http://schemas.openxmlformats.org/drawingml/2006/main">
            <a:off x="514350" y="28384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drink pattern I noticed</a:t>
            </a:r>
          </a:p>
        </p:txBody>
      </p:sp>
      <p:sp>
        <p:nvSpPr>
          <p:cNvPr id="14" name="">
            <a:extLst xmlns:a="http://schemas.openxmlformats.org/drawingml/2006/main">
              <a:ext uri="{FF2B5EF4-FFF2-40B4-BE49-F238E27FC236}">
                <a16:creationId xmlns:a16="http://schemas.microsoft.com/office/drawing/2014/main" id="{D7B7C3B0-2C02-4B82-8B3C-95E2D1BA5941}"/>
              </a:ext>
            </a:extLst>
          </p:cNvPr>
          <p:cNvSpPr>
            <a:spLocks xmlns:a="http://schemas.openxmlformats.org/drawingml/2006/main" noGrp="1"/>
          </p:cNvSpPr>
          <p:nvPr/>
        </p:nvSpPr>
        <p:spPr>
          <a:xfrm xmlns:a="http://schemas.openxmlformats.org/drawingml/2006/main">
            <a:off x="514350" y="30480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15" name="">
            <a:extLst xmlns:a="http://schemas.openxmlformats.org/drawingml/2006/main">
              <a:ext uri="{FF2B5EF4-FFF2-40B4-BE49-F238E27FC236}">
                <a16:creationId xmlns:a16="http://schemas.microsoft.com/office/drawing/2014/main" id="{50F7D65D-D4E6-4643-8CD4-AE9E27D9D8D6}"/>
              </a:ext>
            </a:extLst>
          </p:cNvPr>
          <p:cNvSpPr>
            <a:spLocks xmlns:a="http://schemas.openxmlformats.org/drawingml/2006/main" noGrp="1"/>
          </p:cNvSpPr>
          <p:nvPr/>
        </p:nvSpPr>
        <p:spPr>
          <a:xfrm xmlns:a="http://schemas.openxmlformats.org/drawingml/2006/main">
            <a:off x="3886200" y="28384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meal pattern I noticed</a:t>
            </a:r>
          </a:p>
        </p:txBody>
      </p:sp>
      <p:sp>
        <p:nvSpPr>
          <p:cNvPr id="16" name="">
            <a:extLst xmlns:a="http://schemas.openxmlformats.org/drawingml/2006/main">
              <a:ext uri="{FF2B5EF4-FFF2-40B4-BE49-F238E27FC236}">
                <a16:creationId xmlns:a16="http://schemas.microsoft.com/office/drawing/2014/main" id="{5C50063A-2FF4-4D49-95CA-34C451C71D92}"/>
              </a:ext>
            </a:extLst>
          </p:cNvPr>
          <p:cNvSpPr>
            <a:spLocks xmlns:a="http://schemas.openxmlformats.org/drawingml/2006/main" noGrp="1"/>
          </p:cNvSpPr>
          <p:nvPr/>
        </p:nvSpPr>
        <p:spPr>
          <a:xfrm xmlns:a="http://schemas.openxmlformats.org/drawingml/2006/main">
            <a:off x="3886200" y="30480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17" name="">
            <a:extLst xmlns:a="http://schemas.openxmlformats.org/drawingml/2006/main">
              <a:ext uri="{FF2B5EF4-FFF2-40B4-BE49-F238E27FC236}">
                <a16:creationId xmlns:a16="http://schemas.microsoft.com/office/drawing/2014/main" id="{CB5E21C4-E708-45D2-A575-653BDF472180}"/>
              </a:ext>
            </a:extLst>
          </p:cNvPr>
          <p:cNvSpPr>
            <a:spLocks xmlns:a="http://schemas.openxmlformats.org/drawingml/2006/main" noGrp="1"/>
          </p:cNvSpPr>
          <p:nvPr/>
        </p:nvSpPr>
        <p:spPr>
          <a:xfrm xmlns:a="http://schemas.openxmlformats.org/drawingml/2006/main">
            <a:off x="514350" y="41910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movement pattern I noticed</a:t>
            </a:r>
          </a:p>
        </p:txBody>
      </p:sp>
      <p:sp>
        <p:nvSpPr>
          <p:cNvPr id="18" name="">
            <a:extLst xmlns:a="http://schemas.openxmlformats.org/drawingml/2006/main">
              <a:ext uri="{FF2B5EF4-FFF2-40B4-BE49-F238E27FC236}">
                <a16:creationId xmlns:a16="http://schemas.microsoft.com/office/drawing/2014/main" id="{3D9861E1-9714-475E-9B60-E560EEB5FE93}"/>
              </a:ext>
            </a:extLst>
          </p:cNvPr>
          <p:cNvSpPr>
            <a:spLocks xmlns:a="http://schemas.openxmlformats.org/drawingml/2006/main" noGrp="1"/>
          </p:cNvSpPr>
          <p:nvPr/>
        </p:nvSpPr>
        <p:spPr>
          <a:xfrm xmlns:a="http://schemas.openxmlformats.org/drawingml/2006/main">
            <a:off x="514350" y="44005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19" name="">
            <a:extLst xmlns:a="http://schemas.openxmlformats.org/drawingml/2006/main">
              <a:ext uri="{FF2B5EF4-FFF2-40B4-BE49-F238E27FC236}">
                <a16:creationId xmlns:a16="http://schemas.microsoft.com/office/drawing/2014/main" id="{D6CBEBE7-E6E9-4C97-8A03-F08ED6051134}"/>
              </a:ext>
            </a:extLst>
          </p:cNvPr>
          <p:cNvSpPr>
            <a:spLocks xmlns:a="http://schemas.openxmlformats.org/drawingml/2006/main" noGrp="1"/>
          </p:cNvSpPr>
          <p:nvPr/>
        </p:nvSpPr>
        <p:spPr>
          <a:xfrm xmlns:a="http://schemas.openxmlformats.org/drawingml/2006/main">
            <a:off x="3886200" y="41910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sleep pattern I noticed</a:t>
            </a:r>
          </a:p>
        </p:txBody>
      </p:sp>
      <p:sp>
        <p:nvSpPr>
          <p:cNvPr id="20" name="">
            <a:extLst xmlns:a="http://schemas.openxmlformats.org/drawingml/2006/main">
              <a:ext uri="{FF2B5EF4-FFF2-40B4-BE49-F238E27FC236}">
                <a16:creationId xmlns:a16="http://schemas.microsoft.com/office/drawing/2014/main" id="{3A8EAEBD-71C6-4F20-97DB-48FB767D61BE}"/>
              </a:ext>
            </a:extLst>
          </p:cNvPr>
          <p:cNvSpPr>
            <a:spLocks xmlns:a="http://schemas.openxmlformats.org/drawingml/2006/main" noGrp="1"/>
          </p:cNvSpPr>
          <p:nvPr/>
        </p:nvSpPr>
        <p:spPr>
          <a:xfrm xmlns:a="http://schemas.openxmlformats.org/drawingml/2006/main">
            <a:off x="3886200" y="44005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1" name="">
            <a:extLst xmlns:a="http://schemas.openxmlformats.org/drawingml/2006/main">
              <a:ext uri="{FF2B5EF4-FFF2-40B4-BE49-F238E27FC236}">
                <a16:creationId xmlns:a16="http://schemas.microsoft.com/office/drawing/2014/main" id="{A07F7A37-4A8F-4381-B1DF-C5EA425161D0}"/>
              </a:ext>
            </a:extLst>
          </p:cNvPr>
          <p:cNvSpPr>
            <a:spLocks xmlns:a="http://schemas.openxmlformats.org/drawingml/2006/main" noGrp="1"/>
          </p:cNvSpPr>
          <p:nvPr/>
        </p:nvSpPr>
        <p:spPr>
          <a:xfrm xmlns:a="http://schemas.openxmlformats.org/drawingml/2006/main">
            <a:off x="514350" y="55435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My energy or mood</a:t>
            </a:r>
          </a:p>
        </p:txBody>
      </p:sp>
      <p:sp>
        <p:nvSpPr>
          <p:cNvPr id="22" name="">
            <a:extLst xmlns:a="http://schemas.openxmlformats.org/drawingml/2006/main">
              <a:ext uri="{FF2B5EF4-FFF2-40B4-BE49-F238E27FC236}">
                <a16:creationId xmlns:a16="http://schemas.microsoft.com/office/drawing/2014/main" id="{9BB3B0D3-C17C-4517-8D81-6749FA9E6F1B}"/>
              </a:ext>
            </a:extLst>
          </p:cNvPr>
          <p:cNvSpPr>
            <a:spLocks xmlns:a="http://schemas.openxmlformats.org/drawingml/2006/main" noGrp="1"/>
          </p:cNvSpPr>
          <p:nvPr/>
        </p:nvSpPr>
        <p:spPr>
          <a:xfrm xmlns:a="http://schemas.openxmlformats.org/drawingml/2006/main">
            <a:off x="514350" y="57531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3" name="">
            <a:extLst xmlns:a="http://schemas.openxmlformats.org/drawingml/2006/main">
              <a:ext uri="{FF2B5EF4-FFF2-40B4-BE49-F238E27FC236}">
                <a16:creationId xmlns:a16="http://schemas.microsoft.com/office/drawing/2014/main" id="{32CDDD57-2156-4D2D-AA52-3AD204B58A49}"/>
              </a:ext>
            </a:extLst>
          </p:cNvPr>
          <p:cNvSpPr>
            <a:spLocks xmlns:a="http://schemas.openxmlformats.org/drawingml/2006/main" noGrp="1"/>
          </p:cNvSpPr>
          <p:nvPr/>
        </p:nvSpPr>
        <p:spPr>
          <a:xfrm xmlns:a="http://schemas.openxmlformats.org/drawingml/2006/main">
            <a:off x="3886200" y="55435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part of the day that felt difficult</a:t>
            </a:r>
          </a:p>
        </p:txBody>
      </p:sp>
      <p:sp>
        <p:nvSpPr>
          <p:cNvPr id="24" name="">
            <a:extLst xmlns:a="http://schemas.openxmlformats.org/drawingml/2006/main">
              <a:ext uri="{FF2B5EF4-FFF2-40B4-BE49-F238E27FC236}">
                <a16:creationId xmlns:a16="http://schemas.microsoft.com/office/drawing/2014/main" id="{8C000C9F-8637-488D-A385-C43C1DE96B21}"/>
              </a:ext>
            </a:extLst>
          </p:cNvPr>
          <p:cNvSpPr>
            <a:spLocks xmlns:a="http://schemas.openxmlformats.org/drawingml/2006/main" noGrp="1"/>
          </p:cNvSpPr>
          <p:nvPr/>
        </p:nvSpPr>
        <p:spPr>
          <a:xfrm xmlns:a="http://schemas.openxmlformats.org/drawingml/2006/main">
            <a:off x="3886200" y="57531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5" name="">
            <a:extLst xmlns:a="http://schemas.openxmlformats.org/drawingml/2006/main">
              <a:ext uri="{FF2B5EF4-FFF2-40B4-BE49-F238E27FC236}">
                <a16:creationId xmlns:a16="http://schemas.microsoft.com/office/drawing/2014/main" id="{28D7EEB3-9166-410B-AE5F-2329F9E220CD}"/>
              </a:ext>
            </a:extLst>
          </p:cNvPr>
          <p:cNvSpPr>
            <a:spLocks xmlns:a="http://schemas.openxmlformats.org/drawingml/2006/main" noGrp="1"/>
          </p:cNvSpPr>
          <p:nvPr/>
        </p:nvSpPr>
        <p:spPr>
          <a:xfrm xmlns:a="http://schemas.openxmlformats.org/drawingml/2006/main">
            <a:off x="514350" y="68961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thing already working</a:t>
            </a:r>
          </a:p>
        </p:txBody>
      </p:sp>
      <p:sp>
        <p:nvSpPr>
          <p:cNvPr id="26" name="">
            <a:extLst xmlns:a="http://schemas.openxmlformats.org/drawingml/2006/main">
              <a:ext uri="{FF2B5EF4-FFF2-40B4-BE49-F238E27FC236}">
                <a16:creationId xmlns:a16="http://schemas.microsoft.com/office/drawing/2014/main" id="{7262CC00-086E-48F6-B146-43556C9C9FBF}"/>
              </a:ext>
            </a:extLst>
          </p:cNvPr>
          <p:cNvSpPr>
            <a:spLocks xmlns:a="http://schemas.openxmlformats.org/drawingml/2006/main" noGrp="1"/>
          </p:cNvSpPr>
          <p:nvPr/>
        </p:nvSpPr>
        <p:spPr>
          <a:xfrm xmlns:a="http://schemas.openxmlformats.org/drawingml/2006/main">
            <a:off x="514350" y="71056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7488CBE6-FA4D-4C8D-AB92-7B59578FF425}"/>
              </a:ext>
            </a:extLst>
          </p:cNvPr>
          <p:cNvSpPr>
            <a:spLocks xmlns:a="http://schemas.openxmlformats.org/drawingml/2006/main" noGrp="1"/>
          </p:cNvSpPr>
          <p:nvPr/>
        </p:nvSpPr>
        <p:spPr>
          <a:xfrm xmlns:a="http://schemas.openxmlformats.org/drawingml/2006/main">
            <a:off x="3886200" y="68961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One realistic goal</a:t>
            </a:r>
          </a:p>
        </p:txBody>
      </p:sp>
      <p:sp>
        <p:nvSpPr>
          <p:cNvPr id="28" name="">
            <a:extLst xmlns:a="http://schemas.openxmlformats.org/drawingml/2006/main">
              <a:ext uri="{FF2B5EF4-FFF2-40B4-BE49-F238E27FC236}">
                <a16:creationId xmlns:a16="http://schemas.microsoft.com/office/drawing/2014/main" id="{3B3CD1CF-6D34-43EF-B26A-A35EB800C3A6}"/>
              </a:ext>
            </a:extLst>
          </p:cNvPr>
          <p:cNvSpPr>
            <a:spLocks xmlns:a="http://schemas.openxmlformats.org/drawingml/2006/main" noGrp="1"/>
          </p:cNvSpPr>
          <p:nvPr/>
        </p:nvSpPr>
        <p:spPr>
          <a:xfrm xmlns:a="http://schemas.openxmlformats.org/drawingml/2006/main">
            <a:off x="3886200" y="71056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Tree>
    <p:extLst>
      <p:ext uri="{BB962C8B-B14F-4D97-AF65-F5344CB8AC3E}">
        <p14:creationId xmlns:p14="http://schemas.microsoft.com/office/powerpoint/2010/main" val="21681072"/>
      </p:ext>
    </p:extLst>
  </p:cSld>
</p:sld>
</file>

<file path=ppt/slides/slide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924600B-03AB-4C6F-8BF1-30ADF57F5310}"/>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a4fd16530fc2464b"/>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7B4B39F9-FF65-4C84-9CFD-4CEBD52BF910}"/>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A01F7BEE-156E-411E-BEEB-722F810F191F}"/>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2</a:t>
            </a:r>
          </a:p>
        </p:txBody>
      </p:sp>
      <p:sp>
        <p:nvSpPr>
          <p:cNvPr id="5" name="">
            <a:extLst xmlns:a="http://schemas.openxmlformats.org/drawingml/2006/main">
              <a:ext uri="{FF2B5EF4-FFF2-40B4-BE49-F238E27FC236}">
                <a16:creationId xmlns:a16="http://schemas.microsoft.com/office/drawing/2014/main" id="{65A99CDD-BE9A-4892-BD40-0C2258E38A6D}"/>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F6BB069D-B337-41E6-AA8C-5811AF1F219B}"/>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81D8D5EE-62DD-4B5E-93E6-9DA84E2451B8}"/>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4608a8732a2344bc"/>
              </a:rPr>
              <a:t>mindfuldiabetes.org</a:t>
            </a:r>
          </a:p>
        </p:txBody>
      </p:sp>
      <p:sp>
        <p:nvSpPr>
          <p:cNvPr id="8" name="">
            <a:extLst xmlns:a="http://schemas.openxmlformats.org/drawingml/2006/main">
              <a:ext uri="{FF2B5EF4-FFF2-40B4-BE49-F238E27FC236}">
                <a16:creationId xmlns:a16="http://schemas.microsoft.com/office/drawing/2014/main" id="{8FC59658-B056-4315-A8B0-07696C6982FA}"/>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6</a:t>
            </a:r>
          </a:p>
        </p:txBody>
      </p:sp>
      <p:sp>
        <p:nvSpPr>
          <p:cNvPr id="9" name="">
            <a:extLst xmlns:a="http://schemas.openxmlformats.org/drawingml/2006/main">
              <a:ext uri="{FF2B5EF4-FFF2-40B4-BE49-F238E27FC236}">
                <a16:creationId xmlns:a16="http://schemas.microsoft.com/office/drawing/2014/main" id="{B56CE114-DD53-49CC-B01F-61B5CE870435}"/>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2</a:t>
            </a:r>
          </a:p>
        </p:txBody>
      </p:sp>
      <p:sp>
        <p:nvSpPr>
          <p:cNvPr id="10" name="">
            <a:extLst xmlns:a="http://schemas.openxmlformats.org/drawingml/2006/main">
              <a:ext uri="{FF2B5EF4-FFF2-40B4-BE49-F238E27FC236}">
                <a16:creationId xmlns:a16="http://schemas.microsoft.com/office/drawing/2014/main" id="{B837FB46-AF39-46F9-A25B-74B3EDEC6DF6}"/>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Build one balanced meal</a:t>
            </a:r>
          </a:p>
        </p:txBody>
      </p:sp>
      <p:sp>
        <p:nvSpPr>
          <p:cNvPr id="11" name="">
            <a:extLst xmlns:a="http://schemas.openxmlformats.org/drawingml/2006/main">
              <a:ext uri="{FF2B5EF4-FFF2-40B4-BE49-F238E27FC236}">
                <a16:creationId xmlns:a16="http://schemas.microsoft.com/office/drawing/2014/main" id="{8AB5F4A5-C15C-4407-AF19-0CC807C9FE19}"/>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Use the Mindful Plate as a flexible starting point for one meal.</a:t>
            </a:r>
          </a:p>
        </p:txBody>
      </p:sp>
      <p:sp>
        <p:nvSpPr>
          <p:cNvPr id="12" name="">
            <a:extLst xmlns:a="http://schemas.openxmlformats.org/drawingml/2006/main">
              <a:ext uri="{FF2B5EF4-FFF2-40B4-BE49-F238E27FC236}">
                <a16:creationId xmlns:a16="http://schemas.microsoft.com/office/drawing/2014/main" id="{3FCC442A-DF3A-4F32-BE44-D097E7A8AFBD}"/>
              </a:ext>
            </a:extLst>
          </p:cNvPr>
          <p:cNvSpPr>
            <a:spLocks xmlns:a="http://schemas.openxmlformats.org/drawingml/2006/main" noGrp="1"/>
          </p:cNvSpPr>
          <p:nvPr/>
        </p:nvSpPr>
        <p:spPr>
          <a:xfrm xmlns:a="http://schemas.openxmlformats.org/drawingml/2006/main">
            <a:off x="914400" y="2533650"/>
            <a:ext cx="2857500" cy="28575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D1338"/>
            </a:solidFill>
            <a:prstDash val="solid"/>
          </a:ln>
        </p:spPr>
      </p:sp>
      <p:sp>
        <p:nvSpPr>
          <p:cNvPr id="13" name="">
            <a:extLst xmlns:a="http://schemas.openxmlformats.org/drawingml/2006/main">
              <a:ext uri="{FF2B5EF4-FFF2-40B4-BE49-F238E27FC236}">
                <a16:creationId xmlns:a16="http://schemas.microsoft.com/office/drawing/2014/main" id="{2C69CDB9-3312-4C5A-86A8-01050F507547}"/>
              </a:ext>
            </a:extLst>
          </p:cNvPr>
          <p:cNvSpPr>
            <a:spLocks xmlns:a="http://schemas.openxmlformats.org/drawingml/2006/main" noGrp="1"/>
          </p:cNvSpPr>
          <p:nvPr/>
        </p:nvSpPr>
        <p:spPr>
          <a:xfrm xmlns:a="http://schemas.openxmlformats.org/drawingml/2006/main">
            <a:off x="1257300" y="2933700"/>
            <a:ext cx="1028700" cy="2057400"/>
          </a:xfrm>
          <a:prstGeom xmlns:a="http://schemas.openxmlformats.org/drawingml/2006/main" prst="rect">
            <a:avLst/>
          </a:prstGeom>
          <a:solidFill xmlns:a="http://schemas.openxmlformats.org/drawingml/2006/main">
            <a:srgbClr val="EDF8F1"/>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62B683E8-D187-4671-B908-50E126C5820B}"/>
              </a:ext>
            </a:extLst>
          </p:cNvPr>
          <p:cNvSpPr>
            <a:spLocks xmlns:a="http://schemas.openxmlformats.org/drawingml/2006/main" noGrp="1"/>
          </p:cNvSpPr>
          <p:nvPr/>
        </p:nvSpPr>
        <p:spPr>
          <a:xfrm xmlns:a="http://schemas.openxmlformats.org/drawingml/2006/main">
            <a:off x="2400300" y="2933700"/>
            <a:ext cx="971550" cy="971550"/>
          </a:xfrm>
          <a:prstGeom xmlns:a="http://schemas.openxmlformats.org/drawingml/2006/main" prst="rect">
            <a:avLst/>
          </a:prstGeom>
          <a:solidFill xmlns:a="http://schemas.openxmlformats.org/drawingml/2006/main">
            <a:srgbClr val="FFF0E7"/>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F7E7AC30-D77A-40EB-A463-53483B12515A}"/>
              </a:ext>
            </a:extLst>
          </p:cNvPr>
          <p:cNvSpPr>
            <a:spLocks xmlns:a="http://schemas.openxmlformats.org/drawingml/2006/main" noGrp="1"/>
          </p:cNvSpPr>
          <p:nvPr/>
        </p:nvSpPr>
        <p:spPr>
          <a:xfrm xmlns:a="http://schemas.openxmlformats.org/drawingml/2006/main">
            <a:off x="2400300" y="4019550"/>
            <a:ext cx="971550" cy="971550"/>
          </a:xfrm>
          <a:prstGeom xmlns:a="http://schemas.openxmlformats.org/drawingml/2006/main" prst="rect">
            <a:avLst/>
          </a:prstGeom>
          <a:solidFill xmlns:a="http://schemas.openxmlformats.org/drawingml/2006/main">
            <a:srgbClr val="F5F7FE"/>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D9E2DF41-B405-4BCA-ACA8-B32A158FD4B6}"/>
              </a:ext>
            </a:extLst>
          </p:cNvPr>
          <p:cNvSpPr>
            <a:spLocks xmlns:a="http://schemas.openxmlformats.org/drawingml/2006/main" noGrp="1"/>
          </p:cNvSpPr>
          <p:nvPr/>
        </p:nvSpPr>
        <p:spPr>
          <a:xfrm xmlns:a="http://schemas.openxmlformats.org/drawingml/2006/main">
            <a:off x="2343150" y="2876550"/>
            <a:ext cx="0" cy="2171700"/>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17" name="">
            <a:extLst xmlns:a="http://schemas.openxmlformats.org/drawingml/2006/main">
              <a:ext uri="{FF2B5EF4-FFF2-40B4-BE49-F238E27FC236}">
                <a16:creationId xmlns:a16="http://schemas.microsoft.com/office/drawing/2014/main" id="{651186D0-9F73-4682-9FAF-5721140BFA1D}"/>
              </a:ext>
            </a:extLst>
          </p:cNvPr>
          <p:cNvSpPr>
            <a:spLocks xmlns:a="http://schemas.openxmlformats.org/drawingml/2006/main" noGrp="1"/>
          </p:cNvSpPr>
          <p:nvPr/>
        </p:nvSpPr>
        <p:spPr>
          <a:xfrm xmlns:a="http://schemas.openxmlformats.org/drawingml/2006/main">
            <a:off x="2343150" y="3962400"/>
            <a:ext cx="1085850" cy="0"/>
          </a:xfrm>
          <a:prstGeom xmlns:a="http://schemas.openxmlformats.org/drawingml/2006/main" prst="line">
            <a:avLst/>
          </a:prstGeom>
          <a:noFill xmlns:a="http://schemas.openxmlformats.org/drawingml/2006/main"/>
          <a:ln xmlns:a="http://schemas.openxmlformats.org/drawingml/2006/main" w="11430">
            <a:solidFill>
              <a:srgbClr val="0D1338"/>
            </a:solidFill>
            <a:prstDash val="solid"/>
          </a:ln>
        </p:spPr>
      </p:sp>
      <p:sp>
        <p:nvSpPr>
          <p:cNvPr id="18" name="">
            <a:extLst xmlns:a="http://schemas.openxmlformats.org/drawingml/2006/main">
              <a:ext uri="{FF2B5EF4-FFF2-40B4-BE49-F238E27FC236}">
                <a16:creationId xmlns:a16="http://schemas.microsoft.com/office/drawing/2014/main" id="{8BCFD06D-796B-4F74-9FE8-91F5C4ADBA54}"/>
              </a:ext>
            </a:extLst>
          </p:cNvPr>
          <p:cNvSpPr>
            <a:spLocks xmlns:a="http://schemas.openxmlformats.org/drawingml/2006/main" noGrp="1"/>
          </p:cNvSpPr>
          <p:nvPr/>
        </p:nvSpPr>
        <p:spPr>
          <a:xfrm xmlns:a="http://schemas.openxmlformats.org/drawingml/2006/main">
            <a:off x="914400" y="2533650"/>
            <a:ext cx="2857500" cy="2857500"/>
          </a:xfrm>
          <a:prstGeom xmlns:a="http://schemas.openxmlformats.org/drawingml/2006/main" prst="ellipse">
            <a:avLst/>
          </a:prstGeom>
          <a:noFill xmlns:a="http://schemas.openxmlformats.org/drawingml/2006/main"/>
          <a:ln xmlns:a="http://schemas.openxmlformats.org/drawingml/2006/main" w="19050">
            <a:solidFill>
              <a:srgbClr val="0D1338"/>
            </a:solidFill>
            <a:prstDash val="solid"/>
          </a:ln>
        </p:spPr>
      </p:sp>
      <p:sp>
        <p:nvSpPr>
          <p:cNvPr id="19" name="">
            <a:extLst xmlns:a="http://schemas.openxmlformats.org/drawingml/2006/main">
              <a:ext uri="{FF2B5EF4-FFF2-40B4-BE49-F238E27FC236}">
                <a16:creationId xmlns:a16="http://schemas.microsoft.com/office/drawing/2014/main" id="{89EF3352-865A-4720-B263-8AB261C3E2A5}"/>
              </a:ext>
            </a:extLst>
          </p:cNvPr>
          <p:cNvSpPr>
            <a:spLocks xmlns:a="http://schemas.openxmlformats.org/drawingml/2006/main" noGrp="1"/>
          </p:cNvSpPr>
          <p:nvPr/>
        </p:nvSpPr>
        <p:spPr>
          <a:xfrm xmlns:a="http://schemas.openxmlformats.org/drawingml/2006/main">
            <a:off x="1181100" y="56197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75" b="1" i="0">
                <a:solidFill>
                  <a:srgbClr val="0D1338"/>
                </a:solidFill>
                <a:latin typeface="Verdana"/>
                <a:ea typeface="Verdana"/>
                <a:cs typeface="Verdana"/>
              </a:defRPr>
            </a:pPr>
            <a:r>
              <a:rPr sz="975" b="1" i="0">
                <a:solidFill>
                  <a:srgbClr val="0D1338"/>
                </a:solidFill>
                <a:latin typeface="Verdana"/>
                <a:ea typeface="Verdana"/>
                <a:cs typeface="Verdana"/>
              </a:rPr>
              <a:t>Approximate plate pattern</a:t>
            </a:r>
          </a:p>
        </p:txBody>
      </p:sp>
      <p:sp>
        <p:nvSpPr>
          <p:cNvPr id="20" name="">
            <a:extLst xmlns:a="http://schemas.openxmlformats.org/drawingml/2006/main">
              <a:ext uri="{FF2B5EF4-FFF2-40B4-BE49-F238E27FC236}">
                <a16:creationId xmlns:a16="http://schemas.microsoft.com/office/drawing/2014/main" id="{550755F7-1487-4268-99C0-F681FE1E7171}"/>
              </a:ext>
            </a:extLst>
          </p:cNvPr>
          <p:cNvSpPr>
            <a:spLocks xmlns:a="http://schemas.openxmlformats.org/drawingml/2006/main" noGrp="1"/>
          </p:cNvSpPr>
          <p:nvPr/>
        </p:nvSpPr>
        <p:spPr>
          <a:xfrm xmlns:a="http://schemas.openxmlformats.org/drawingml/2006/main">
            <a:off x="1181100" y="60483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FA1228D-E61C-42E1-B28D-1800017AEA86}"/>
              </a:ext>
            </a:extLst>
          </p:cNvPr>
          <p:cNvSpPr>
            <a:spLocks xmlns:a="http://schemas.openxmlformats.org/drawingml/2006/main" noGrp="1"/>
          </p:cNvSpPr>
          <p:nvPr/>
        </p:nvSpPr>
        <p:spPr>
          <a:xfrm xmlns:a="http://schemas.openxmlformats.org/drawingml/2006/main">
            <a:off x="1333500" y="598170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About half: non-starchy vegetables</a:t>
            </a:r>
          </a:p>
        </p:txBody>
      </p:sp>
      <p:sp>
        <p:nvSpPr>
          <p:cNvPr id="22" name="">
            <a:extLst xmlns:a="http://schemas.openxmlformats.org/drawingml/2006/main">
              <a:ext uri="{FF2B5EF4-FFF2-40B4-BE49-F238E27FC236}">
                <a16:creationId xmlns:a16="http://schemas.microsoft.com/office/drawing/2014/main" id="{A782593D-67A1-49C2-ABE4-423E2389DD8C}"/>
              </a:ext>
            </a:extLst>
          </p:cNvPr>
          <p:cNvSpPr>
            <a:spLocks xmlns:a="http://schemas.openxmlformats.org/drawingml/2006/main" noGrp="1"/>
          </p:cNvSpPr>
          <p:nvPr/>
        </p:nvSpPr>
        <p:spPr>
          <a:xfrm xmlns:a="http://schemas.openxmlformats.org/drawingml/2006/main">
            <a:off x="1181100" y="63150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AEC7E22-63D7-4EA9-8A3E-5B03657AF4BC}"/>
              </a:ext>
            </a:extLst>
          </p:cNvPr>
          <p:cNvSpPr>
            <a:spLocks xmlns:a="http://schemas.openxmlformats.org/drawingml/2006/main" noGrp="1"/>
          </p:cNvSpPr>
          <p:nvPr/>
        </p:nvSpPr>
        <p:spPr>
          <a:xfrm xmlns:a="http://schemas.openxmlformats.org/drawingml/2006/main">
            <a:off x="1333500" y="624840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About one quarter: protein</a:t>
            </a:r>
          </a:p>
        </p:txBody>
      </p:sp>
      <p:sp>
        <p:nvSpPr>
          <p:cNvPr id="24" name="">
            <a:extLst xmlns:a="http://schemas.openxmlformats.org/drawingml/2006/main">
              <a:ext uri="{FF2B5EF4-FFF2-40B4-BE49-F238E27FC236}">
                <a16:creationId xmlns:a16="http://schemas.microsoft.com/office/drawing/2014/main" id="{95606A5E-B7F4-43FB-BC08-A2D3F79EEA7A}"/>
              </a:ext>
            </a:extLst>
          </p:cNvPr>
          <p:cNvSpPr>
            <a:spLocks xmlns:a="http://schemas.openxmlformats.org/drawingml/2006/main" noGrp="1"/>
          </p:cNvSpPr>
          <p:nvPr/>
        </p:nvSpPr>
        <p:spPr>
          <a:xfrm xmlns:a="http://schemas.openxmlformats.org/drawingml/2006/main">
            <a:off x="1181100" y="65817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83D13EC-B546-4C8A-BD1E-8DEA6294C219}"/>
              </a:ext>
            </a:extLst>
          </p:cNvPr>
          <p:cNvSpPr>
            <a:spLocks xmlns:a="http://schemas.openxmlformats.org/drawingml/2006/main" noGrp="1"/>
          </p:cNvSpPr>
          <p:nvPr/>
        </p:nvSpPr>
        <p:spPr>
          <a:xfrm xmlns:a="http://schemas.openxmlformats.org/drawingml/2006/main">
            <a:off x="1333500" y="651510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About one quarter: carbohydrate</a:t>
            </a:r>
          </a:p>
        </p:txBody>
      </p:sp>
      <p:sp>
        <p:nvSpPr>
          <p:cNvPr id="26" name="">
            <a:extLst xmlns:a="http://schemas.openxmlformats.org/drawingml/2006/main">
              <a:ext uri="{FF2B5EF4-FFF2-40B4-BE49-F238E27FC236}">
                <a16:creationId xmlns:a16="http://schemas.microsoft.com/office/drawing/2014/main" id="{E4E0FD6F-FAC4-472E-B8A8-E5A4AA762E9F}"/>
              </a:ext>
            </a:extLst>
          </p:cNvPr>
          <p:cNvSpPr>
            <a:spLocks xmlns:a="http://schemas.openxmlformats.org/drawingml/2006/main" noGrp="1"/>
          </p:cNvSpPr>
          <p:nvPr/>
        </p:nvSpPr>
        <p:spPr>
          <a:xfrm xmlns:a="http://schemas.openxmlformats.org/drawingml/2006/main">
            <a:off x="1181100" y="68484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D31E8A5-91EE-47EF-9F6D-B9DCF0BFACDC}"/>
              </a:ext>
            </a:extLst>
          </p:cNvPr>
          <p:cNvSpPr>
            <a:spLocks xmlns:a="http://schemas.openxmlformats.org/drawingml/2006/main" noGrp="1"/>
          </p:cNvSpPr>
          <p:nvPr/>
        </p:nvSpPr>
        <p:spPr>
          <a:xfrm xmlns:a="http://schemas.openxmlformats.org/drawingml/2006/main">
            <a:off x="1333500" y="678180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Lower-sugar drink nearby</a:t>
            </a:r>
          </a:p>
        </p:txBody>
      </p:sp>
      <p:sp>
        <p:nvSpPr>
          <p:cNvPr id="28" name="">
            <a:extLst xmlns:a="http://schemas.openxmlformats.org/drawingml/2006/main">
              <a:ext uri="{FF2B5EF4-FFF2-40B4-BE49-F238E27FC236}">
                <a16:creationId xmlns:a16="http://schemas.microsoft.com/office/drawing/2014/main" id="{8E4BEB83-59B6-422B-BE83-CFC9EB4A231D}"/>
              </a:ext>
            </a:extLst>
          </p:cNvPr>
          <p:cNvSpPr>
            <a:spLocks xmlns:a="http://schemas.openxmlformats.org/drawingml/2006/main" noGrp="1"/>
          </p:cNvSpPr>
          <p:nvPr/>
        </p:nvSpPr>
        <p:spPr>
          <a:xfrm xmlns:a="http://schemas.openxmlformats.org/drawingml/2006/main">
            <a:off x="4171950" y="25336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7000"/>
              </a:lnSpc>
              <a:buNone/>
              <a:defRPr sz="998" b="0" i="0">
                <a:solidFill>
                  <a:srgbClr val="273044"/>
                </a:solidFill>
                <a:latin typeface="Verdana"/>
                <a:ea typeface="Verdana"/>
                <a:cs typeface="Verdana"/>
              </a:defRPr>
            </a:pPr>
            <a:r>
              <a:rPr sz="998" b="0" i="0">
                <a:solidFill>
                  <a:srgbClr val="273044"/>
                </a:solidFill>
                <a:latin typeface="Verdana"/>
                <a:ea typeface="Verdana"/>
                <a:cs typeface="Verdana"/>
              </a:rPr>
              <a:t>Mixed dishes still count. Cultural foods still count. Beans and lentils may contribute protein, carbohydrate, and fiber. Individual carbohydrate and medication needs vary. [3]</a:t>
            </a:r>
          </a:p>
        </p:txBody>
      </p:sp>
      <p:sp>
        <p:nvSpPr>
          <p:cNvPr id="29" name="">
            <a:extLst xmlns:a="http://schemas.openxmlformats.org/drawingml/2006/main">
              <a:ext uri="{FF2B5EF4-FFF2-40B4-BE49-F238E27FC236}">
                <a16:creationId xmlns:a16="http://schemas.microsoft.com/office/drawing/2014/main" id="{9A48E9BE-B4D9-4064-A63B-7660D6D313E8}"/>
              </a:ext>
            </a:extLst>
          </p:cNvPr>
          <p:cNvSpPr>
            <a:spLocks xmlns:a="http://schemas.openxmlformats.org/drawingml/2006/main" noGrp="1"/>
          </p:cNvSpPr>
          <p:nvPr/>
        </p:nvSpPr>
        <p:spPr>
          <a:xfrm xmlns:a="http://schemas.openxmlformats.org/drawingml/2006/main">
            <a:off x="3962400" y="3943350"/>
            <a:ext cx="2952750" cy="1333500"/>
          </a:xfrm>
          <a:prstGeom xmlns:a="http://schemas.openxmlformats.org/drawingml/2006/main" prst="roundRect">
            <a:avLst>
              <a:gd name="adj" fmla="val 8571"/>
            </a:avLst>
          </a:prstGeom>
          <a:solidFill xmlns:a="http://schemas.openxmlformats.org/drawingml/2006/main">
            <a:srgbClr val="EDF8F1"/>
          </a:solidFill>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B961ABF2-7793-4803-B3D4-A8E14CF6C88C}"/>
              </a:ext>
            </a:extLst>
          </p:cNvPr>
          <p:cNvSpPr>
            <a:spLocks xmlns:a="http://schemas.openxmlformats.org/drawingml/2006/main" noGrp="1"/>
          </p:cNvSpPr>
          <p:nvPr/>
        </p:nvSpPr>
        <p:spPr>
          <a:xfrm xmlns:a="http://schemas.openxmlformats.org/drawingml/2006/main">
            <a:off x="3962400" y="3943350"/>
            <a:ext cx="57150" cy="1333500"/>
          </a:xfrm>
          <a:prstGeom xmlns:a="http://schemas.openxmlformats.org/drawingml/2006/main" prst="rect">
            <a:avLst/>
          </a:prstGeom>
          <a:solidFill xmlns:a="http://schemas.openxmlformats.org/drawingml/2006/main">
            <a:srgbClr val="00503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3AAEFAC-64B9-433F-8DD0-29925D161989}"/>
              </a:ext>
            </a:extLst>
          </p:cNvPr>
          <p:cNvSpPr>
            <a:spLocks xmlns:a="http://schemas.openxmlformats.org/drawingml/2006/main" noGrp="1"/>
          </p:cNvSpPr>
          <p:nvPr/>
        </p:nvSpPr>
        <p:spPr>
          <a:xfrm xmlns:a="http://schemas.openxmlformats.org/drawingml/2006/main">
            <a:off x="4133850" y="4076700"/>
            <a:ext cx="2628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Meal examples</a:t>
            </a:r>
          </a:p>
        </p:txBody>
      </p:sp>
      <p:sp>
        <p:nvSpPr>
          <p:cNvPr id="32" name="">
            <a:extLst xmlns:a="http://schemas.openxmlformats.org/drawingml/2006/main">
              <a:ext uri="{FF2B5EF4-FFF2-40B4-BE49-F238E27FC236}">
                <a16:creationId xmlns:a16="http://schemas.microsoft.com/office/drawing/2014/main" id="{43B9C099-CD89-4EE1-A54B-CB69BB7202FA}"/>
              </a:ext>
            </a:extLst>
          </p:cNvPr>
          <p:cNvSpPr>
            <a:spLocks xmlns:a="http://schemas.openxmlformats.org/drawingml/2006/main" noGrp="1"/>
          </p:cNvSpPr>
          <p:nvPr/>
        </p:nvSpPr>
        <p:spPr>
          <a:xfrm xmlns:a="http://schemas.openxmlformats.org/drawingml/2006/main">
            <a:off x="4133850" y="4343400"/>
            <a:ext cx="2628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Rice, beans, greens, and fish. Lentil dal with vegetables and yogurt. Tortilla with eggs, avocado, vegetables, and fruit. Stir-fry with tofu, noodles, and broccoli.</a:t>
            </a:r>
          </a:p>
        </p:txBody>
      </p:sp>
      <p:sp>
        <p:nvSpPr>
          <p:cNvPr id="33" name="">
            <a:extLst xmlns:a="http://schemas.openxmlformats.org/drawingml/2006/main">
              <a:ext uri="{FF2B5EF4-FFF2-40B4-BE49-F238E27FC236}">
                <a16:creationId xmlns:a16="http://schemas.microsoft.com/office/drawing/2014/main" id="{2E86F056-CB3A-4925-8BA9-C091F5220C80}"/>
              </a:ext>
            </a:extLst>
          </p:cNvPr>
          <p:cNvSpPr>
            <a:spLocks xmlns:a="http://schemas.openxmlformats.org/drawingml/2006/main" noGrp="1"/>
          </p:cNvSpPr>
          <p:nvPr/>
        </p:nvSpPr>
        <p:spPr>
          <a:xfrm xmlns:a="http://schemas.openxmlformats.org/drawingml/2006/main">
            <a:off x="3962400" y="5657850"/>
            <a:ext cx="295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F07239"/>
                </a:solidFill>
                <a:latin typeface="Verdana"/>
                <a:ea typeface="Verdana"/>
                <a:cs typeface="Verdana"/>
              </a:defRPr>
            </a:pPr>
            <a:r>
              <a:rPr sz="863" b="1" i="0">
                <a:solidFill>
                  <a:srgbClr val="F07239"/>
                </a:solidFill>
                <a:latin typeface="Verdana"/>
                <a:ea typeface="Verdana"/>
                <a:cs typeface="Verdana"/>
              </a:rPr>
              <a:t>The meal I will try</a:t>
            </a:r>
          </a:p>
        </p:txBody>
      </p:sp>
      <p:sp>
        <p:nvSpPr>
          <p:cNvPr id="34" name="">
            <a:extLst xmlns:a="http://schemas.openxmlformats.org/drawingml/2006/main">
              <a:ext uri="{FF2B5EF4-FFF2-40B4-BE49-F238E27FC236}">
                <a16:creationId xmlns:a16="http://schemas.microsoft.com/office/drawing/2014/main" id="{69B9DED5-A5F1-44AD-8CC9-6FB469C28C90}"/>
              </a:ext>
            </a:extLst>
          </p:cNvPr>
          <p:cNvSpPr>
            <a:spLocks xmlns:a="http://schemas.openxmlformats.org/drawingml/2006/main" noGrp="1"/>
          </p:cNvSpPr>
          <p:nvPr/>
        </p:nvSpPr>
        <p:spPr>
          <a:xfrm xmlns:a="http://schemas.openxmlformats.org/drawingml/2006/main">
            <a:off x="3962400" y="5867400"/>
            <a:ext cx="2952750" cy="628650"/>
          </a:xfrm>
          <a:prstGeom xmlns:a="http://schemas.openxmlformats.org/drawingml/2006/main" prst="roundRect">
            <a:avLst>
              <a:gd name="adj" fmla="val 10606"/>
            </a:avLst>
          </a:prstGeom>
          <a:solidFill xmlns:a="http://schemas.openxmlformats.org/drawingml/2006/main">
            <a:srgbClr val="FFFFFF"/>
          </a:solidFill>
          <a:ln xmlns:a="http://schemas.openxmlformats.org/drawingml/2006/main" w="9525">
            <a:solidFill>
              <a:srgbClr val="D9DEEA"/>
            </a:solidFill>
            <a:prstDash val="solid"/>
          </a:ln>
        </p:spPr>
      </p:sp>
      <p:sp>
        <p:nvSpPr>
          <p:cNvPr id="35" name="">
            <a:extLst xmlns:a="http://schemas.openxmlformats.org/drawingml/2006/main">
              <a:ext uri="{FF2B5EF4-FFF2-40B4-BE49-F238E27FC236}">
                <a16:creationId xmlns:a16="http://schemas.microsoft.com/office/drawing/2014/main" id="{1146C580-1987-4F38-B02D-CB5BDD8C8081}"/>
              </a:ext>
            </a:extLst>
          </p:cNvPr>
          <p:cNvSpPr>
            <a:spLocks xmlns:a="http://schemas.openxmlformats.org/drawingml/2006/main" noGrp="1"/>
          </p:cNvSpPr>
          <p:nvPr/>
        </p:nvSpPr>
        <p:spPr>
          <a:xfrm xmlns:a="http://schemas.openxmlformats.org/drawingml/2006/main">
            <a:off x="3962400" y="68199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F07239"/>
            </a:solidFill>
            <a:prstDash val="solid"/>
          </a:ln>
        </p:spPr>
      </p:sp>
      <p:sp>
        <p:nvSpPr>
          <p:cNvPr id="36" name="">
            <a:extLst xmlns:a="http://schemas.openxmlformats.org/drawingml/2006/main">
              <a:ext uri="{FF2B5EF4-FFF2-40B4-BE49-F238E27FC236}">
                <a16:creationId xmlns:a16="http://schemas.microsoft.com/office/drawing/2014/main" id="{EB118A3F-6F08-44E6-A3A4-CCC356067347}"/>
              </a:ext>
            </a:extLst>
          </p:cNvPr>
          <p:cNvSpPr>
            <a:spLocks xmlns:a="http://schemas.openxmlformats.org/drawingml/2006/main" noGrp="1"/>
          </p:cNvSpPr>
          <p:nvPr/>
        </p:nvSpPr>
        <p:spPr>
          <a:xfrm xmlns:a="http://schemas.openxmlformats.org/drawingml/2006/main">
            <a:off x="4171950" y="6800850"/>
            <a:ext cx="1981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One meal is enough.</a:t>
            </a:r>
          </a:p>
        </p:txBody>
      </p:sp>
      <p:sp>
        <p:nvSpPr>
          <p:cNvPr id="37" name="">
            <a:extLst xmlns:a="http://schemas.openxmlformats.org/drawingml/2006/main">
              <a:ext uri="{FF2B5EF4-FFF2-40B4-BE49-F238E27FC236}">
                <a16:creationId xmlns:a16="http://schemas.microsoft.com/office/drawing/2014/main" id="{89C62463-D658-4381-9A13-0800B7167E41}"/>
              </a:ext>
            </a:extLst>
          </p:cNvPr>
          <p:cNvSpPr>
            <a:spLocks xmlns:a="http://schemas.openxmlformats.org/drawingml/2006/main" noGrp="1"/>
          </p:cNvSpPr>
          <p:nvPr/>
        </p:nvSpPr>
        <p:spPr>
          <a:xfrm xmlns:a="http://schemas.openxmlformats.org/drawingml/2006/main">
            <a:off x="3962400" y="71056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F07239"/>
            </a:solidFill>
            <a:prstDash val="solid"/>
          </a:ln>
        </p:spPr>
      </p:sp>
      <p:sp>
        <p:nvSpPr>
          <p:cNvPr id="38" name="">
            <a:extLst xmlns:a="http://schemas.openxmlformats.org/drawingml/2006/main">
              <a:ext uri="{FF2B5EF4-FFF2-40B4-BE49-F238E27FC236}">
                <a16:creationId xmlns:a16="http://schemas.microsoft.com/office/drawing/2014/main" id="{9C449582-6918-4119-A9CF-E7F5497D7A24}"/>
              </a:ext>
            </a:extLst>
          </p:cNvPr>
          <p:cNvSpPr>
            <a:spLocks xmlns:a="http://schemas.openxmlformats.org/drawingml/2006/main" noGrp="1"/>
          </p:cNvSpPr>
          <p:nvPr/>
        </p:nvSpPr>
        <p:spPr>
          <a:xfrm xmlns:a="http://schemas.openxmlformats.org/drawingml/2006/main">
            <a:off x="4171950" y="7086600"/>
            <a:ext cx="2552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Not every meal needs to be divided on a plate.</a:t>
            </a:r>
          </a:p>
        </p:txBody>
      </p:sp>
    </p:spTree>
    <p:extLst>
      <p:ext uri="{BB962C8B-B14F-4D97-AF65-F5344CB8AC3E}">
        <p14:creationId xmlns:p14="http://schemas.microsoft.com/office/powerpoint/2010/main" val="1160345084"/>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86" name="">
            <a:extLst xmlns:a="http://schemas.openxmlformats.org/drawingml/2006/main">
              <a:ext uri="{FF2B5EF4-FFF2-40B4-BE49-F238E27FC236}">
                <a16:creationId xmlns:a16="http://schemas.microsoft.com/office/drawing/2014/main" id="{17BC6EFF-C2FA-47B5-9634-CE605A5EC8E1}"/>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d72c721eb3aa4767"/>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FA6951FB-817C-4F84-9CC9-06AF782E4701}"/>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6AFEE84F-7181-4C76-83D9-5C7185FE3838}"/>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3</a:t>
            </a:r>
          </a:p>
        </p:txBody>
      </p:sp>
      <p:sp>
        <p:nvSpPr>
          <p:cNvPr id="5" name="">
            <a:extLst xmlns:a="http://schemas.openxmlformats.org/drawingml/2006/main">
              <a:ext uri="{FF2B5EF4-FFF2-40B4-BE49-F238E27FC236}">
                <a16:creationId xmlns:a16="http://schemas.microsoft.com/office/drawing/2014/main" id="{BE06DF3F-60E5-4E3B-934B-FE0A1B172608}"/>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0485FEC3-B343-43A0-B091-9E06401BDFE7}"/>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476E50F2-7A26-4ED7-A5D3-A27B56C236B1}"/>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d2069ae2261f4aa5"/>
              </a:rPr>
              <a:t>mindfuldiabetes.org</a:t>
            </a:r>
          </a:p>
        </p:txBody>
      </p:sp>
      <p:sp>
        <p:nvSpPr>
          <p:cNvPr id="8" name="">
            <a:extLst xmlns:a="http://schemas.openxmlformats.org/drawingml/2006/main">
              <a:ext uri="{FF2B5EF4-FFF2-40B4-BE49-F238E27FC236}">
                <a16:creationId xmlns:a16="http://schemas.microsoft.com/office/drawing/2014/main" id="{3A4890B2-9E5E-4284-9BF7-43308A95FC68}"/>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7</a:t>
            </a:r>
          </a:p>
        </p:txBody>
      </p:sp>
      <p:sp>
        <p:nvSpPr>
          <p:cNvPr id="9" name="">
            <a:extLst xmlns:a="http://schemas.openxmlformats.org/drawingml/2006/main">
              <a:ext uri="{FF2B5EF4-FFF2-40B4-BE49-F238E27FC236}">
                <a16:creationId xmlns:a16="http://schemas.microsoft.com/office/drawing/2014/main" id="{EB093547-C5F9-44C0-B459-22FC51EE9A7D}"/>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3</a:t>
            </a:r>
          </a:p>
        </p:txBody>
      </p:sp>
      <p:sp>
        <p:nvSpPr>
          <p:cNvPr id="10" name="">
            <a:extLst xmlns:a="http://schemas.openxmlformats.org/drawingml/2006/main">
              <a:ext uri="{FF2B5EF4-FFF2-40B4-BE49-F238E27FC236}">
                <a16:creationId xmlns:a16="http://schemas.microsoft.com/office/drawing/2014/main" id="{C4573EAE-474C-4157-AB40-29EA26FA7DDD}"/>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Add one source of fiber</a:t>
            </a:r>
          </a:p>
        </p:txBody>
      </p:sp>
      <p:sp>
        <p:nvSpPr>
          <p:cNvPr id="11" name="">
            <a:extLst xmlns:a="http://schemas.openxmlformats.org/drawingml/2006/main">
              <a:ext uri="{FF2B5EF4-FFF2-40B4-BE49-F238E27FC236}">
                <a16:creationId xmlns:a16="http://schemas.microsoft.com/office/drawing/2014/main" id="{C944EFC5-9D88-4493-B980-AEA7D398D3CE}"/>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Choose one addition and notice comfort. No single food has to do everything.</a:t>
            </a:r>
          </a:p>
        </p:txBody>
      </p:sp>
      <p:sp>
        <p:nvSpPr>
          <p:cNvPr id="12" name="">
            <a:extLst xmlns:a="http://schemas.openxmlformats.org/drawingml/2006/main">
              <a:ext uri="{FF2B5EF4-FFF2-40B4-BE49-F238E27FC236}">
                <a16:creationId xmlns:a16="http://schemas.microsoft.com/office/drawing/2014/main" id="{5F152279-0C54-4CC2-B4F8-881F67582673}"/>
              </a:ext>
            </a:extLst>
          </p:cNvPr>
          <p:cNvSpPr>
            <a:spLocks xmlns:a="http://schemas.openxmlformats.org/drawingml/2006/main" noGrp="1"/>
          </p:cNvSpPr>
          <p:nvPr/>
        </p:nvSpPr>
        <p:spPr>
          <a:xfrm xmlns:a="http://schemas.openxmlformats.org/drawingml/2006/main">
            <a:off x="685800" y="2286000"/>
            <a:ext cx="1314450" cy="895350"/>
          </a:xfrm>
          <a:prstGeom xmlns:a="http://schemas.openxmlformats.org/drawingml/2006/main" prst="roundRect">
            <a:avLst>
              <a:gd name="adj" fmla="val 14894"/>
            </a:avLst>
          </a:prstGeom>
          <a:solidFill xmlns:a="http://schemas.openxmlformats.org/drawingml/2006/main">
            <a:srgbClr val="EDF8F1"/>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704A5976-C3B3-47BC-9141-8812C359C16F}"/>
              </a:ext>
            </a:extLst>
          </p:cNvPr>
          <p:cNvSpPr>
            <a:spLocks xmlns:a="http://schemas.openxmlformats.org/drawingml/2006/main" noGrp="1"/>
          </p:cNvSpPr>
          <p:nvPr/>
        </p:nvSpPr>
        <p:spPr>
          <a:xfrm xmlns:a="http://schemas.openxmlformats.org/drawingml/2006/main">
            <a:off x="1085850"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14" name="">
            <a:extLst xmlns:a="http://schemas.openxmlformats.org/drawingml/2006/main">
              <a:ext uri="{FF2B5EF4-FFF2-40B4-BE49-F238E27FC236}">
                <a16:creationId xmlns:a16="http://schemas.microsoft.com/office/drawing/2014/main" id="{9EB0B24B-CE18-4B02-AF06-B2CAB04B1AFA}"/>
              </a:ext>
            </a:extLst>
          </p:cNvPr>
          <p:cNvSpPr>
            <a:spLocks xmlns:a="http://schemas.openxmlformats.org/drawingml/2006/main" noGrp="1"/>
          </p:cNvSpPr>
          <p:nvPr/>
        </p:nvSpPr>
        <p:spPr>
          <a:xfrm xmlns:a="http://schemas.openxmlformats.org/drawingml/2006/main">
            <a:off x="1165098"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15" name="">
            <a:extLst xmlns:a="http://schemas.openxmlformats.org/drawingml/2006/main">
              <a:ext uri="{FF2B5EF4-FFF2-40B4-BE49-F238E27FC236}">
                <a16:creationId xmlns:a16="http://schemas.microsoft.com/office/drawing/2014/main" id="{B0F2772B-A2A2-475B-AE11-21756F852AD2}"/>
              </a:ext>
            </a:extLst>
          </p:cNvPr>
          <p:cNvSpPr>
            <a:spLocks xmlns:a="http://schemas.openxmlformats.org/drawingml/2006/main" noGrp="1"/>
          </p:cNvSpPr>
          <p:nvPr/>
        </p:nvSpPr>
        <p:spPr>
          <a:xfrm xmlns:a="http://schemas.openxmlformats.org/drawingml/2006/main">
            <a:off x="1244346"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16" name="">
            <a:extLst xmlns:a="http://schemas.openxmlformats.org/drawingml/2006/main">
              <a:ext uri="{FF2B5EF4-FFF2-40B4-BE49-F238E27FC236}">
                <a16:creationId xmlns:a16="http://schemas.microsoft.com/office/drawing/2014/main" id="{05D4C726-1F6C-4AE5-9F20-2E4CE4FFF807}"/>
              </a:ext>
            </a:extLst>
          </p:cNvPr>
          <p:cNvSpPr>
            <a:spLocks xmlns:a="http://schemas.openxmlformats.org/drawingml/2006/main" noGrp="1"/>
          </p:cNvSpPr>
          <p:nvPr/>
        </p:nvSpPr>
        <p:spPr>
          <a:xfrm xmlns:a="http://schemas.openxmlformats.org/drawingml/2006/main">
            <a:off x="1323594"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17" name="">
            <a:extLst xmlns:a="http://schemas.openxmlformats.org/drawingml/2006/main">
              <a:ext uri="{FF2B5EF4-FFF2-40B4-BE49-F238E27FC236}">
                <a16:creationId xmlns:a16="http://schemas.microsoft.com/office/drawing/2014/main" id="{665EB90C-9833-4E65-B91C-BB16CF13AEA3}"/>
              </a:ext>
            </a:extLst>
          </p:cNvPr>
          <p:cNvSpPr>
            <a:spLocks xmlns:a="http://schemas.openxmlformats.org/drawingml/2006/main" noGrp="1"/>
          </p:cNvSpPr>
          <p:nvPr/>
        </p:nvSpPr>
        <p:spPr>
          <a:xfrm xmlns:a="http://schemas.openxmlformats.org/drawingml/2006/main">
            <a:off x="1343406" y="244830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18" name="">
            <a:extLst xmlns:a="http://schemas.openxmlformats.org/drawingml/2006/main">
              <a:ext uri="{FF2B5EF4-FFF2-40B4-BE49-F238E27FC236}">
                <a16:creationId xmlns:a16="http://schemas.microsoft.com/office/drawing/2014/main" id="{7C52ACE7-1F8D-4A6E-A752-ECD9BDCBE6F1}"/>
              </a:ext>
            </a:extLst>
          </p:cNvPr>
          <p:cNvSpPr>
            <a:spLocks xmlns:a="http://schemas.openxmlformats.org/drawingml/2006/main" noGrp="1"/>
          </p:cNvSpPr>
          <p:nvPr/>
        </p:nvSpPr>
        <p:spPr>
          <a:xfrm xmlns:a="http://schemas.openxmlformats.org/drawingml/2006/main">
            <a:off x="762000" y="29337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Vegetables</a:t>
            </a:r>
          </a:p>
        </p:txBody>
      </p:sp>
      <p:sp>
        <p:nvSpPr>
          <p:cNvPr id="19" name="">
            <a:extLst xmlns:a="http://schemas.openxmlformats.org/drawingml/2006/main">
              <a:ext uri="{FF2B5EF4-FFF2-40B4-BE49-F238E27FC236}">
                <a16:creationId xmlns:a16="http://schemas.microsoft.com/office/drawing/2014/main" id="{C7DD5597-0EBA-4224-BF73-5A1D01A2FEC3}"/>
              </a:ext>
            </a:extLst>
          </p:cNvPr>
          <p:cNvSpPr>
            <a:spLocks xmlns:a="http://schemas.openxmlformats.org/drawingml/2006/main" noGrp="1"/>
          </p:cNvSpPr>
          <p:nvPr/>
        </p:nvSpPr>
        <p:spPr>
          <a:xfrm xmlns:a="http://schemas.openxmlformats.org/drawingml/2006/main">
            <a:off x="2352675" y="2286000"/>
            <a:ext cx="1314450" cy="895350"/>
          </a:xfrm>
          <a:prstGeom xmlns:a="http://schemas.openxmlformats.org/drawingml/2006/main" prst="roundRect">
            <a:avLst>
              <a:gd name="adj" fmla="val 14894"/>
            </a:avLst>
          </a:prstGeom>
          <a:solidFill xmlns:a="http://schemas.openxmlformats.org/drawingml/2006/main">
            <a:srgbClr val="FFF0E7"/>
          </a:solidFill>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D3C56F66-5874-4EFA-BC0F-34D7A78B28E0}"/>
              </a:ext>
            </a:extLst>
          </p:cNvPr>
          <p:cNvSpPr>
            <a:spLocks xmlns:a="http://schemas.openxmlformats.org/drawingml/2006/main" noGrp="1"/>
          </p:cNvSpPr>
          <p:nvPr/>
        </p:nvSpPr>
        <p:spPr>
          <a:xfrm xmlns:a="http://schemas.openxmlformats.org/drawingml/2006/main">
            <a:off x="2752725"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1" name="">
            <a:extLst xmlns:a="http://schemas.openxmlformats.org/drawingml/2006/main">
              <a:ext uri="{FF2B5EF4-FFF2-40B4-BE49-F238E27FC236}">
                <a16:creationId xmlns:a16="http://schemas.microsoft.com/office/drawing/2014/main" id="{3520E5FC-97E1-47BD-BD0D-EFDCEF32488F}"/>
              </a:ext>
            </a:extLst>
          </p:cNvPr>
          <p:cNvSpPr>
            <a:spLocks xmlns:a="http://schemas.openxmlformats.org/drawingml/2006/main" noGrp="1"/>
          </p:cNvSpPr>
          <p:nvPr/>
        </p:nvSpPr>
        <p:spPr>
          <a:xfrm xmlns:a="http://schemas.openxmlformats.org/drawingml/2006/main">
            <a:off x="2831973"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2" name="">
            <a:extLst xmlns:a="http://schemas.openxmlformats.org/drawingml/2006/main">
              <a:ext uri="{FF2B5EF4-FFF2-40B4-BE49-F238E27FC236}">
                <a16:creationId xmlns:a16="http://schemas.microsoft.com/office/drawing/2014/main" id="{A79F05B9-33F5-4F48-BB08-D9938C6403A4}"/>
              </a:ext>
            </a:extLst>
          </p:cNvPr>
          <p:cNvSpPr>
            <a:spLocks xmlns:a="http://schemas.openxmlformats.org/drawingml/2006/main" noGrp="1"/>
          </p:cNvSpPr>
          <p:nvPr/>
        </p:nvSpPr>
        <p:spPr>
          <a:xfrm xmlns:a="http://schemas.openxmlformats.org/drawingml/2006/main">
            <a:off x="2911221"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3" name="">
            <a:extLst xmlns:a="http://schemas.openxmlformats.org/drawingml/2006/main">
              <a:ext uri="{FF2B5EF4-FFF2-40B4-BE49-F238E27FC236}">
                <a16:creationId xmlns:a16="http://schemas.microsoft.com/office/drawing/2014/main" id="{66161FB7-6223-4843-92D1-5FAFE9866014}"/>
              </a:ext>
            </a:extLst>
          </p:cNvPr>
          <p:cNvSpPr>
            <a:spLocks xmlns:a="http://schemas.openxmlformats.org/drawingml/2006/main" noGrp="1"/>
          </p:cNvSpPr>
          <p:nvPr/>
        </p:nvSpPr>
        <p:spPr>
          <a:xfrm xmlns:a="http://schemas.openxmlformats.org/drawingml/2006/main">
            <a:off x="2990469"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4" name="">
            <a:extLst xmlns:a="http://schemas.openxmlformats.org/drawingml/2006/main">
              <a:ext uri="{FF2B5EF4-FFF2-40B4-BE49-F238E27FC236}">
                <a16:creationId xmlns:a16="http://schemas.microsoft.com/office/drawing/2014/main" id="{A53B717A-3C14-4CB7-A90C-2D6FF84B5E8D}"/>
              </a:ext>
            </a:extLst>
          </p:cNvPr>
          <p:cNvSpPr>
            <a:spLocks xmlns:a="http://schemas.openxmlformats.org/drawingml/2006/main" noGrp="1"/>
          </p:cNvSpPr>
          <p:nvPr/>
        </p:nvSpPr>
        <p:spPr>
          <a:xfrm xmlns:a="http://schemas.openxmlformats.org/drawingml/2006/main">
            <a:off x="3010281" y="244830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25" name="">
            <a:extLst xmlns:a="http://schemas.openxmlformats.org/drawingml/2006/main">
              <a:ext uri="{FF2B5EF4-FFF2-40B4-BE49-F238E27FC236}">
                <a16:creationId xmlns:a16="http://schemas.microsoft.com/office/drawing/2014/main" id="{839DDF2A-9993-4715-94CB-7DE6146CA5D2}"/>
              </a:ext>
            </a:extLst>
          </p:cNvPr>
          <p:cNvSpPr>
            <a:spLocks xmlns:a="http://schemas.openxmlformats.org/drawingml/2006/main" noGrp="1"/>
          </p:cNvSpPr>
          <p:nvPr/>
        </p:nvSpPr>
        <p:spPr>
          <a:xfrm xmlns:a="http://schemas.openxmlformats.org/drawingml/2006/main">
            <a:off x="2428875" y="29337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Beans</a:t>
            </a:r>
          </a:p>
        </p:txBody>
      </p:sp>
      <p:sp>
        <p:nvSpPr>
          <p:cNvPr id="26" name="">
            <a:extLst xmlns:a="http://schemas.openxmlformats.org/drawingml/2006/main">
              <a:ext uri="{FF2B5EF4-FFF2-40B4-BE49-F238E27FC236}">
                <a16:creationId xmlns:a16="http://schemas.microsoft.com/office/drawing/2014/main" id="{38251159-C1B3-487B-9CED-4A8EAA37042F}"/>
              </a:ext>
            </a:extLst>
          </p:cNvPr>
          <p:cNvSpPr>
            <a:spLocks xmlns:a="http://schemas.openxmlformats.org/drawingml/2006/main" noGrp="1"/>
          </p:cNvSpPr>
          <p:nvPr/>
        </p:nvSpPr>
        <p:spPr>
          <a:xfrm xmlns:a="http://schemas.openxmlformats.org/drawingml/2006/main">
            <a:off x="4019550" y="2286000"/>
            <a:ext cx="1314450" cy="895350"/>
          </a:xfrm>
          <a:prstGeom xmlns:a="http://schemas.openxmlformats.org/drawingml/2006/main" prst="roundRect">
            <a:avLst>
              <a:gd name="adj" fmla="val 14894"/>
            </a:avLst>
          </a:prstGeom>
          <a:solidFill xmlns:a="http://schemas.openxmlformats.org/drawingml/2006/main">
            <a:srgbClr val="EDF8F1"/>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20983DD7-BFD6-4561-B7DE-5CE98D4A5DA1}"/>
              </a:ext>
            </a:extLst>
          </p:cNvPr>
          <p:cNvSpPr>
            <a:spLocks xmlns:a="http://schemas.openxmlformats.org/drawingml/2006/main" noGrp="1"/>
          </p:cNvSpPr>
          <p:nvPr/>
        </p:nvSpPr>
        <p:spPr>
          <a:xfrm xmlns:a="http://schemas.openxmlformats.org/drawingml/2006/main">
            <a:off x="4419600"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8" name="">
            <a:extLst xmlns:a="http://schemas.openxmlformats.org/drawingml/2006/main">
              <a:ext uri="{FF2B5EF4-FFF2-40B4-BE49-F238E27FC236}">
                <a16:creationId xmlns:a16="http://schemas.microsoft.com/office/drawing/2014/main" id="{B7EC1811-70BC-44B8-AB07-E9FA16A08254}"/>
              </a:ext>
            </a:extLst>
          </p:cNvPr>
          <p:cNvSpPr>
            <a:spLocks xmlns:a="http://schemas.openxmlformats.org/drawingml/2006/main" noGrp="1"/>
          </p:cNvSpPr>
          <p:nvPr/>
        </p:nvSpPr>
        <p:spPr>
          <a:xfrm xmlns:a="http://schemas.openxmlformats.org/drawingml/2006/main">
            <a:off x="4498848"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29" name="">
            <a:extLst xmlns:a="http://schemas.openxmlformats.org/drawingml/2006/main">
              <a:ext uri="{FF2B5EF4-FFF2-40B4-BE49-F238E27FC236}">
                <a16:creationId xmlns:a16="http://schemas.microsoft.com/office/drawing/2014/main" id="{4AA8554B-7560-4E40-8A14-E63FF65224AB}"/>
              </a:ext>
            </a:extLst>
          </p:cNvPr>
          <p:cNvSpPr>
            <a:spLocks xmlns:a="http://schemas.openxmlformats.org/drawingml/2006/main" noGrp="1"/>
          </p:cNvSpPr>
          <p:nvPr/>
        </p:nvSpPr>
        <p:spPr>
          <a:xfrm xmlns:a="http://schemas.openxmlformats.org/drawingml/2006/main">
            <a:off x="4578096"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0" name="">
            <a:extLst xmlns:a="http://schemas.openxmlformats.org/drawingml/2006/main">
              <a:ext uri="{FF2B5EF4-FFF2-40B4-BE49-F238E27FC236}">
                <a16:creationId xmlns:a16="http://schemas.microsoft.com/office/drawing/2014/main" id="{83FA1720-0CD1-4C8F-BA3E-705805133769}"/>
              </a:ext>
            </a:extLst>
          </p:cNvPr>
          <p:cNvSpPr>
            <a:spLocks xmlns:a="http://schemas.openxmlformats.org/drawingml/2006/main" noGrp="1"/>
          </p:cNvSpPr>
          <p:nvPr/>
        </p:nvSpPr>
        <p:spPr>
          <a:xfrm xmlns:a="http://schemas.openxmlformats.org/drawingml/2006/main">
            <a:off x="4657344"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1" name="">
            <a:extLst xmlns:a="http://schemas.openxmlformats.org/drawingml/2006/main">
              <a:ext uri="{FF2B5EF4-FFF2-40B4-BE49-F238E27FC236}">
                <a16:creationId xmlns:a16="http://schemas.microsoft.com/office/drawing/2014/main" id="{CD054663-78D8-42F3-8519-ACA3E7479D06}"/>
              </a:ext>
            </a:extLst>
          </p:cNvPr>
          <p:cNvSpPr>
            <a:spLocks xmlns:a="http://schemas.openxmlformats.org/drawingml/2006/main" noGrp="1"/>
          </p:cNvSpPr>
          <p:nvPr/>
        </p:nvSpPr>
        <p:spPr>
          <a:xfrm xmlns:a="http://schemas.openxmlformats.org/drawingml/2006/main">
            <a:off x="4677156" y="244830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32" name="">
            <a:extLst xmlns:a="http://schemas.openxmlformats.org/drawingml/2006/main">
              <a:ext uri="{FF2B5EF4-FFF2-40B4-BE49-F238E27FC236}">
                <a16:creationId xmlns:a16="http://schemas.microsoft.com/office/drawing/2014/main" id="{BA40A7BF-11FC-4A8F-8FFB-76920A6F0991}"/>
              </a:ext>
            </a:extLst>
          </p:cNvPr>
          <p:cNvSpPr>
            <a:spLocks xmlns:a="http://schemas.openxmlformats.org/drawingml/2006/main" noGrp="1"/>
          </p:cNvSpPr>
          <p:nvPr/>
        </p:nvSpPr>
        <p:spPr>
          <a:xfrm xmlns:a="http://schemas.openxmlformats.org/drawingml/2006/main">
            <a:off x="4095750" y="29337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Lentils</a:t>
            </a:r>
          </a:p>
        </p:txBody>
      </p:sp>
      <p:sp>
        <p:nvSpPr>
          <p:cNvPr id="33" name="">
            <a:extLst xmlns:a="http://schemas.openxmlformats.org/drawingml/2006/main">
              <a:ext uri="{FF2B5EF4-FFF2-40B4-BE49-F238E27FC236}">
                <a16:creationId xmlns:a16="http://schemas.microsoft.com/office/drawing/2014/main" id="{DEE5FE6F-FB6E-4A2A-BAF6-96D236B24BF5}"/>
              </a:ext>
            </a:extLst>
          </p:cNvPr>
          <p:cNvSpPr>
            <a:spLocks xmlns:a="http://schemas.openxmlformats.org/drawingml/2006/main" noGrp="1"/>
          </p:cNvSpPr>
          <p:nvPr/>
        </p:nvSpPr>
        <p:spPr>
          <a:xfrm xmlns:a="http://schemas.openxmlformats.org/drawingml/2006/main">
            <a:off x="5686425" y="2286000"/>
            <a:ext cx="1314450" cy="895350"/>
          </a:xfrm>
          <a:prstGeom xmlns:a="http://schemas.openxmlformats.org/drawingml/2006/main" prst="roundRect">
            <a:avLst>
              <a:gd name="adj" fmla="val 14894"/>
            </a:avLst>
          </a:prstGeom>
          <a:solidFill xmlns:a="http://schemas.openxmlformats.org/drawingml/2006/main">
            <a:srgbClr val="FFF0E7"/>
          </a:solidFill>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219C4D54-623C-4CD4-85D3-2A0A7C814435}"/>
              </a:ext>
            </a:extLst>
          </p:cNvPr>
          <p:cNvSpPr>
            <a:spLocks xmlns:a="http://schemas.openxmlformats.org/drawingml/2006/main" noGrp="1"/>
          </p:cNvSpPr>
          <p:nvPr/>
        </p:nvSpPr>
        <p:spPr>
          <a:xfrm xmlns:a="http://schemas.openxmlformats.org/drawingml/2006/main">
            <a:off x="6086475"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5" name="">
            <a:extLst xmlns:a="http://schemas.openxmlformats.org/drawingml/2006/main">
              <a:ext uri="{FF2B5EF4-FFF2-40B4-BE49-F238E27FC236}">
                <a16:creationId xmlns:a16="http://schemas.microsoft.com/office/drawing/2014/main" id="{1B7CA59D-3C8C-4773-BCF8-535CE2CC2F53}"/>
              </a:ext>
            </a:extLst>
          </p:cNvPr>
          <p:cNvSpPr>
            <a:spLocks xmlns:a="http://schemas.openxmlformats.org/drawingml/2006/main" noGrp="1"/>
          </p:cNvSpPr>
          <p:nvPr/>
        </p:nvSpPr>
        <p:spPr>
          <a:xfrm xmlns:a="http://schemas.openxmlformats.org/drawingml/2006/main">
            <a:off x="6165723"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6" name="">
            <a:extLst xmlns:a="http://schemas.openxmlformats.org/drawingml/2006/main">
              <a:ext uri="{FF2B5EF4-FFF2-40B4-BE49-F238E27FC236}">
                <a16:creationId xmlns:a16="http://schemas.microsoft.com/office/drawing/2014/main" id="{809FEC20-FCAD-4E53-9C82-6512B3816740}"/>
              </a:ext>
            </a:extLst>
          </p:cNvPr>
          <p:cNvSpPr>
            <a:spLocks xmlns:a="http://schemas.openxmlformats.org/drawingml/2006/main" noGrp="1"/>
          </p:cNvSpPr>
          <p:nvPr/>
        </p:nvSpPr>
        <p:spPr>
          <a:xfrm xmlns:a="http://schemas.openxmlformats.org/drawingml/2006/main">
            <a:off x="6244971" y="254736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7" name="">
            <a:extLst xmlns:a="http://schemas.openxmlformats.org/drawingml/2006/main">
              <a:ext uri="{FF2B5EF4-FFF2-40B4-BE49-F238E27FC236}">
                <a16:creationId xmlns:a16="http://schemas.microsoft.com/office/drawing/2014/main" id="{78A9AF27-CE95-49BB-A7CA-49A97555A0B0}"/>
              </a:ext>
            </a:extLst>
          </p:cNvPr>
          <p:cNvSpPr>
            <a:spLocks xmlns:a="http://schemas.openxmlformats.org/drawingml/2006/main" noGrp="1"/>
          </p:cNvSpPr>
          <p:nvPr/>
        </p:nvSpPr>
        <p:spPr>
          <a:xfrm xmlns:a="http://schemas.openxmlformats.org/drawingml/2006/main">
            <a:off x="6324219" y="263652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38" name="">
            <a:extLst xmlns:a="http://schemas.openxmlformats.org/drawingml/2006/main">
              <a:ext uri="{FF2B5EF4-FFF2-40B4-BE49-F238E27FC236}">
                <a16:creationId xmlns:a16="http://schemas.microsoft.com/office/drawing/2014/main" id="{EF76C149-3FEC-4852-A933-544D23C22706}"/>
              </a:ext>
            </a:extLst>
          </p:cNvPr>
          <p:cNvSpPr>
            <a:spLocks xmlns:a="http://schemas.openxmlformats.org/drawingml/2006/main" noGrp="1"/>
          </p:cNvSpPr>
          <p:nvPr/>
        </p:nvSpPr>
        <p:spPr>
          <a:xfrm xmlns:a="http://schemas.openxmlformats.org/drawingml/2006/main">
            <a:off x="6344031" y="244830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39" name="">
            <a:extLst xmlns:a="http://schemas.openxmlformats.org/drawingml/2006/main">
              <a:ext uri="{FF2B5EF4-FFF2-40B4-BE49-F238E27FC236}">
                <a16:creationId xmlns:a16="http://schemas.microsoft.com/office/drawing/2014/main" id="{EF5126E7-1FF1-40CE-9A51-98CAB7B3542D}"/>
              </a:ext>
            </a:extLst>
          </p:cNvPr>
          <p:cNvSpPr>
            <a:spLocks xmlns:a="http://schemas.openxmlformats.org/drawingml/2006/main" noGrp="1"/>
          </p:cNvSpPr>
          <p:nvPr/>
        </p:nvSpPr>
        <p:spPr>
          <a:xfrm xmlns:a="http://schemas.openxmlformats.org/drawingml/2006/main">
            <a:off x="5762625" y="293370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Oats</a:t>
            </a:r>
          </a:p>
        </p:txBody>
      </p:sp>
      <p:sp>
        <p:nvSpPr>
          <p:cNvPr id="40" name="">
            <a:extLst xmlns:a="http://schemas.openxmlformats.org/drawingml/2006/main">
              <a:ext uri="{FF2B5EF4-FFF2-40B4-BE49-F238E27FC236}">
                <a16:creationId xmlns:a16="http://schemas.microsoft.com/office/drawing/2014/main" id="{31977529-C87D-4B96-8589-327BDDE348C9}"/>
              </a:ext>
            </a:extLst>
          </p:cNvPr>
          <p:cNvSpPr>
            <a:spLocks xmlns:a="http://schemas.openxmlformats.org/drawingml/2006/main" noGrp="1"/>
          </p:cNvSpPr>
          <p:nvPr/>
        </p:nvSpPr>
        <p:spPr>
          <a:xfrm xmlns:a="http://schemas.openxmlformats.org/drawingml/2006/main">
            <a:off x="685800" y="3486150"/>
            <a:ext cx="1314450" cy="895350"/>
          </a:xfrm>
          <a:prstGeom xmlns:a="http://schemas.openxmlformats.org/drawingml/2006/main" prst="roundRect">
            <a:avLst>
              <a:gd name="adj" fmla="val 14894"/>
            </a:avLst>
          </a:prstGeom>
          <a:solidFill xmlns:a="http://schemas.openxmlformats.org/drawingml/2006/main">
            <a:srgbClr val="EDF8F1"/>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B69DC4BF-17C3-4A2C-956B-3BDA365D317F}"/>
              </a:ext>
            </a:extLst>
          </p:cNvPr>
          <p:cNvSpPr>
            <a:spLocks xmlns:a="http://schemas.openxmlformats.org/drawingml/2006/main" noGrp="1"/>
          </p:cNvSpPr>
          <p:nvPr/>
        </p:nvSpPr>
        <p:spPr>
          <a:xfrm xmlns:a="http://schemas.openxmlformats.org/drawingml/2006/main">
            <a:off x="1085850"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2" name="">
            <a:extLst xmlns:a="http://schemas.openxmlformats.org/drawingml/2006/main">
              <a:ext uri="{FF2B5EF4-FFF2-40B4-BE49-F238E27FC236}">
                <a16:creationId xmlns:a16="http://schemas.microsoft.com/office/drawing/2014/main" id="{C683084E-346A-436C-98FC-456F68647D57}"/>
              </a:ext>
            </a:extLst>
          </p:cNvPr>
          <p:cNvSpPr>
            <a:spLocks xmlns:a="http://schemas.openxmlformats.org/drawingml/2006/main" noGrp="1"/>
          </p:cNvSpPr>
          <p:nvPr/>
        </p:nvSpPr>
        <p:spPr>
          <a:xfrm xmlns:a="http://schemas.openxmlformats.org/drawingml/2006/main">
            <a:off x="1165098"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3" name="">
            <a:extLst xmlns:a="http://schemas.openxmlformats.org/drawingml/2006/main">
              <a:ext uri="{FF2B5EF4-FFF2-40B4-BE49-F238E27FC236}">
                <a16:creationId xmlns:a16="http://schemas.microsoft.com/office/drawing/2014/main" id="{2C5B5808-B84F-46B7-A47C-EDD1684369C2}"/>
              </a:ext>
            </a:extLst>
          </p:cNvPr>
          <p:cNvSpPr>
            <a:spLocks xmlns:a="http://schemas.openxmlformats.org/drawingml/2006/main" noGrp="1"/>
          </p:cNvSpPr>
          <p:nvPr/>
        </p:nvSpPr>
        <p:spPr>
          <a:xfrm xmlns:a="http://schemas.openxmlformats.org/drawingml/2006/main">
            <a:off x="1244346"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4" name="">
            <a:extLst xmlns:a="http://schemas.openxmlformats.org/drawingml/2006/main">
              <a:ext uri="{FF2B5EF4-FFF2-40B4-BE49-F238E27FC236}">
                <a16:creationId xmlns:a16="http://schemas.microsoft.com/office/drawing/2014/main" id="{64B075B4-0875-4ABC-BF02-C2B48ADEBEB0}"/>
              </a:ext>
            </a:extLst>
          </p:cNvPr>
          <p:cNvSpPr>
            <a:spLocks xmlns:a="http://schemas.openxmlformats.org/drawingml/2006/main" noGrp="1"/>
          </p:cNvSpPr>
          <p:nvPr/>
        </p:nvSpPr>
        <p:spPr>
          <a:xfrm xmlns:a="http://schemas.openxmlformats.org/drawingml/2006/main">
            <a:off x="1323594"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5" name="">
            <a:extLst xmlns:a="http://schemas.openxmlformats.org/drawingml/2006/main">
              <a:ext uri="{FF2B5EF4-FFF2-40B4-BE49-F238E27FC236}">
                <a16:creationId xmlns:a16="http://schemas.microsoft.com/office/drawing/2014/main" id="{BAC65D61-4A9E-4A57-A68F-E0394D0C16F6}"/>
              </a:ext>
            </a:extLst>
          </p:cNvPr>
          <p:cNvSpPr>
            <a:spLocks xmlns:a="http://schemas.openxmlformats.org/drawingml/2006/main" noGrp="1"/>
          </p:cNvSpPr>
          <p:nvPr/>
        </p:nvSpPr>
        <p:spPr>
          <a:xfrm xmlns:a="http://schemas.openxmlformats.org/drawingml/2006/main">
            <a:off x="1343406" y="364845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46" name="">
            <a:extLst xmlns:a="http://schemas.openxmlformats.org/drawingml/2006/main">
              <a:ext uri="{FF2B5EF4-FFF2-40B4-BE49-F238E27FC236}">
                <a16:creationId xmlns:a16="http://schemas.microsoft.com/office/drawing/2014/main" id="{909508BE-5338-4BBB-AF88-F012A3647888}"/>
              </a:ext>
            </a:extLst>
          </p:cNvPr>
          <p:cNvSpPr>
            <a:spLocks xmlns:a="http://schemas.openxmlformats.org/drawingml/2006/main" noGrp="1"/>
          </p:cNvSpPr>
          <p:nvPr/>
        </p:nvSpPr>
        <p:spPr>
          <a:xfrm xmlns:a="http://schemas.openxmlformats.org/drawingml/2006/main">
            <a:off x="762000" y="41338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Whole grains</a:t>
            </a:r>
          </a:p>
        </p:txBody>
      </p:sp>
      <p:sp>
        <p:nvSpPr>
          <p:cNvPr id="47" name="">
            <a:extLst xmlns:a="http://schemas.openxmlformats.org/drawingml/2006/main">
              <a:ext uri="{FF2B5EF4-FFF2-40B4-BE49-F238E27FC236}">
                <a16:creationId xmlns:a16="http://schemas.microsoft.com/office/drawing/2014/main" id="{6592FD04-1E89-447D-84B1-AFA3FE165A9C}"/>
              </a:ext>
            </a:extLst>
          </p:cNvPr>
          <p:cNvSpPr>
            <a:spLocks xmlns:a="http://schemas.openxmlformats.org/drawingml/2006/main" noGrp="1"/>
          </p:cNvSpPr>
          <p:nvPr/>
        </p:nvSpPr>
        <p:spPr>
          <a:xfrm xmlns:a="http://schemas.openxmlformats.org/drawingml/2006/main">
            <a:off x="2352675" y="3486150"/>
            <a:ext cx="1314450" cy="895350"/>
          </a:xfrm>
          <a:prstGeom xmlns:a="http://schemas.openxmlformats.org/drawingml/2006/main" prst="roundRect">
            <a:avLst>
              <a:gd name="adj" fmla="val 14894"/>
            </a:avLst>
          </a:prstGeom>
          <a:solidFill xmlns:a="http://schemas.openxmlformats.org/drawingml/2006/main">
            <a:srgbClr val="FFF0E7"/>
          </a:solidFill>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0D84E7E8-9903-499C-AD16-6A4DF550BEB8}"/>
              </a:ext>
            </a:extLst>
          </p:cNvPr>
          <p:cNvSpPr>
            <a:spLocks xmlns:a="http://schemas.openxmlformats.org/drawingml/2006/main" noGrp="1"/>
          </p:cNvSpPr>
          <p:nvPr/>
        </p:nvSpPr>
        <p:spPr>
          <a:xfrm xmlns:a="http://schemas.openxmlformats.org/drawingml/2006/main">
            <a:off x="2752725"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49" name="">
            <a:extLst xmlns:a="http://schemas.openxmlformats.org/drawingml/2006/main">
              <a:ext uri="{FF2B5EF4-FFF2-40B4-BE49-F238E27FC236}">
                <a16:creationId xmlns:a16="http://schemas.microsoft.com/office/drawing/2014/main" id="{F49009DD-2421-4540-BF9D-2DB8EFE3ADC8}"/>
              </a:ext>
            </a:extLst>
          </p:cNvPr>
          <p:cNvSpPr>
            <a:spLocks xmlns:a="http://schemas.openxmlformats.org/drawingml/2006/main" noGrp="1"/>
          </p:cNvSpPr>
          <p:nvPr/>
        </p:nvSpPr>
        <p:spPr>
          <a:xfrm xmlns:a="http://schemas.openxmlformats.org/drawingml/2006/main">
            <a:off x="2831973"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0" name="">
            <a:extLst xmlns:a="http://schemas.openxmlformats.org/drawingml/2006/main">
              <a:ext uri="{FF2B5EF4-FFF2-40B4-BE49-F238E27FC236}">
                <a16:creationId xmlns:a16="http://schemas.microsoft.com/office/drawing/2014/main" id="{88C9EA50-87EA-425D-94E4-C3550FB6DDDA}"/>
              </a:ext>
            </a:extLst>
          </p:cNvPr>
          <p:cNvSpPr>
            <a:spLocks xmlns:a="http://schemas.openxmlformats.org/drawingml/2006/main" noGrp="1"/>
          </p:cNvSpPr>
          <p:nvPr/>
        </p:nvSpPr>
        <p:spPr>
          <a:xfrm xmlns:a="http://schemas.openxmlformats.org/drawingml/2006/main">
            <a:off x="2911221"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1" name="">
            <a:extLst xmlns:a="http://schemas.openxmlformats.org/drawingml/2006/main">
              <a:ext uri="{FF2B5EF4-FFF2-40B4-BE49-F238E27FC236}">
                <a16:creationId xmlns:a16="http://schemas.microsoft.com/office/drawing/2014/main" id="{6A3D619D-4A4D-4C63-9562-F6D177AA48F1}"/>
              </a:ext>
            </a:extLst>
          </p:cNvPr>
          <p:cNvSpPr>
            <a:spLocks xmlns:a="http://schemas.openxmlformats.org/drawingml/2006/main" noGrp="1"/>
          </p:cNvSpPr>
          <p:nvPr/>
        </p:nvSpPr>
        <p:spPr>
          <a:xfrm xmlns:a="http://schemas.openxmlformats.org/drawingml/2006/main">
            <a:off x="2990469"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2" name="">
            <a:extLst xmlns:a="http://schemas.openxmlformats.org/drawingml/2006/main">
              <a:ext uri="{FF2B5EF4-FFF2-40B4-BE49-F238E27FC236}">
                <a16:creationId xmlns:a16="http://schemas.microsoft.com/office/drawing/2014/main" id="{D4CB7D89-80CE-487B-BE79-0B75892CD134}"/>
              </a:ext>
            </a:extLst>
          </p:cNvPr>
          <p:cNvSpPr>
            <a:spLocks xmlns:a="http://schemas.openxmlformats.org/drawingml/2006/main" noGrp="1"/>
          </p:cNvSpPr>
          <p:nvPr/>
        </p:nvSpPr>
        <p:spPr>
          <a:xfrm xmlns:a="http://schemas.openxmlformats.org/drawingml/2006/main">
            <a:off x="3010281" y="364845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53" name="">
            <a:extLst xmlns:a="http://schemas.openxmlformats.org/drawingml/2006/main">
              <a:ext uri="{FF2B5EF4-FFF2-40B4-BE49-F238E27FC236}">
                <a16:creationId xmlns:a16="http://schemas.microsoft.com/office/drawing/2014/main" id="{7C36B898-5C35-4A2D-ABCC-04C1F7D864CB}"/>
              </a:ext>
            </a:extLst>
          </p:cNvPr>
          <p:cNvSpPr>
            <a:spLocks xmlns:a="http://schemas.openxmlformats.org/drawingml/2006/main" noGrp="1"/>
          </p:cNvSpPr>
          <p:nvPr/>
        </p:nvSpPr>
        <p:spPr>
          <a:xfrm xmlns:a="http://schemas.openxmlformats.org/drawingml/2006/main">
            <a:off x="2428875" y="41338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Berries</a:t>
            </a:r>
          </a:p>
        </p:txBody>
      </p:sp>
      <p:sp>
        <p:nvSpPr>
          <p:cNvPr id="54" name="">
            <a:extLst xmlns:a="http://schemas.openxmlformats.org/drawingml/2006/main">
              <a:ext uri="{FF2B5EF4-FFF2-40B4-BE49-F238E27FC236}">
                <a16:creationId xmlns:a16="http://schemas.microsoft.com/office/drawing/2014/main" id="{0A38B9CC-49A6-4592-BE87-02A818AF713A}"/>
              </a:ext>
            </a:extLst>
          </p:cNvPr>
          <p:cNvSpPr>
            <a:spLocks xmlns:a="http://schemas.openxmlformats.org/drawingml/2006/main" noGrp="1"/>
          </p:cNvSpPr>
          <p:nvPr/>
        </p:nvSpPr>
        <p:spPr>
          <a:xfrm xmlns:a="http://schemas.openxmlformats.org/drawingml/2006/main">
            <a:off x="4019550" y="3486150"/>
            <a:ext cx="1314450" cy="895350"/>
          </a:xfrm>
          <a:prstGeom xmlns:a="http://schemas.openxmlformats.org/drawingml/2006/main" prst="roundRect">
            <a:avLst>
              <a:gd name="adj" fmla="val 14894"/>
            </a:avLst>
          </a:prstGeom>
          <a:solidFill xmlns:a="http://schemas.openxmlformats.org/drawingml/2006/main">
            <a:srgbClr val="EDF8F1"/>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5A296A8A-3B07-4826-92D5-CAE09B8415E5}"/>
              </a:ext>
            </a:extLst>
          </p:cNvPr>
          <p:cNvSpPr>
            <a:spLocks xmlns:a="http://schemas.openxmlformats.org/drawingml/2006/main" noGrp="1"/>
          </p:cNvSpPr>
          <p:nvPr/>
        </p:nvSpPr>
        <p:spPr>
          <a:xfrm xmlns:a="http://schemas.openxmlformats.org/drawingml/2006/main">
            <a:off x="4419600"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6" name="">
            <a:extLst xmlns:a="http://schemas.openxmlformats.org/drawingml/2006/main">
              <a:ext uri="{FF2B5EF4-FFF2-40B4-BE49-F238E27FC236}">
                <a16:creationId xmlns:a16="http://schemas.microsoft.com/office/drawing/2014/main" id="{32DCF7C7-E430-4EB3-B6BD-1551B8231550}"/>
              </a:ext>
            </a:extLst>
          </p:cNvPr>
          <p:cNvSpPr>
            <a:spLocks xmlns:a="http://schemas.openxmlformats.org/drawingml/2006/main" noGrp="1"/>
          </p:cNvSpPr>
          <p:nvPr/>
        </p:nvSpPr>
        <p:spPr>
          <a:xfrm xmlns:a="http://schemas.openxmlformats.org/drawingml/2006/main">
            <a:off x="4498848"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7" name="">
            <a:extLst xmlns:a="http://schemas.openxmlformats.org/drawingml/2006/main">
              <a:ext uri="{FF2B5EF4-FFF2-40B4-BE49-F238E27FC236}">
                <a16:creationId xmlns:a16="http://schemas.microsoft.com/office/drawing/2014/main" id="{A2176E19-D8A8-4CC7-84D2-C94E68D8F493}"/>
              </a:ext>
            </a:extLst>
          </p:cNvPr>
          <p:cNvSpPr>
            <a:spLocks xmlns:a="http://schemas.openxmlformats.org/drawingml/2006/main" noGrp="1"/>
          </p:cNvSpPr>
          <p:nvPr/>
        </p:nvSpPr>
        <p:spPr>
          <a:xfrm xmlns:a="http://schemas.openxmlformats.org/drawingml/2006/main">
            <a:off x="4578096"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8" name="">
            <a:extLst xmlns:a="http://schemas.openxmlformats.org/drawingml/2006/main">
              <a:ext uri="{FF2B5EF4-FFF2-40B4-BE49-F238E27FC236}">
                <a16:creationId xmlns:a16="http://schemas.microsoft.com/office/drawing/2014/main" id="{B3B794D6-28B0-41F0-9425-BCAA6F85DB28}"/>
              </a:ext>
            </a:extLst>
          </p:cNvPr>
          <p:cNvSpPr>
            <a:spLocks xmlns:a="http://schemas.openxmlformats.org/drawingml/2006/main" noGrp="1"/>
          </p:cNvSpPr>
          <p:nvPr/>
        </p:nvSpPr>
        <p:spPr>
          <a:xfrm xmlns:a="http://schemas.openxmlformats.org/drawingml/2006/main">
            <a:off x="4657344"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59" name="">
            <a:extLst xmlns:a="http://schemas.openxmlformats.org/drawingml/2006/main">
              <a:ext uri="{FF2B5EF4-FFF2-40B4-BE49-F238E27FC236}">
                <a16:creationId xmlns:a16="http://schemas.microsoft.com/office/drawing/2014/main" id="{6B921DA4-2F86-4449-A249-3E4C6A173281}"/>
              </a:ext>
            </a:extLst>
          </p:cNvPr>
          <p:cNvSpPr>
            <a:spLocks xmlns:a="http://schemas.openxmlformats.org/drawingml/2006/main" noGrp="1"/>
          </p:cNvSpPr>
          <p:nvPr/>
        </p:nvSpPr>
        <p:spPr>
          <a:xfrm xmlns:a="http://schemas.openxmlformats.org/drawingml/2006/main">
            <a:off x="4677156" y="364845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60" name="">
            <a:extLst xmlns:a="http://schemas.openxmlformats.org/drawingml/2006/main">
              <a:ext uri="{FF2B5EF4-FFF2-40B4-BE49-F238E27FC236}">
                <a16:creationId xmlns:a16="http://schemas.microsoft.com/office/drawing/2014/main" id="{A5A5DBE6-7B32-46EA-BC26-74CD84815A4C}"/>
              </a:ext>
            </a:extLst>
          </p:cNvPr>
          <p:cNvSpPr>
            <a:spLocks xmlns:a="http://schemas.openxmlformats.org/drawingml/2006/main" noGrp="1"/>
          </p:cNvSpPr>
          <p:nvPr/>
        </p:nvSpPr>
        <p:spPr>
          <a:xfrm xmlns:a="http://schemas.openxmlformats.org/drawingml/2006/main">
            <a:off x="4095750" y="41338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Nuts</a:t>
            </a:r>
          </a:p>
        </p:txBody>
      </p:sp>
      <p:sp>
        <p:nvSpPr>
          <p:cNvPr id="61" name="">
            <a:extLst xmlns:a="http://schemas.openxmlformats.org/drawingml/2006/main">
              <a:ext uri="{FF2B5EF4-FFF2-40B4-BE49-F238E27FC236}">
                <a16:creationId xmlns:a16="http://schemas.microsoft.com/office/drawing/2014/main" id="{6B38A2F1-0934-434A-8F02-8D7CA773074D}"/>
              </a:ext>
            </a:extLst>
          </p:cNvPr>
          <p:cNvSpPr>
            <a:spLocks xmlns:a="http://schemas.openxmlformats.org/drawingml/2006/main" noGrp="1"/>
          </p:cNvSpPr>
          <p:nvPr/>
        </p:nvSpPr>
        <p:spPr>
          <a:xfrm xmlns:a="http://schemas.openxmlformats.org/drawingml/2006/main">
            <a:off x="5686425" y="3486150"/>
            <a:ext cx="1314450" cy="895350"/>
          </a:xfrm>
          <a:prstGeom xmlns:a="http://schemas.openxmlformats.org/drawingml/2006/main" prst="roundRect">
            <a:avLst>
              <a:gd name="adj" fmla="val 14894"/>
            </a:avLst>
          </a:prstGeom>
          <a:solidFill xmlns:a="http://schemas.openxmlformats.org/drawingml/2006/main">
            <a:srgbClr val="FFF0E7"/>
          </a:solidFill>
          <a:ln xmlns:a="http://schemas.openxmlformats.org/drawingml/2006/main" w="9525">
            <a:solidFill>
              <a:srgbClr val="D9DEEA"/>
            </a:solidFill>
            <a:prstDash val="solid"/>
          </a:ln>
        </p:spPr>
      </p:sp>
      <p:sp>
        <p:nvSpPr>
          <p:cNvPr id="62" name="">
            <a:extLst xmlns:a="http://schemas.openxmlformats.org/drawingml/2006/main">
              <a:ext uri="{FF2B5EF4-FFF2-40B4-BE49-F238E27FC236}">
                <a16:creationId xmlns:a16="http://schemas.microsoft.com/office/drawing/2014/main" id="{1FFEA366-328C-4EB1-BD8F-03D74973663E}"/>
              </a:ext>
            </a:extLst>
          </p:cNvPr>
          <p:cNvSpPr>
            <a:spLocks xmlns:a="http://schemas.openxmlformats.org/drawingml/2006/main" noGrp="1"/>
          </p:cNvSpPr>
          <p:nvPr/>
        </p:nvSpPr>
        <p:spPr>
          <a:xfrm xmlns:a="http://schemas.openxmlformats.org/drawingml/2006/main">
            <a:off x="6086475"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63" name="">
            <a:extLst xmlns:a="http://schemas.openxmlformats.org/drawingml/2006/main">
              <a:ext uri="{FF2B5EF4-FFF2-40B4-BE49-F238E27FC236}">
                <a16:creationId xmlns:a16="http://schemas.microsoft.com/office/drawing/2014/main" id="{3E613AAC-4327-4255-932E-1F56BACF4818}"/>
              </a:ext>
            </a:extLst>
          </p:cNvPr>
          <p:cNvSpPr>
            <a:spLocks xmlns:a="http://schemas.openxmlformats.org/drawingml/2006/main" noGrp="1"/>
          </p:cNvSpPr>
          <p:nvPr/>
        </p:nvSpPr>
        <p:spPr>
          <a:xfrm xmlns:a="http://schemas.openxmlformats.org/drawingml/2006/main">
            <a:off x="6165723"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64" name="">
            <a:extLst xmlns:a="http://schemas.openxmlformats.org/drawingml/2006/main">
              <a:ext uri="{FF2B5EF4-FFF2-40B4-BE49-F238E27FC236}">
                <a16:creationId xmlns:a16="http://schemas.microsoft.com/office/drawing/2014/main" id="{2E00576A-7F43-4838-82D1-46B0C41F5E88}"/>
              </a:ext>
            </a:extLst>
          </p:cNvPr>
          <p:cNvSpPr>
            <a:spLocks xmlns:a="http://schemas.openxmlformats.org/drawingml/2006/main" noGrp="1"/>
          </p:cNvSpPr>
          <p:nvPr/>
        </p:nvSpPr>
        <p:spPr>
          <a:xfrm xmlns:a="http://schemas.openxmlformats.org/drawingml/2006/main">
            <a:off x="6244971" y="3747516"/>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65" name="">
            <a:extLst xmlns:a="http://schemas.openxmlformats.org/drawingml/2006/main">
              <a:ext uri="{FF2B5EF4-FFF2-40B4-BE49-F238E27FC236}">
                <a16:creationId xmlns:a16="http://schemas.microsoft.com/office/drawing/2014/main" id="{78DAF645-063D-4E86-B0D6-4C3C7B7AD4A7}"/>
              </a:ext>
            </a:extLst>
          </p:cNvPr>
          <p:cNvSpPr>
            <a:spLocks xmlns:a="http://schemas.openxmlformats.org/drawingml/2006/main" noGrp="1"/>
          </p:cNvSpPr>
          <p:nvPr/>
        </p:nvSpPr>
        <p:spPr>
          <a:xfrm xmlns:a="http://schemas.openxmlformats.org/drawingml/2006/main">
            <a:off x="6324219" y="3836670"/>
            <a:ext cx="168402" cy="128778"/>
          </a:xfrm>
          <a:prstGeom xmlns:a="http://schemas.openxmlformats.org/drawingml/2006/main" prst="ellipse">
            <a:avLst/>
          </a:prstGeom>
          <a:solidFill xmlns:a="http://schemas.openxmlformats.org/drawingml/2006/main">
            <a:srgbClr val="D6A23A"/>
          </a:solidFill>
          <a:ln xmlns:a="http://schemas.openxmlformats.org/drawingml/2006/main" w="13335">
            <a:solidFill>
              <a:srgbClr val="0D1338"/>
            </a:solidFill>
            <a:prstDash val="solid"/>
          </a:ln>
        </p:spPr>
      </p:sp>
      <p:sp>
        <p:nvSpPr>
          <p:cNvPr id="66" name="">
            <a:extLst xmlns:a="http://schemas.openxmlformats.org/drawingml/2006/main">
              <a:ext uri="{FF2B5EF4-FFF2-40B4-BE49-F238E27FC236}">
                <a16:creationId xmlns:a16="http://schemas.microsoft.com/office/drawing/2014/main" id="{E4F52598-2639-4F2A-B024-6C9FC3DB8879}"/>
              </a:ext>
            </a:extLst>
          </p:cNvPr>
          <p:cNvSpPr>
            <a:spLocks xmlns:a="http://schemas.openxmlformats.org/drawingml/2006/main" noGrp="1"/>
          </p:cNvSpPr>
          <p:nvPr/>
        </p:nvSpPr>
        <p:spPr>
          <a:xfrm xmlns:a="http://schemas.openxmlformats.org/drawingml/2006/main">
            <a:off x="6344031" y="3648456"/>
            <a:ext cx="59436" cy="79248"/>
          </a:xfrm>
          <a:prstGeom xmlns:a="http://schemas.openxmlformats.org/drawingml/2006/main" prst="line">
            <a:avLst/>
          </a:prstGeom>
          <a:noFill xmlns:a="http://schemas.openxmlformats.org/drawingml/2006/main"/>
          <a:ln xmlns:a="http://schemas.openxmlformats.org/drawingml/2006/main" w="19050">
            <a:solidFill>
              <a:srgbClr val="005030"/>
            </a:solidFill>
            <a:prstDash val="solid"/>
          </a:ln>
        </p:spPr>
      </p:sp>
      <p:sp>
        <p:nvSpPr>
          <p:cNvPr id="67" name="">
            <a:extLst xmlns:a="http://schemas.openxmlformats.org/drawingml/2006/main">
              <a:ext uri="{FF2B5EF4-FFF2-40B4-BE49-F238E27FC236}">
                <a16:creationId xmlns:a16="http://schemas.microsoft.com/office/drawing/2014/main" id="{4E68FE34-0361-42CD-8C6A-811B67CF8A63}"/>
              </a:ext>
            </a:extLst>
          </p:cNvPr>
          <p:cNvSpPr>
            <a:spLocks xmlns:a="http://schemas.openxmlformats.org/drawingml/2006/main" noGrp="1"/>
          </p:cNvSpPr>
          <p:nvPr/>
        </p:nvSpPr>
        <p:spPr>
          <a:xfrm xmlns:a="http://schemas.openxmlformats.org/drawingml/2006/main">
            <a:off x="5762625" y="4133850"/>
            <a:ext cx="1162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Seeds</a:t>
            </a:r>
          </a:p>
        </p:txBody>
      </p:sp>
      <p:sp>
        <p:nvSpPr>
          <p:cNvPr id="68" name="">
            <a:extLst xmlns:a="http://schemas.openxmlformats.org/drawingml/2006/main">
              <a:ext uri="{FF2B5EF4-FFF2-40B4-BE49-F238E27FC236}">
                <a16:creationId xmlns:a16="http://schemas.microsoft.com/office/drawing/2014/main" id="{9D42EEA2-B7EE-4B48-96F2-B430DEA429C0}"/>
              </a:ext>
            </a:extLst>
          </p:cNvPr>
          <p:cNvSpPr>
            <a:spLocks xmlns:a="http://schemas.openxmlformats.org/drawingml/2006/main" noGrp="1"/>
          </p:cNvSpPr>
          <p:nvPr/>
        </p:nvSpPr>
        <p:spPr>
          <a:xfrm xmlns:a="http://schemas.openxmlformats.org/drawingml/2006/main">
            <a:off x="514350" y="4953000"/>
            <a:ext cx="6743700" cy="1390650"/>
          </a:xfrm>
          <a:prstGeom xmlns:a="http://schemas.openxmlformats.org/drawingml/2006/main" prst="roundRect">
            <a:avLst>
              <a:gd name="adj" fmla="val 9589"/>
            </a:avLst>
          </a:prstGeom>
          <a:solidFill xmlns:a="http://schemas.openxmlformats.org/drawingml/2006/main">
            <a:srgbClr val="FFFFFF"/>
          </a:solidFill>
          <a:ln xmlns:a="http://schemas.openxmlformats.org/drawingml/2006/main" w="9525">
            <a:solidFill>
              <a:srgbClr val="D9DEEA"/>
            </a:solidFill>
            <a:prstDash val="solid"/>
          </a:ln>
        </p:spPr>
      </p:sp>
      <p:sp>
        <p:nvSpPr>
          <p:cNvPr id="69" name="">
            <a:extLst xmlns:a="http://schemas.openxmlformats.org/drawingml/2006/main">
              <a:ext uri="{FF2B5EF4-FFF2-40B4-BE49-F238E27FC236}">
                <a16:creationId xmlns:a16="http://schemas.microsoft.com/office/drawing/2014/main" id="{1B8FF4A3-26D2-4531-B39A-D1A01744A51F}"/>
              </a:ext>
            </a:extLst>
          </p:cNvPr>
          <p:cNvSpPr>
            <a:spLocks xmlns:a="http://schemas.openxmlformats.org/drawingml/2006/main" noGrp="1"/>
          </p:cNvSpPr>
          <p:nvPr/>
        </p:nvSpPr>
        <p:spPr>
          <a:xfrm xmlns:a="http://schemas.openxmlformats.org/drawingml/2006/main">
            <a:off x="685800" y="51625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Choose one</a:t>
            </a:r>
          </a:p>
        </p:txBody>
      </p:sp>
      <p:sp>
        <p:nvSpPr>
          <p:cNvPr id="70" name="">
            <a:extLst xmlns:a="http://schemas.openxmlformats.org/drawingml/2006/main">
              <a:ext uri="{FF2B5EF4-FFF2-40B4-BE49-F238E27FC236}">
                <a16:creationId xmlns:a16="http://schemas.microsoft.com/office/drawing/2014/main" id="{C7963752-9B27-4950-BD60-998F0CCE2605}"/>
              </a:ext>
            </a:extLst>
          </p:cNvPr>
          <p:cNvSpPr>
            <a:spLocks xmlns:a="http://schemas.openxmlformats.org/drawingml/2006/main" noGrp="1"/>
          </p:cNvSpPr>
          <p:nvPr/>
        </p:nvSpPr>
        <p:spPr>
          <a:xfrm xmlns:a="http://schemas.openxmlformats.org/drawingml/2006/main">
            <a:off x="800100" y="55245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D6A23A"/>
            </a:solidFill>
            <a:prstDash val="solid"/>
          </a:ln>
        </p:spPr>
      </p:sp>
      <p:sp>
        <p:nvSpPr>
          <p:cNvPr id="71" name="">
            <a:extLst xmlns:a="http://schemas.openxmlformats.org/drawingml/2006/main">
              <a:ext uri="{FF2B5EF4-FFF2-40B4-BE49-F238E27FC236}">
                <a16:creationId xmlns:a16="http://schemas.microsoft.com/office/drawing/2014/main" id="{5491C760-7704-484D-829F-FE7001F98059}"/>
              </a:ext>
            </a:extLst>
          </p:cNvPr>
          <p:cNvSpPr>
            <a:spLocks xmlns:a="http://schemas.openxmlformats.org/drawingml/2006/main" noGrp="1"/>
          </p:cNvSpPr>
          <p:nvPr/>
        </p:nvSpPr>
        <p:spPr>
          <a:xfrm xmlns:a="http://schemas.openxmlformats.org/drawingml/2006/main">
            <a:off x="1009650" y="55054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Add a vegetable</a:t>
            </a:r>
          </a:p>
        </p:txBody>
      </p:sp>
      <p:sp>
        <p:nvSpPr>
          <p:cNvPr id="72" name="">
            <a:extLst xmlns:a="http://schemas.openxmlformats.org/drawingml/2006/main">
              <a:ext uri="{FF2B5EF4-FFF2-40B4-BE49-F238E27FC236}">
                <a16:creationId xmlns:a16="http://schemas.microsoft.com/office/drawing/2014/main" id="{2DBE031F-BAA1-4A09-A62D-ED67D7DBA939}"/>
              </a:ext>
            </a:extLst>
          </p:cNvPr>
          <p:cNvSpPr>
            <a:spLocks xmlns:a="http://schemas.openxmlformats.org/drawingml/2006/main" noGrp="1"/>
          </p:cNvSpPr>
          <p:nvPr/>
        </p:nvSpPr>
        <p:spPr>
          <a:xfrm xmlns:a="http://schemas.openxmlformats.org/drawingml/2006/main">
            <a:off x="3752850" y="55245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D6A23A"/>
            </a:solidFill>
            <a:prstDash val="solid"/>
          </a:ln>
        </p:spPr>
      </p:sp>
      <p:sp>
        <p:nvSpPr>
          <p:cNvPr id="73" name="">
            <a:extLst xmlns:a="http://schemas.openxmlformats.org/drawingml/2006/main">
              <a:ext uri="{FF2B5EF4-FFF2-40B4-BE49-F238E27FC236}">
                <a16:creationId xmlns:a16="http://schemas.microsoft.com/office/drawing/2014/main" id="{EB1BEC16-A775-417B-BD5B-B9A56E4A0C68}"/>
              </a:ext>
            </a:extLst>
          </p:cNvPr>
          <p:cNvSpPr>
            <a:spLocks xmlns:a="http://schemas.openxmlformats.org/drawingml/2006/main" noGrp="1"/>
          </p:cNvSpPr>
          <p:nvPr/>
        </p:nvSpPr>
        <p:spPr>
          <a:xfrm xmlns:a="http://schemas.openxmlformats.org/drawingml/2006/main">
            <a:off x="3962400" y="55054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Add beans or lentils</a:t>
            </a:r>
          </a:p>
        </p:txBody>
      </p:sp>
      <p:sp>
        <p:nvSpPr>
          <p:cNvPr id="74" name="">
            <a:extLst xmlns:a="http://schemas.openxmlformats.org/drawingml/2006/main">
              <a:ext uri="{FF2B5EF4-FFF2-40B4-BE49-F238E27FC236}">
                <a16:creationId xmlns:a16="http://schemas.microsoft.com/office/drawing/2014/main" id="{1EE033FD-8142-48C1-B542-6736C673A07B}"/>
              </a:ext>
            </a:extLst>
          </p:cNvPr>
          <p:cNvSpPr>
            <a:spLocks xmlns:a="http://schemas.openxmlformats.org/drawingml/2006/main" noGrp="1"/>
          </p:cNvSpPr>
          <p:nvPr/>
        </p:nvSpPr>
        <p:spPr>
          <a:xfrm xmlns:a="http://schemas.openxmlformats.org/drawingml/2006/main">
            <a:off x="800100" y="58293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D6A23A"/>
            </a:solidFill>
            <a:prstDash val="solid"/>
          </a:ln>
        </p:spPr>
      </p:sp>
      <p:sp>
        <p:nvSpPr>
          <p:cNvPr id="75" name="">
            <a:extLst xmlns:a="http://schemas.openxmlformats.org/drawingml/2006/main">
              <a:ext uri="{FF2B5EF4-FFF2-40B4-BE49-F238E27FC236}">
                <a16:creationId xmlns:a16="http://schemas.microsoft.com/office/drawing/2014/main" id="{8C2911B7-199A-4B25-871F-F73F615086F7}"/>
              </a:ext>
            </a:extLst>
          </p:cNvPr>
          <p:cNvSpPr>
            <a:spLocks xmlns:a="http://schemas.openxmlformats.org/drawingml/2006/main" noGrp="1"/>
          </p:cNvSpPr>
          <p:nvPr/>
        </p:nvSpPr>
        <p:spPr>
          <a:xfrm xmlns:a="http://schemas.openxmlformats.org/drawingml/2006/main">
            <a:off x="1009650" y="58102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Choose oats or a whole grain</a:t>
            </a:r>
          </a:p>
        </p:txBody>
      </p:sp>
      <p:sp>
        <p:nvSpPr>
          <p:cNvPr id="76" name="">
            <a:extLst xmlns:a="http://schemas.openxmlformats.org/drawingml/2006/main">
              <a:ext uri="{FF2B5EF4-FFF2-40B4-BE49-F238E27FC236}">
                <a16:creationId xmlns:a16="http://schemas.microsoft.com/office/drawing/2014/main" id="{9D4F956A-2F80-4E14-B405-8F8E8437E1D2}"/>
              </a:ext>
            </a:extLst>
          </p:cNvPr>
          <p:cNvSpPr>
            <a:spLocks xmlns:a="http://schemas.openxmlformats.org/drawingml/2006/main" noGrp="1"/>
          </p:cNvSpPr>
          <p:nvPr/>
        </p:nvSpPr>
        <p:spPr>
          <a:xfrm xmlns:a="http://schemas.openxmlformats.org/drawingml/2006/main">
            <a:off x="3752850" y="58293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D6A23A"/>
            </a:solidFill>
            <a:prstDash val="solid"/>
          </a:ln>
        </p:spPr>
      </p:sp>
      <p:sp>
        <p:nvSpPr>
          <p:cNvPr id="77" name="">
            <a:extLst xmlns:a="http://schemas.openxmlformats.org/drawingml/2006/main">
              <a:ext uri="{FF2B5EF4-FFF2-40B4-BE49-F238E27FC236}">
                <a16:creationId xmlns:a16="http://schemas.microsoft.com/office/drawing/2014/main" id="{EC231EA2-1AEC-4D8D-BE95-F0622A5DA8FF}"/>
              </a:ext>
            </a:extLst>
          </p:cNvPr>
          <p:cNvSpPr>
            <a:spLocks xmlns:a="http://schemas.openxmlformats.org/drawingml/2006/main" noGrp="1"/>
          </p:cNvSpPr>
          <p:nvPr/>
        </p:nvSpPr>
        <p:spPr>
          <a:xfrm xmlns:a="http://schemas.openxmlformats.org/drawingml/2006/main">
            <a:off x="3962400" y="58102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Add berries</a:t>
            </a:r>
          </a:p>
        </p:txBody>
      </p:sp>
      <p:sp>
        <p:nvSpPr>
          <p:cNvPr id="78" name="">
            <a:extLst xmlns:a="http://schemas.openxmlformats.org/drawingml/2006/main">
              <a:ext uri="{FF2B5EF4-FFF2-40B4-BE49-F238E27FC236}">
                <a16:creationId xmlns:a16="http://schemas.microsoft.com/office/drawing/2014/main" id="{7BFCA586-8F61-4B70-88DA-CFDE50F23062}"/>
              </a:ext>
            </a:extLst>
          </p:cNvPr>
          <p:cNvSpPr>
            <a:spLocks xmlns:a="http://schemas.openxmlformats.org/drawingml/2006/main" noGrp="1"/>
          </p:cNvSpPr>
          <p:nvPr/>
        </p:nvSpPr>
        <p:spPr>
          <a:xfrm xmlns:a="http://schemas.openxmlformats.org/drawingml/2006/main">
            <a:off x="800100" y="6134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D6A23A"/>
            </a:solidFill>
            <a:prstDash val="solid"/>
          </a:ln>
        </p:spPr>
      </p:sp>
      <p:sp>
        <p:nvSpPr>
          <p:cNvPr id="79" name="">
            <a:extLst xmlns:a="http://schemas.openxmlformats.org/drawingml/2006/main">
              <a:ext uri="{FF2B5EF4-FFF2-40B4-BE49-F238E27FC236}">
                <a16:creationId xmlns:a16="http://schemas.microsoft.com/office/drawing/2014/main" id="{947C4DF0-62BE-4842-A817-569DE6BD7238}"/>
              </a:ext>
            </a:extLst>
          </p:cNvPr>
          <p:cNvSpPr>
            <a:spLocks xmlns:a="http://schemas.openxmlformats.org/drawingml/2006/main" noGrp="1"/>
          </p:cNvSpPr>
          <p:nvPr/>
        </p:nvSpPr>
        <p:spPr>
          <a:xfrm xmlns:a="http://schemas.openxmlformats.org/drawingml/2006/main">
            <a:off x="1009650" y="6115050"/>
            <a:ext cx="2362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Add nuts or seeds</a:t>
            </a:r>
          </a:p>
        </p:txBody>
      </p:sp>
      <p:sp>
        <p:nvSpPr>
          <p:cNvPr id="80" name="">
            <a:extLst xmlns:a="http://schemas.openxmlformats.org/drawingml/2006/main">
              <a:ext uri="{FF2B5EF4-FFF2-40B4-BE49-F238E27FC236}">
                <a16:creationId xmlns:a16="http://schemas.microsoft.com/office/drawing/2014/main" id="{C58FBC21-5E06-4DEF-AF4C-3532DF288AC4}"/>
              </a:ext>
            </a:extLst>
          </p:cNvPr>
          <p:cNvSpPr>
            <a:spLocks xmlns:a="http://schemas.openxmlformats.org/drawingml/2006/main" noGrp="1"/>
          </p:cNvSpPr>
          <p:nvPr/>
        </p:nvSpPr>
        <p:spPr>
          <a:xfrm xmlns:a="http://schemas.openxmlformats.org/drawingml/2006/main">
            <a:off x="514350" y="6667500"/>
            <a:ext cx="6743700" cy="1104900"/>
          </a:xfrm>
          <a:prstGeom xmlns:a="http://schemas.openxmlformats.org/drawingml/2006/main" prst="roundRect">
            <a:avLst>
              <a:gd name="adj" fmla="val 10345"/>
            </a:avLst>
          </a:prstGeom>
          <a:solidFill xmlns:a="http://schemas.openxmlformats.org/drawingml/2006/main">
            <a:srgbClr val="FFF0E7"/>
          </a:solidFill>
          <a:ln xmlns:a="http://schemas.openxmlformats.org/drawingml/2006/main" w="9525">
            <a:solidFill>
              <a:srgbClr val="D9DEEA"/>
            </a:solidFill>
            <a:prstDash val="solid"/>
          </a:ln>
        </p:spPr>
      </p:sp>
      <p:sp>
        <p:nvSpPr>
          <p:cNvPr id="81" name="">
            <a:extLst xmlns:a="http://schemas.openxmlformats.org/drawingml/2006/main">
              <a:ext uri="{FF2B5EF4-FFF2-40B4-BE49-F238E27FC236}">
                <a16:creationId xmlns:a16="http://schemas.microsoft.com/office/drawing/2014/main" id="{FF8D7912-D589-4D09-AA3B-9770F3E82FDD}"/>
              </a:ext>
            </a:extLst>
          </p:cNvPr>
          <p:cNvSpPr>
            <a:spLocks xmlns:a="http://schemas.openxmlformats.org/drawingml/2006/main" noGrp="1"/>
          </p:cNvSpPr>
          <p:nvPr/>
        </p:nvSpPr>
        <p:spPr>
          <a:xfrm xmlns:a="http://schemas.openxmlformats.org/drawingml/2006/main">
            <a:off x="514350" y="6667500"/>
            <a:ext cx="57150" cy="110490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D111C98-4522-4511-AC1D-D3EB6076976A}"/>
              </a:ext>
            </a:extLst>
          </p:cNvPr>
          <p:cNvSpPr>
            <a:spLocks xmlns:a="http://schemas.openxmlformats.org/drawingml/2006/main" noGrp="1"/>
          </p:cNvSpPr>
          <p:nvPr/>
        </p:nvSpPr>
        <p:spPr>
          <a:xfrm xmlns:a="http://schemas.openxmlformats.org/drawingml/2006/main">
            <a:off x="685800" y="68008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Go gradually</a:t>
            </a:r>
          </a:p>
        </p:txBody>
      </p:sp>
      <p:sp>
        <p:nvSpPr>
          <p:cNvPr id="83" name="">
            <a:extLst xmlns:a="http://schemas.openxmlformats.org/drawingml/2006/main">
              <a:ext uri="{FF2B5EF4-FFF2-40B4-BE49-F238E27FC236}">
                <a16:creationId xmlns:a16="http://schemas.microsoft.com/office/drawing/2014/main" id="{3FE69FA9-CD16-439B-A355-99C5755A847C}"/>
              </a:ext>
            </a:extLst>
          </p:cNvPr>
          <p:cNvSpPr>
            <a:spLocks xmlns:a="http://schemas.openxmlformats.org/drawingml/2006/main" noGrp="1"/>
          </p:cNvSpPr>
          <p:nvPr/>
        </p:nvSpPr>
        <p:spPr>
          <a:xfrm xmlns:a="http://schemas.openxmlformats.org/drawingml/2006/main">
            <a:off x="685800" y="7067550"/>
            <a:ext cx="6419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Fiber-rich foods may support digestive health, fullness, cholesterol management, dietary quality, and more balanced meals. Increase gradually, drink fluids according to your needs, and ask for guidance with kidney disease, digestive conditions, swallowing problems, prescribed diets, or significant symptoms. [4]</a:t>
            </a:r>
          </a:p>
        </p:txBody>
      </p:sp>
      <p:sp>
        <p:nvSpPr>
          <p:cNvPr id="84" name="">
            <a:extLst xmlns:a="http://schemas.openxmlformats.org/drawingml/2006/main">
              <a:ext uri="{FF2B5EF4-FFF2-40B4-BE49-F238E27FC236}">
                <a16:creationId xmlns:a16="http://schemas.microsoft.com/office/drawing/2014/main" id="{399130A7-7739-4DF1-A02B-109AC78B428B}"/>
              </a:ext>
            </a:extLst>
          </p:cNvPr>
          <p:cNvSpPr>
            <a:spLocks xmlns:a="http://schemas.openxmlformats.org/drawingml/2006/main" noGrp="1"/>
          </p:cNvSpPr>
          <p:nvPr/>
        </p:nvSpPr>
        <p:spPr>
          <a:xfrm xmlns:a="http://schemas.openxmlformats.org/drawingml/2006/main">
            <a:off x="514350" y="8115300"/>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D6A23A"/>
                </a:solidFill>
                <a:latin typeface="Verdana"/>
                <a:ea typeface="Verdana"/>
                <a:cs typeface="Verdana"/>
              </a:defRPr>
            </a:pPr>
            <a:r>
              <a:rPr sz="863" b="1" i="0">
                <a:solidFill>
                  <a:srgbClr val="D6A23A"/>
                </a:solidFill>
                <a:latin typeface="Verdana"/>
                <a:ea typeface="Verdana"/>
                <a:cs typeface="Verdana"/>
              </a:rPr>
              <a:t>My fiber addition today</a:t>
            </a:r>
          </a:p>
        </p:txBody>
      </p:sp>
      <p:sp>
        <p:nvSpPr>
          <p:cNvPr id="85" name="">
            <a:extLst xmlns:a="http://schemas.openxmlformats.org/drawingml/2006/main">
              <a:ext uri="{FF2B5EF4-FFF2-40B4-BE49-F238E27FC236}">
                <a16:creationId xmlns:a16="http://schemas.microsoft.com/office/drawing/2014/main" id="{7C96F6C4-265F-42E0-8CB6-52C3EC10B01E}"/>
              </a:ext>
            </a:extLst>
          </p:cNvPr>
          <p:cNvSpPr>
            <a:spLocks xmlns:a="http://schemas.openxmlformats.org/drawingml/2006/main" noGrp="1"/>
          </p:cNvSpPr>
          <p:nvPr/>
        </p:nvSpPr>
        <p:spPr>
          <a:xfrm xmlns:a="http://schemas.openxmlformats.org/drawingml/2006/main">
            <a:off x="514350" y="8324850"/>
            <a:ext cx="6743700" cy="5715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9525">
            <a:solidFill>
              <a:srgbClr val="D9DEEA"/>
            </a:solidFill>
            <a:prstDash val="solid"/>
          </a:ln>
        </p:spPr>
      </p:sp>
    </p:spTree>
    <p:extLst>
      <p:ext uri="{BB962C8B-B14F-4D97-AF65-F5344CB8AC3E}">
        <p14:creationId xmlns:p14="http://schemas.microsoft.com/office/powerpoint/2010/main" val="1517268539"/>
      </p:ext>
    </p:extLst>
  </p:cSld>
</p:sld>
</file>

<file path=ppt/slides/slide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60CF8B1F-A6CC-4986-A0EE-FF9B41CC287D}"/>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a6c7994dce434594"/>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41E09B26-9FF7-4530-BDEC-E72C9A811E27}"/>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3B9607D5-6B5F-498D-A12B-437023EC9758}"/>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4</a:t>
            </a:r>
          </a:p>
        </p:txBody>
      </p:sp>
      <p:sp>
        <p:nvSpPr>
          <p:cNvPr id="5" name="">
            <a:extLst xmlns:a="http://schemas.openxmlformats.org/drawingml/2006/main">
              <a:ext uri="{FF2B5EF4-FFF2-40B4-BE49-F238E27FC236}">
                <a16:creationId xmlns:a16="http://schemas.microsoft.com/office/drawing/2014/main" id="{EE35762D-DA4B-4AD2-9B90-9F7CC8287523}"/>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F7464D95-A45C-49AF-86AC-85A2498AF104}"/>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0B9D8E06-3781-4971-B393-46A1E77C4813}"/>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6770c8730b434519"/>
              </a:rPr>
              <a:t>mindfuldiabetes.org</a:t>
            </a:r>
          </a:p>
        </p:txBody>
      </p:sp>
      <p:sp>
        <p:nvSpPr>
          <p:cNvPr id="8" name="">
            <a:extLst xmlns:a="http://schemas.openxmlformats.org/drawingml/2006/main">
              <a:ext uri="{FF2B5EF4-FFF2-40B4-BE49-F238E27FC236}">
                <a16:creationId xmlns:a16="http://schemas.microsoft.com/office/drawing/2014/main" id="{9222C2AB-7A73-443A-8359-ECF2852E5C1B}"/>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8</a:t>
            </a:r>
          </a:p>
        </p:txBody>
      </p:sp>
      <p:sp>
        <p:nvSpPr>
          <p:cNvPr id="9" name="">
            <a:extLst xmlns:a="http://schemas.openxmlformats.org/drawingml/2006/main">
              <a:ext uri="{FF2B5EF4-FFF2-40B4-BE49-F238E27FC236}">
                <a16:creationId xmlns:a16="http://schemas.microsoft.com/office/drawing/2014/main" id="{384A9A4F-0BD7-4FF9-8161-E93F2B7B14F0}"/>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4</a:t>
            </a:r>
          </a:p>
        </p:txBody>
      </p:sp>
      <p:sp>
        <p:nvSpPr>
          <p:cNvPr id="10" name="">
            <a:extLst xmlns:a="http://schemas.openxmlformats.org/drawingml/2006/main">
              <a:ext uri="{FF2B5EF4-FFF2-40B4-BE49-F238E27FC236}">
                <a16:creationId xmlns:a16="http://schemas.microsoft.com/office/drawing/2014/main" id="{65EDF8E2-4429-4142-85F3-33E294AE8E5D}"/>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Break up sitting time</a:t>
            </a:r>
          </a:p>
        </p:txBody>
      </p:sp>
      <p:sp>
        <p:nvSpPr>
          <p:cNvPr id="11" name="">
            <a:extLst xmlns:a="http://schemas.openxmlformats.org/drawingml/2006/main">
              <a:ext uri="{FF2B5EF4-FFF2-40B4-BE49-F238E27FC236}">
                <a16:creationId xmlns:a16="http://schemas.microsoft.com/office/drawing/2014/main" id="{4488E133-12F2-45D8-AC96-AFE78D1C1A0D}"/>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Start from where you are. A short, safe movement break still counts.</a:t>
            </a:r>
          </a:p>
        </p:txBody>
      </p:sp>
      <p:sp>
        <p:nvSpPr>
          <p:cNvPr id="12" name="">
            <a:extLst xmlns:a="http://schemas.openxmlformats.org/drawingml/2006/main">
              <a:ext uri="{FF2B5EF4-FFF2-40B4-BE49-F238E27FC236}">
                <a16:creationId xmlns:a16="http://schemas.microsoft.com/office/drawing/2014/main" id="{5CC92008-DB2F-4D9D-9B8B-936B99E4BBA2}"/>
              </a:ext>
            </a:extLst>
          </p:cNvPr>
          <p:cNvSpPr>
            <a:spLocks xmlns:a="http://schemas.openxmlformats.org/drawingml/2006/main" noGrp="1"/>
          </p:cNvSpPr>
          <p:nvPr/>
        </p:nvSpPr>
        <p:spPr>
          <a:xfrm xmlns:a="http://schemas.openxmlformats.org/drawingml/2006/main">
            <a:off x="514350" y="22479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AEEEB624-8413-4370-A75F-140697B7694A}"/>
              </a:ext>
            </a:extLst>
          </p:cNvPr>
          <p:cNvSpPr>
            <a:spLocks xmlns:a="http://schemas.openxmlformats.org/drawingml/2006/main" noGrp="1"/>
          </p:cNvSpPr>
          <p:nvPr/>
        </p:nvSpPr>
        <p:spPr>
          <a:xfrm xmlns:a="http://schemas.openxmlformats.org/drawingml/2006/main">
            <a:off x="764667" y="23431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8C15ED-D9D4-4ECF-A349-FE4F585B9D4D}"/>
              </a:ext>
            </a:extLst>
          </p:cNvPr>
          <p:cNvSpPr>
            <a:spLocks xmlns:a="http://schemas.openxmlformats.org/drawingml/2006/main" noGrp="1"/>
          </p:cNvSpPr>
          <p:nvPr/>
        </p:nvSpPr>
        <p:spPr>
          <a:xfrm xmlns:a="http://schemas.openxmlformats.org/drawingml/2006/main">
            <a:off x="735521" y="23985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15" name="">
            <a:extLst xmlns:a="http://schemas.openxmlformats.org/drawingml/2006/main">
              <a:ext uri="{FF2B5EF4-FFF2-40B4-BE49-F238E27FC236}">
                <a16:creationId xmlns:a16="http://schemas.microsoft.com/office/drawing/2014/main" id="{7DA1CB99-958E-42DD-8D08-733037FBF9E1}"/>
              </a:ext>
            </a:extLst>
          </p:cNvPr>
          <p:cNvSpPr>
            <a:spLocks xmlns:a="http://schemas.openxmlformats.org/drawingml/2006/main" noGrp="1"/>
          </p:cNvSpPr>
          <p:nvPr/>
        </p:nvSpPr>
        <p:spPr>
          <a:xfrm xmlns:a="http://schemas.openxmlformats.org/drawingml/2006/main">
            <a:off x="793814" y="23985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16" name="">
            <a:extLst xmlns:a="http://schemas.openxmlformats.org/drawingml/2006/main">
              <a:ext uri="{FF2B5EF4-FFF2-40B4-BE49-F238E27FC236}">
                <a16:creationId xmlns:a16="http://schemas.microsoft.com/office/drawing/2014/main" id="{A67BD09D-612E-4192-B6E9-29A3290D67A6}"/>
              </a:ext>
            </a:extLst>
          </p:cNvPr>
          <p:cNvSpPr>
            <a:spLocks xmlns:a="http://schemas.openxmlformats.org/drawingml/2006/main" noGrp="1"/>
          </p:cNvSpPr>
          <p:nvPr/>
        </p:nvSpPr>
        <p:spPr>
          <a:xfrm xmlns:a="http://schemas.openxmlformats.org/drawingml/2006/main">
            <a:off x="716090" y="24698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17" name="">
            <a:extLst xmlns:a="http://schemas.openxmlformats.org/drawingml/2006/main">
              <a:ext uri="{FF2B5EF4-FFF2-40B4-BE49-F238E27FC236}">
                <a16:creationId xmlns:a16="http://schemas.microsoft.com/office/drawing/2014/main" id="{B228688F-2575-4C71-9B86-C98D6CC62671}"/>
              </a:ext>
            </a:extLst>
          </p:cNvPr>
          <p:cNvSpPr>
            <a:spLocks xmlns:a="http://schemas.openxmlformats.org/drawingml/2006/main" noGrp="1"/>
          </p:cNvSpPr>
          <p:nvPr/>
        </p:nvSpPr>
        <p:spPr>
          <a:xfrm xmlns:a="http://schemas.openxmlformats.org/drawingml/2006/main">
            <a:off x="774383" y="24698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18" name="">
            <a:extLst xmlns:a="http://schemas.openxmlformats.org/drawingml/2006/main">
              <a:ext uri="{FF2B5EF4-FFF2-40B4-BE49-F238E27FC236}">
                <a16:creationId xmlns:a16="http://schemas.microsoft.com/office/drawing/2014/main" id="{54934C94-4F76-4DAA-8814-A7086C3B66EB}"/>
              </a:ext>
            </a:extLst>
          </p:cNvPr>
          <p:cNvSpPr>
            <a:spLocks xmlns:a="http://schemas.openxmlformats.org/drawingml/2006/main" noGrp="1"/>
          </p:cNvSpPr>
          <p:nvPr/>
        </p:nvSpPr>
        <p:spPr>
          <a:xfrm xmlns:a="http://schemas.openxmlformats.org/drawingml/2006/main">
            <a:off x="1047750" y="24003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Short walk</a:t>
            </a:r>
          </a:p>
        </p:txBody>
      </p:sp>
      <p:sp>
        <p:nvSpPr>
          <p:cNvPr id="19" name="">
            <a:extLst xmlns:a="http://schemas.openxmlformats.org/drawingml/2006/main">
              <a:ext uri="{FF2B5EF4-FFF2-40B4-BE49-F238E27FC236}">
                <a16:creationId xmlns:a16="http://schemas.microsoft.com/office/drawing/2014/main" id="{82E11DDB-F90E-4118-B828-15C981D1162D}"/>
              </a:ext>
            </a:extLst>
          </p:cNvPr>
          <p:cNvSpPr>
            <a:spLocks xmlns:a="http://schemas.openxmlformats.org/drawingml/2006/main" noGrp="1"/>
          </p:cNvSpPr>
          <p:nvPr/>
        </p:nvSpPr>
        <p:spPr>
          <a:xfrm xmlns:a="http://schemas.openxmlformats.org/drawingml/2006/main">
            <a:off x="3886200" y="22479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6DF28CDD-FADE-4922-A794-8A798909C2B2}"/>
              </a:ext>
            </a:extLst>
          </p:cNvPr>
          <p:cNvSpPr>
            <a:spLocks xmlns:a="http://schemas.openxmlformats.org/drawingml/2006/main" noGrp="1"/>
          </p:cNvSpPr>
          <p:nvPr/>
        </p:nvSpPr>
        <p:spPr>
          <a:xfrm xmlns:a="http://schemas.openxmlformats.org/drawingml/2006/main">
            <a:off x="4136517" y="23431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14A2F05-1C50-4F6D-9EDF-707ADD378818}"/>
              </a:ext>
            </a:extLst>
          </p:cNvPr>
          <p:cNvSpPr>
            <a:spLocks xmlns:a="http://schemas.openxmlformats.org/drawingml/2006/main" noGrp="1"/>
          </p:cNvSpPr>
          <p:nvPr/>
        </p:nvSpPr>
        <p:spPr>
          <a:xfrm xmlns:a="http://schemas.openxmlformats.org/drawingml/2006/main">
            <a:off x="4107371" y="23985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22" name="">
            <a:extLst xmlns:a="http://schemas.openxmlformats.org/drawingml/2006/main">
              <a:ext uri="{FF2B5EF4-FFF2-40B4-BE49-F238E27FC236}">
                <a16:creationId xmlns:a16="http://schemas.microsoft.com/office/drawing/2014/main" id="{64191BCF-074A-4118-B30E-36E431F5536E}"/>
              </a:ext>
            </a:extLst>
          </p:cNvPr>
          <p:cNvSpPr>
            <a:spLocks xmlns:a="http://schemas.openxmlformats.org/drawingml/2006/main" noGrp="1"/>
          </p:cNvSpPr>
          <p:nvPr/>
        </p:nvSpPr>
        <p:spPr>
          <a:xfrm xmlns:a="http://schemas.openxmlformats.org/drawingml/2006/main">
            <a:off x="4165663" y="23985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23" name="">
            <a:extLst xmlns:a="http://schemas.openxmlformats.org/drawingml/2006/main">
              <a:ext uri="{FF2B5EF4-FFF2-40B4-BE49-F238E27FC236}">
                <a16:creationId xmlns:a16="http://schemas.microsoft.com/office/drawing/2014/main" id="{CA55E587-79E2-4775-9026-6A4AF0E0A7DA}"/>
              </a:ext>
            </a:extLst>
          </p:cNvPr>
          <p:cNvSpPr>
            <a:spLocks xmlns:a="http://schemas.openxmlformats.org/drawingml/2006/main" noGrp="1"/>
          </p:cNvSpPr>
          <p:nvPr/>
        </p:nvSpPr>
        <p:spPr>
          <a:xfrm xmlns:a="http://schemas.openxmlformats.org/drawingml/2006/main">
            <a:off x="4087940" y="24698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24" name="">
            <a:extLst xmlns:a="http://schemas.openxmlformats.org/drawingml/2006/main">
              <a:ext uri="{FF2B5EF4-FFF2-40B4-BE49-F238E27FC236}">
                <a16:creationId xmlns:a16="http://schemas.microsoft.com/office/drawing/2014/main" id="{8A9E685D-13E3-4B71-A6BE-ECEE67CD8D8E}"/>
              </a:ext>
            </a:extLst>
          </p:cNvPr>
          <p:cNvSpPr>
            <a:spLocks xmlns:a="http://schemas.openxmlformats.org/drawingml/2006/main" noGrp="1"/>
          </p:cNvSpPr>
          <p:nvPr/>
        </p:nvSpPr>
        <p:spPr>
          <a:xfrm xmlns:a="http://schemas.openxmlformats.org/drawingml/2006/main">
            <a:off x="4146233" y="24698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25" name="">
            <a:extLst xmlns:a="http://schemas.openxmlformats.org/drawingml/2006/main">
              <a:ext uri="{FF2B5EF4-FFF2-40B4-BE49-F238E27FC236}">
                <a16:creationId xmlns:a16="http://schemas.microsoft.com/office/drawing/2014/main" id="{7A051E30-DF7B-4082-83E4-2AABCDAE49DA}"/>
              </a:ext>
            </a:extLst>
          </p:cNvPr>
          <p:cNvSpPr>
            <a:spLocks xmlns:a="http://schemas.openxmlformats.org/drawingml/2006/main" noGrp="1"/>
          </p:cNvSpPr>
          <p:nvPr/>
        </p:nvSpPr>
        <p:spPr>
          <a:xfrm xmlns:a="http://schemas.openxmlformats.org/drawingml/2006/main">
            <a:off x="4419600" y="24003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Standing break</a:t>
            </a:r>
          </a:p>
        </p:txBody>
      </p:sp>
      <p:sp>
        <p:nvSpPr>
          <p:cNvPr id="26" name="">
            <a:extLst xmlns:a="http://schemas.openxmlformats.org/drawingml/2006/main">
              <a:ext uri="{FF2B5EF4-FFF2-40B4-BE49-F238E27FC236}">
                <a16:creationId xmlns:a16="http://schemas.microsoft.com/office/drawing/2014/main" id="{6A020CA0-61C6-42DF-8E36-50E99273BEFD}"/>
              </a:ext>
            </a:extLst>
          </p:cNvPr>
          <p:cNvSpPr>
            <a:spLocks xmlns:a="http://schemas.openxmlformats.org/drawingml/2006/main" noGrp="1"/>
          </p:cNvSpPr>
          <p:nvPr/>
        </p:nvSpPr>
        <p:spPr>
          <a:xfrm xmlns:a="http://schemas.openxmlformats.org/drawingml/2006/main">
            <a:off x="514350" y="28956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FB1B6D72-2F0C-47A8-BAD4-FD12767EEB7D}"/>
              </a:ext>
            </a:extLst>
          </p:cNvPr>
          <p:cNvSpPr>
            <a:spLocks xmlns:a="http://schemas.openxmlformats.org/drawingml/2006/main" noGrp="1"/>
          </p:cNvSpPr>
          <p:nvPr/>
        </p:nvSpPr>
        <p:spPr>
          <a:xfrm xmlns:a="http://schemas.openxmlformats.org/drawingml/2006/main">
            <a:off x="764667" y="29908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0E4FFD9-300D-4F26-91C1-8B4AB9B88DF2}"/>
              </a:ext>
            </a:extLst>
          </p:cNvPr>
          <p:cNvSpPr>
            <a:spLocks xmlns:a="http://schemas.openxmlformats.org/drawingml/2006/main" noGrp="1"/>
          </p:cNvSpPr>
          <p:nvPr/>
        </p:nvSpPr>
        <p:spPr>
          <a:xfrm xmlns:a="http://schemas.openxmlformats.org/drawingml/2006/main">
            <a:off x="735521" y="30462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29" name="">
            <a:extLst xmlns:a="http://schemas.openxmlformats.org/drawingml/2006/main">
              <a:ext uri="{FF2B5EF4-FFF2-40B4-BE49-F238E27FC236}">
                <a16:creationId xmlns:a16="http://schemas.microsoft.com/office/drawing/2014/main" id="{D607C91E-FCC9-4444-8A14-FDF1DFD2CD64}"/>
              </a:ext>
            </a:extLst>
          </p:cNvPr>
          <p:cNvSpPr>
            <a:spLocks xmlns:a="http://schemas.openxmlformats.org/drawingml/2006/main" noGrp="1"/>
          </p:cNvSpPr>
          <p:nvPr/>
        </p:nvSpPr>
        <p:spPr>
          <a:xfrm xmlns:a="http://schemas.openxmlformats.org/drawingml/2006/main">
            <a:off x="793814" y="30462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0" name="">
            <a:extLst xmlns:a="http://schemas.openxmlformats.org/drawingml/2006/main">
              <a:ext uri="{FF2B5EF4-FFF2-40B4-BE49-F238E27FC236}">
                <a16:creationId xmlns:a16="http://schemas.microsoft.com/office/drawing/2014/main" id="{2347EFA5-0911-4DDC-894F-EA5DFEEFE8CA}"/>
              </a:ext>
            </a:extLst>
          </p:cNvPr>
          <p:cNvSpPr>
            <a:spLocks xmlns:a="http://schemas.openxmlformats.org/drawingml/2006/main" noGrp="1"/>
          </p:cNvSpPr>
          <p:nvPr/>
        </p:nvSpPr>
        <p:spPr>
          <a:xfrm xmlns:a="http://schemas.openxmlformats.org/drawingml/2006/main">
            <a:off x="716090" y="31175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1" name="">
            <a:extLst xmlns:a="http://schemas.openxmlformats.org/drawingml/2006/main">
              <a:ext uri="{FF2B5EF4-FFF2-40B4-BE49-F238E27FC236}">
                <a16:creationId xmlns:a16="http://schemas.microsoft.com/office/drawing/2014/main" id="{FE332AE0-394B-4578-A205-55A626055F19}"/>
              </a:ext>
            </a:extLst>
          </p:cNvPr>
          <p:cNvSpPr>
            <a:spLocks xmlns:a="http://schemas.openxmlformats.org/drawingml/2006/main" noGrp="1"/>
          </p:cNvSpPr>
          <p:nvPr/>
        </p:nvSpPr>
        <p:spPr>
          <a:xfrm xmlns:a="http://schemas.openxmlformats.org/drawingml/2006/main">
            <a:off x="774383" y="31175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2" name="">
            <a:extLst xmlns:a="http://schemas.openxmlformats.org/drawingml/2006/main">
              <a:ext uri="{FF2B5EF4-FFF2-40B4-BE49-F238E27FC236}">
                <a16:creationId xmlns:a16="http://schemas.microsoft.com/office/drawing/2014/main" id="{D68CB3F2-D35E-4D19-ADEC-109A287AC26A}"/>
              </a:ext>
            </a:extLst>
          </p:cNvPr>
          <p:cNvSpPr>
            <a:spLocks xmlns:a="http://schemas.openxmlformats.org/drawingml/2006/main" noGrp="1"/>
          </p:cNvSpPr>
          <p:nvPr/>
        </p:nvSpPr>
        <p:spPr>
          <a:xfrm xmlns:a="http://schemas.openxmlformats.org/drawingml/2006/main">
            <a:off x="1047750" y="30480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Chair movement</a:t>
            </a:r>
          </a:p>
        </p:txBody>
      </p:sp>
      <p:sp>
        <p:nvSpPr>
          <p:cNvPr id="33" name="">
            <a:extLst xmlns:a="http://schemas.openxmlformats.org/drawingml/2006/main">
              <a:ext uri="{FF2B5EF4-FFF2-40B4-BE49-F238E27FC236}">
                <a16:creationId xmlns:a16="http://schemas.microsoft.com/office/drawing/2014/main" id="{64599D0B-F8EE-41BC-AC34-031DC7D023A5}"/>
              </a:ext>
            </a:extLst>
          </p:cNvPr>
          <p:cNvSpPr>
            <a:spLocks xmlns:a="http://schemas.openxmlformats.org/drawingml/2006/main" noGrp="1"/>
          </p:cNvSpPr>
          <p:nvPr/>
        </p:nvSpPr>
        <p:spPr>
          <a:xfrm xmlns:a="http://schemas.openxmlformats.org/drawingml/2006/main">
            <a:off x="3886200" y="28956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9C7243B6-E879-43D4-93BA-FC67B22DD1FC}"/>
              </a:ext>
            </a:extLst>
          </p:cNvPr>
          <p:cNvSpPr>
            <a:spLocks xmlns:a="http://schemas.openxmlformats.org/drawingml/2006/main" noGrp="1"/>
          </p:cNvSpPr>
          <p:nvPr/>
        </p:nvSpPr>
        <p:spPr>
          <a:xfrm xmlns:a="http://schemas.openxmlformats.org/drawingml/2006/main">
            <a:off x="4136517" y="29908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ADADDC5-9E61-4D97-9406-02FC1D7D2271}"/>
              </a:ext>
            </a:extLst>
          </p:cNvPr>
          <p:cNvSpPr>
            <a:spLocks xmlns:a="http://schemas.openxmlformats.org/drawingml/2006/main" noGrp="1"/>
          </p:cNvSpPr>
          <p:nvPr/>
        </p:nvSpPr>
        <p:spPr>
          <a:xfrm xmlns:a="http://schemas.openxmlformats.org/drawingml/2006/main">
            <a:off x="4107371" y="30462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6" name="">
            <a:extLst xmlns:a="http://schemas.openxmlformats.org/drawingml/2006/main">
              <a:ext uri="{FF2B5EF4-FFF2-40B4-BE49-F238E27FC236}">
                <a16:creationId xmlns:a16="http://schemas.microsoft.com/office/drawing/2014/main" id="{9073AED9-C035-43E0-9361-0932AA03E31C}"/>
              </a:ext>
            </a:extLst>
          </p:cNvPr>
          <p:cNvSpPr>
            <a:spLocks xmlns:a="http://schemas.openxmlformats.org/drawingml/2006/main" noGrp="1"/>
          </p:cNvSpPr>
          <p:nvPr/>
        </p:nvSpPr>
        <p:spPr>
          <a:xfrm xmlns:a="http://schemas.openxmlformats.org/drawingml/2006/main">
            <a:off x="4165663" y="30462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7" name="">
            <a:extLst xmlns:a="http://schemas.openxmlformats.org/drawingml/2006/main">
              <a:ext uri="{FF2B5EF4-FFF2-40B4-BE49-F238E27FC236}">
                <a16:creationId xmlns:a16="http://schemas.microsoft.com/office/drawing/2014/main" id="{81105FDE-FDE4-4F5A-9311-A68879418709}"/>
              </a:ext>
            </a:extLst>
          </p:cNvPr>
          <p:cNvSpPr>
            <a:spLocks xmlns:a="http://schemas.openxmlformats.org/drawingml/2006/main" noGrp="1"/>
          </p:cNvSpPr>
          <p:nvPr/>
        </p:nvSpPr>
        <p:spPr>
          <a:xfrm xmlns:a="http://schemas.openxmlformats.org/drawingml/2006/main">
            <a:off x="4087940" y="31175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8" name="">
            <a:extLst xmlns:a="http://schemas.openxmlformats.org/drawingml/2006/main">
              <a:ext uri="{FF2B5EF4-FFF2-40B4-BE49-F238E27FC236}">
                <a16:creationId xmlns:a16="http://schemas.microsoft.com/office/drawing/2014/main" id="{2089687D-72E6-47EA-B781-AC89E0DF38A2}"/>
              </a:ext>
            </a:extLst>
          </p:cNvPr>
          <p:cNvSpPr>
            <a:spLocks xmlns:a="http://schemas.openxmlformats.org/drawingml/2006/main" noGrp="1"/>
          </p:cNvSpPr>
          <p:nvPr/>
        </p:nvSpPr>
        <p:spPr>
          <a:xfrm xmlns:a="http://schemas.openxmlformats.org/drawingml/2006/main">
            <a:off x="4146233" y="31175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39" name="">
            <a:extLst xmlns:a="http://schemas.openxmlformats.org/drawingml/2006/main">
              <a:ext uri="{FF2B5EF4-FFF2-40B4-BE49-F238E27FC236}">
                <a16:creationId xmlns:a16="http://schemas.microsoft.com/office/drawing/2014/main" id="{E16BC18E-DE1D-4A30-BDA0-2E6C84E7898C}"/>
              </a:ext>
            </a:extLst>
          </p:cNvPr>
          <p:cNvSpPr>
            <a:spLocks xmlns:a="http://schemas.openxmlformats.org/drawingml/2006/main" noGrp="1"/>
          </p:cNvSpPr>
          <p:nvPr/>
        </p:nvSpPr>
        <p:spPr>
          <a:xfrm xmlns:a="http://schemas.openxmlformats.org/drawingml/2006/main">
            <a:off x="4419600" y="30480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Stretching</a:t>
            </a:r>
          </a:p>
        </p:txBody>
      </p:sp>
      <p:sp>
        <p:nvSpPr>
          <p:cNvPr id="40" name="">
            <a:extLst xmlns:a="http://schemas.openxmlformats.org/drawingml/2006/main">
              <a:ext uri="{FF2B5EF4-FFF2-40B4-BE49-F238E27FC236}">
                <a16:creationId xmlns:a16="http://schemas.microsoft.com/office/drawing/2014/main" id="{E4F828B2-6BD7-40EB-BFCC-18DBA6830390}"/>
              </a:ext>
            </a:extLst>
          </p:cNvPr>
          <p:cNvSpPr>
            <a:spLocks xmlns:a="http://schemas.openxmlformats.org/drawingml/2006/main" noGrp="1"/>
          </p:cNvSpPr>
          <p:nvPr/>
        </p:nvSpPr>
        <p:spPr>
          <a:xfrm xmlns:a="http://schemas.openxmlformats.org/drawingml/2006/main">
            <a:off x="514350" y="35433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A9F80159-3266-40F0-81BF-9BAF814FE0A2}"/>
              </a:ext>
            </a:extLst>
          </p:cNvPr>
          <p:cNvSpPr>
            <a:spLocks xmlns:a="http://schemas.openxmlformats.org/drawingml/2006/main" noGrp="1"/>
          </p:cNvSpPr>
          <p:nvPr/>
        </p:nvSpPr>
        <p:spPr>
          <a:xfrm xmlns:a="http://schemas.openxmlformats.org/drawingml/2006/main">
            <a:off x="764667" y="36385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E2E299E8-7B05-4222-9C1C-2C2664B1E85B}"/>
              </a:ext>
            </a:extLst>
          </p:cNvPr>
          <p:cNvSpPr>
            <a:spLocks xmlns:a="http://schemas.openxmlformats.org/drawingml/2006/main" noGrp="1"/>
          </p:cNvSpPr>
          <p:nvPr/>
        </p:nvSpPr>
        <p:spPr>
          <a:xfrm xmlns:a="http://schemas.openxmlformats.org/drawingml/2006/main">
            <a:off x="735521" y="36939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3" name="">
            <a:extLst xmlns:a="http://schemas.openxmlformats.org/drawingml/2006/main">
              <a:ext uri="{FF2B5EF4-FFF2-40B4-BE49-F238E27FC236}">
                <a16:creationId xmlns:a16="http://schemas.microsoft.com/office/drawing/2014/main" id="{B1540781-1E49-40CF-9985-86437572CF64}"/>
              </a:ext>
            </a:extLst>
          </p:cNvPr>
          <p:cNvSpPr>
            <a:spLocks xmlns:a="http://schemas.openxmlformats.org/drawingml/2006/main" noGrp="1"/>
          </p:cNvSpPr>
          <p:nvPr/>
        </p:nvSpPr>
        <p:spPr>
          <a:xfrm xmlns:a="http://schemas.openxmlformats.org/drawingml/2006/main">
            <a:off x="793814" y="36939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4" name="">
            <a:extLst xmlns:a="http://schemas.openxmlformats.org/drawingml/2006/main">
              <a:ext uri="{FF2B5EF4-FFF2-40B4-BE49-F238E27FC236}">
                <a16:creationId xmlns:a16="http://schemas.microsoft.com/office/drawing/2014/main" id="{3E45412C-E743-4621-8D59-A6644F5A907F}"/>
              </a:ext>
            </a:extLst>
          </p:cNvPr>
          <p:cNvSpPr>
            <a:spLocks xmlns:a="http://schemas.openxmlformats.org/drawingml/2006/main" noGrp="1"/>
          </p:cNvSpPr>
          <p:nvPr/>
        </p:nvSpPr>
        <p:spPr>
          <a:xfrm xmlns:a="http://schemas.openxmlformats.org/drawingml/2006/main">
            <a:off x="716090" y="37652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5" name="">
            <a:extLst xmlns:a="http://schemas.openxmlformats.org/drawingml/2006/main">
              <a:ext uri="{FF2B5EF4-FFF2-40B4-BE49-F238E27FC236}">
                <a16:creationId xmlns:a16="http://schemas.microsoft.com/office/drawing/2014/main" id="{516DA3AA-92D1-4B98-9A27-44B407BC6001}"/>
              </a:ext>
            </a:extLst>
          </p:cNvPr>
          <p:cNvSpPr>
            <a:spLocks xmlns:a="http://schemas.openxmlformats.org/drawingml/2006/main" noGrp="1"/>
          </p:cNvSpPr>
          <p:nvPr/>
        </p:nvSpPr>
        <p:spPr>
          <a:xfrm xmlns:a="http://schemas.openxmlformats.org/drawingml/2006/main">
            <a:off x="774383" y="37652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46" name="">
            <a:extLst xmlns:a="http://schemas.openxmlformats.org/drawingml/2006/main">
              <a:ext uri="{FF2B5EF4-FFF2-40B4-BE49-F238E27FC236}">
                <a16:creationId xmlns:a16="http://schemas.microsoft.com/office/drawing/2014/main" id="{F1F705B6-F2EB-4B78-9B34-A34BD284E859}"/>
              </a:ext>
            </a:extLst>
          </p:cNvPr>
          <p:cNvSpPr>
            <a:spLocks xmlns:a="http://schemas.openxmlformats.org/drawingml/2006/main" noGrp="1"/>
          </p:cNvSpPr>
          <p:nvPr/>
        </p:nvSpPr>
        <p:spPr>
          <a:xfrm xmlns:a="http://schemas.openxmlformats.org/drawingml/2006/main">
            <a:off x="1047750" y="36957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Light household task</a:t>
            </a:r>
          </a:p>
        </p:txBody>
      </p:sp>
      <p:sp>
        <p:nvSpPr>
          <p:cNvPr id="47" name="">
            <a:extLst xmlns:a="http://schemas.openxmlformats.org/drawingml/2006/main">
              <a:ext uri="{FF2B5EF4-FFF2-40B4-BE49-F238E27FC236}">
                <a16:creationId xmlns:a16="http://schemas.microsoft.com/office/drawing/2014/main" id="{44C84079-0C0B-4B2C-B493-17A5414765D8}"/>
              </a:ext>
            </a:extLst>
          </p:cNvPr>
          <p:cNvSpPr>
            <a:spLocks xmlns:a="http://schemas.openxmlformats.org/drawingml/2006/main" noGrp="1"/>
          </p:cNvSpPr>
          <p:nvPr/>
        </p:nvSpPr>
        <p:spPr>
          <a:xfrm xmlns:a="http://schemas.openxmlformats.org/drawingml/2006/main">
            <a:off x="3886200" y="35433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BC11EC05-63DC-4282-8DCE-94D8985F1A94}"/>
              </a:ext>
            </a:extLst>
          </p:cNvPr>
          <p:cNvSpPr>
            <a:spLocks xmlns:a="http://schemas.openxmlformats.org/drawingml/2006/main" noGrp="1"/>
          </p:cNvSpPr>
          <p:nvPr/>
        </p:nvSpPr>
        <p:spPr>
          <a:xfrm xmlns:a="http://schemas.openxmlformats.org/drawingml/2006/main">
            <a:off x="4136517" y="36385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C00843E-7B10-4D52-AC5E-A300153B8FA1}"/>
              </a:ext>
            </a:extLst>
          </p:cNvPr>
          <p:cNvSpPr>
            <a:spLocks xmlns:a="http://schemas.openxmlformats.org/drawingml/2006/main" noGrp="1"/>
          </p:cNvSpPr>
          <p:nvPr/>
        </p:nvSpPr>
        <p:spPr>
          <a:xfrm xmlns:a="http://schemas.openxmlformats.org/drawingml/2006/main">
            <a:off x="4107371" y="36939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0" name="">
            <a:extLst xmlns:a="http://schemas.openxmlformats.org/drawingml/2006/main">
              <a:ext uri="{FF2B5EF4-FFF2-40B4-BE49-F238E27FC236}">
                <a16:creationId xmlns:a16="http://schemas.microsoft.com/office/drawing/2014/main" id="{E61D218F-5720-4567-9C09-4C41F09481E7}"/>
              </a:ext>
            </a:extLst>
          </p:cNvPr>
          <p:cNvSpPr>
            <a:spLocks xmlns:a="http://schemas.openxmlformats.org/drawingml/2006/main" noGrp="1"/>
          </p:cNvSpPr>
          <p:nvPr/>
        </p:nvSpPr>
        <p:spPr>
          <a:xfrm xmlns:a="http://schemas.openxmlformats.org/drawingml/2006/main">
            <a:off x="4165663" y="36939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1" name="">
            <a:extLst xmlns:a="http://schemas.openxmlformats.org/drawingml/2006/main">
              <a:ext uri="{FF2B5EF4-FFF2-40B4-BE49-F238E27FC236}">
                <a16:creationId xmlns:a16="http://schemas.microsoft.com/office/drawing/2014/main" id="{CC74DD5A-9696-4163-A905-E5CA0E6BB567}"/>
              </a:ext>
            </a:extLst>
          </p:cNvPr>
          <p:cNvSpPr>
            <a:spLocks xmlns:a="http://schemas.openxmlformats.org/drawingml/2006/main" noGrp="1"/>
          </p:cNvSpPr>
          <p:nvPr/>
        </p:nvSpPr>
        <p:spPr>
          <a:xfrm xmlns:a="http://schemas.openxmlformats.org/drawingml/2006/main">
            <a:off x="4087940" y="37652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2" name="">
            <a:extLst xmlns:a="http://schemas.openxmlformats.org/drawingml/2006/main">
              <a:ext uri="{FF2B5EF4-FFF2-40B4-BE49-F238E27FC236}">
                <a16:creationId xmlns:a16="http://schemas.microsoft.com/office/drawing/2014/main" id="{3798AB15-D531-47BB-B5DF-377CC2DDD8F0}"/>
              </a:ext>
            </a:extLst>
          </p:cNvPr>
          <p:cNvSpPr>
            <a:spLocks xmlns:a="http://schemas.openxmlformats.org/drawingml/2006/main" noGrp="1"/>
          </p:cNvSpPr>
          <p:nvPr/>
        </p:nvSpPr>
        <p:spPr>
          <a:xfrm xmlns:a="http://schemas.openxmlformats.org/drawingml/2006/main">
            <a:off x="4146233" y="37652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3" name="">
            <a:extLst xmlns:a="http://schemas.openxmlformats.org/drawingml/2006/main">
              <a:ext uri="{FF2B5EF4-FFF2-40B4-BE49-F238E27FC236}">
                <a16:creationId xmlns:a16="http://schemas.microsoft.com/office/drawing/2014/main" id="{B118FE61-79C9-4C0D-9105-FCC5F52C0264}"/>
              </a:ext>
            </a:extLst>
          </p:cNvPr>
          <p:cNvSpPr>
            <a:spLocks xmlns:a="http://schemas.openxmlformats.org/drawingml/2006/main" noGrp="1"/>
          </p:cNvSpPr>
          <p:nvPr/>
        </p:nvSpPr>
        <p:spPr>
          <a:xfrm xmlns:a="http://schemas.openxmlformats.org/drawingml/2006/main">
            <a:off x="4419600" y="36957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Physical therapy exercise</a:t>
            </a:r>
          </a:p>
        </p:txBody>
      </p:sp>
      <p:sp>
        <p:nvSpPr>
          <p:cNvPr id="54" name="">
            <a:extLst xmlns:a="http://schemas.openxmlformats.org/drawingml/2006/main">
              <a:ext uri="{FF2B5EF4-FFF2-40B4-BE49-F238E27FC236}">
                <a16:creationId xmlns:a16="http://schemas.microsoft.com/office/drawing/2014/main" id="{14069133-CB32-45EE-BDEA-E78E3E30DD2E}"/>
              </a:ext>
            </a:extLst>
          </p:cNvPr>
          <p:cNvSpPr>
            <a:spLocks xmlns:a="http://schemas.openxmlformats.org/drawingml/2006/main" noGrp="1"/>
          </p:cNvSpPr>
          <p:nvPr/>
        </p:nvSpPr>
        <p:spPr>
          <a:xfrm xmlns:a="http://schemas.openxmlformats.org/drawingml/2006/main">
            <a:off x="514350" y="4191000"/>
            <a:ext cx="3028950" cy="476250"/>
          </a:xfrm>
          <a:prstGeom xmlns:a="http://schemas.openxmlformats.org/drawingml/2006/main" prst="roundRect">
            <a:avLst>
              <a:gd name="adj" fmla="val 24000"/>
            </a:avLst>
          </a:prstGeom>
          <a:solidFill xmlns:a="http://schemas.openxmlformats.org/drawingml/2006/main">
            <a:srgbClr val="EDF8F1"/>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22D15B84-B408-4285-81A8-104A7BB67D36}"/>
              </a:ext>
            </a:extLst>
          </p:cNvPr>
          <p:cNvSpPr>
            <a:spLocks xmlns:a="http://schemas.openxmlformats.org/drawingml/2006/main" noGrp="1"/>
          </p:cNvSpPr>
          <p:nvPr/>
        </p:nvSpPr>
        <p:spPr>
          <a:xfrm xmlns:a="http://schemas.openxmlformats.org/drawingml/2006/main">
            <a:off x="764667" y="4286250"/>
            <a:ext cx="58293" cy="58293"/>
          </a:xfrm>
          <a:prstGeom xmlns:a="http://schemas.openxmlformats.org/drawingml/2006/main" prst="ellipse">
            <a:avLst/>
          </a:prstGeom>
          <a:solidFill xmlns:a="http://schemas.openxmlformats.org/drawingml/2006/main">
            <a:srgbClr val="3A83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A7E8E593-7002-4AFA-87A2-1EFD9A14F8ED}"/>
              </a:ext>
            </a:extLst>
          </p:cNvPr>
          <p:cNvSpPr>
            <a:spLocks xmlns:a="http://schemas.openxmlformats.org/drawingml/2006/main" noGrp="1"/>
          </p:cNvSpPr>
          <p:nvPr/>
        </p:nvSpPr>
        <p:spPr>
          <a:xfrm xmlns:a="http://schemas.openxmlformats.org/drawingml/2006/main">
            <a:off x="735521" y="4341686"/>
            <a:ext cx="58293" cy="71247"/>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7" name="">
            <a:extLst xmlns:a="http://schemas.openxmlformats.org/drawingml/2006/main">
              <a:ext uri="{FF2B5EF4-FFF2-40B4-BE49-F238E27FC236}">
                <a16:creationId xmlns:a16="http://schemas.microsoft.com/office/drawing/2014/main" id="{8E87383C-D98F-4985-B8A6-F977419F39F6}"/>
              </a:ext>
            </a:extLst>
          </p:cNvPr>
          <p:cNvSpPr>
            <a:spLocks xmlns:a="http://schemas.openxmlformats.org/drawingml/2006/main" noGrp="1"/>
          </p:cNvSpPr>
          <p:nvPr/>
        </p:nvSpPr>
        <p:spPr>
          <a:xfrm xmlns:a="http://schemas.openxmlformats.org/drawingml/2006/main">
            <a:off x="793814" y="4341686"/>
            <a:ext cx="77724" cy="58293"/>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8" name="">
            <a:extLst xmlns:a="http://schemas.openxmlformats.org/drawingml/2006/main">
              <a:ext uri="{FF2B5EF4-FFF2-40B4-BE49-F238E27FC236}">
                <a16:creationId xmlns:a16="http://schemas.microsoft.com/office/drawing/2014/main" id="{1E02DACB-2422-4177-BD48-027D4835FDCC}"/>
              </a:ext>
            </a:extLst>
          </p:cNvPr>
          <p:cNvSpPr>
            <a:spLocks xmlns:a="http://schemas.openxmlformats.org/drawingml/2006/main" noGrp="1"/>
          </p:cNvSpPr>
          <p:nvPr/>
        </p:nvSpPr>
        <p:spPr>
          <a:xfrm xmlns:a="http://schemas.openxmlformats.org/drawingml/2006/main">
            <a:off x="716090" y="4412933"/>
            <a:ext cx="58293" cy="97155"/>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59" name="">
            <a:extLst xmlns:a="http://schemas.openxmlformats.org/drawingml/2006/main">
              <a:ext uri="{FF2B5EF4-FFF2-40B4-BE49-F238E27FC236}">
                <a16:creationId xmlns:a16="http://schemas.microsoft.com/office/drawing/2014/main" id="{6AF55CD1-AA03-4626-89E6-00869DEFEBD1}"/>
              </a:ext>
            </a:extLst>
          </p:cNvPr>
          <p:cNvSpPr>
            <a:spLocks xmlns:a="http://schemas.openxmlformats.org/drawingml/2006/main" noGrp="1"/>
          </p:cNvSpPr>
          <p:nvPr/>
        </p:nvSpPr>
        <p:spPr>
          <a:xfrm xmlns:a="http://schemas.openxmlformats.org/drawingml/2006/main">
            <a:off x="774383" y="4412933"/>
            <a:ext cx="84201" cy="84201"/>
          </a:xfrm>
          <a:prstGeom xmlns:a="http://schemas.openxmlformats.org/drawingml/2006/main" prst="line">
            <a:avLst/>
          </a:prstGeom>
          <a:noFill xmlns:a="http://schemas.openxmlformats.org/drawingml/2006/main"/>
          <a:ln xmlns:a="http://schemas.openxmlformats.org/drawingml/2006/main" w="28575">
            <a:solidFill>
              <a:srgbClr val="0D1338"/>
            </a:solidFill>
            <a:prstDash val="solid"/>
          </a:ln>
        </p:spPr>
      </p:sp>
      <p:sp>
        <p:nvSpPr>
          <p:cNvPr id="60" name="">
            <a:extLst xmlns:a="http://schemas.openxmlformats.org/drawingml/2006/main">
              <a:ext uri="{FF2B5EF4-FFF2-40B4-BE49-F238E27FC236}">
                <a16:creationId xmlns:a16="http://schemas.microsoft.com/office/drawing/2014/main" id="{A1B19163-AE40-408C-B510-F9896A948911}"/>
              </a:ext>
            </a:extLst>
          </p:cNvPr>
          <p:cNvSpPr>
            <a:spLocks xmlns:a="http://schemas.openxmlformats.org/drawingml/2006/main" noGrp="1"/>
          </p:cNvSpPr>
          <p:nvPr/>
        </p:nvSpPr>
        <p:spPr>
          <a:xfrm xmlns:a="http://schemas.openxmlformats.org/drawingml/2006/main">
            <a:off x="1047750" y="4343400"/>
            <a:ext cx="2362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38" b="1" i="0">
                <a:solidFill>
                  <a:srgbClr val="0D1338"/>
                </a:solidFill>
                <a:latin typeface="Verdana"/>
                <a:ea typeface="Verdana"/>
                <a:cs typeface="Verdana"/>
              </a:defRPr>
            </a:pPr>
            <a:r>
              <a:rPr sz="938" b="1" i="0">
                <a:solidFill>
                  <a:srgbClr val="0D1338"/>
                </a:solidFill>
                <a:latin typeface="Verdana"/>
                <a:ea typeface="Verdana"/>
                <a:cs typeface="Verdana"/>
              </a:rPr>
              <a:t>Resistance movement</a:t>
            </a:r>
          </a:p>
        </p:txBody>
      </p:sp>
      <p:sp>
        <p:nvSpPr>
          <p:cNvPr id="61" name="">
            <a:extLst xmlns:a="http://schemas.openxmlformats.org/drawingml/2006/main">
              <a:ext uri="{FF2B5EF4-FFF2-40B4-BE49-F238E27FC236}">
                <a16:creationId xmlns:a16="http://schemas.microsoft.com/office/drawing/2014/main" id="{E11B7E9E-4BD2-4DA0-ABD2-F9C4DD45B20A}"/>
              </a:ext>
            </a:extLst>
          </p:cNvPr>
          <p:cNvSpPr>
            <a:spLocks xmlns:a="http://schemas.openxmlformats.org/drawingml/2006/main" noGrp="1"/>
          </p:cNvSpPr>
          <p:nvPr/>
        </p:nvSpPr>
        <p:spPr>
          <a:xfrm xmlns:a="http://schemas.openxmlformats.org/drawingml/2006/main">
            <a:off x="514350" y="5143500"/>
            <a:ext cx="6743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7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The general public-health guideline for adults is 150 to 300 minutes of moderate-intensity activity per week, plus muscle-strengthening activity on 2 days. This is not a pass-or-fail target; people may start below it and adapt activity to ability and medical guidance. [5]</a:t>
            </a:r>
          </a:p>
        </p:txBody>
      </p:sp>
      <p:sp>
        <p:nvSpPr>
          <p:cNvPr id="62" name="">
            <a:extLst xmlns:a="http://schemas.openxmlformats.org/drawingml/2006/main">
              <a:ext uri="{FF2B5EF4-FFF2-40B4-BE49-F238E27FC236}">
                <a16:creationId xmlns:a16="http://schemas.microsoft.com/office/drawing/2014/main" id="{D87E2BA5-3B27-4DF6-A062-6C9881B42A77}"/>
              </a:ext>
            </a:extLst>
          </p:cNvPr>
          <p:cNvSpPr>
            <a:spLocks xmlns:a="http://schemas.openxmlformats.org/drawingml/2006/main" noGrp="1"/>
          </p:cNvSpPr>
          <p:nvPr/>
        </p:nvSpPr>
        <p:spPr>
          <a:xfrm xmlns:a="http://schemas.openxmlformats.org/drawingml/2006/main">
            <a:off x="514350" y="62484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3A8370"/>
                </a:solidFill>
                <a:latin typeface="Verdana"/>
                <a:ea typeface="Verdana"/>
                <a:cs typeface="Verdana"/>
              </a:defRPr>
            </a:pPr>
            <a:r>
              <a:rPr sz="863" b="1" i="0">
                <a:solidFill>
                  <a:srgbClr val="3A8370"/>
                </a:solidFill>
                <a:latin typeface="Verdana"/>
                <a:ea typeface="Verdana"/>
                <a:cs typeface="Verdana"/>
              </a:rPr>
              <a:t>My cue</a:t>
            </a:r>
          </a:p>
        </p:txBody>
      </p:sp>
      <p:sp>
        <p:nvSpPr>
          <p:cNvPr id="63" name="">
            <a:extLst xmlns:a="http://schemas.openxmlformats.org/drawingml/2006/main">
              <a:ext uri="{FF2B5EF4-FFF2-40B4-BE49-F238E27FC236}">
                <a16:creationId xmlns:a16="http://schemas.microsoft.com/office/drawing/2014/main" id="{FA916250-957B-45B8-BFF2-D077E7497F87}"/>
              </a:ext>
            </a:extLst>
          </p:cNvPr>
          <p:cNvSpPr>
            <a:spLocks xmlns:a="http://schemas.openxmlformats.org/drawingml/2006/main" noGrp="1"/>
          </p:cNvSpPr>
          <p:nvPr/>
        </p:nvSpPr>
        <p:spPr>
          <a:xfrm xmlns:a="http://schemas.openxmlformats.org/drawingml/2006/main">
            <a:off x="514350" y="6457950"/>
            <a:ext cx="30289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50D8E920-2500-469A-99F0-43E2C989AC25}"/>
              </a:ext>
            </a:extLst>
          </p:cNvPr>
          <p:cNvSpPr>
            <a:spLocks xmlns:a="http://schemas.openxmlformats.org/drawingml/2006/main" noGrp="1"/>
          </p:cNvSpPr>
          <p:nvPr/>
        </p:nvSpPr>
        <p:spPr>
          <a:xfrm xmlns:a="http://schemas.openxmlformats.org/drawingml/2006/main">
            <a:off x="3886200" y="62484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3A8370"/>
                </a:solidFill>
                <a:latin typeface="Verdana"/>
                <a:ea typeface="Verdana"/>
                <a:cs typeface="Verdana"/>
              </a:defRPr>
            </a:pPr>
            <a:r>
              <a:rPr sz="863" b="1" i="0">
                <a:solidFill>
                  <a:srgbClr val="3A8370"/>
                </a:solidFill>
                <a:latin typeface="Verdana"/>
                <a:ea typeface="Verdana"/>
                <a:cs typeface="Verdana"/>
              </a:rPr>
              <a:t>My movement</a:t>
            </a:r>
          </a:p>
        </p:txBody>
      </p:sp>
      <p:sp>
        <p:nvSpPr>
          <p:cNvPr id="65" name="">
            <a:extLst xmlns:a="http://schemas.openxmlformats.org/drawingml/2006/main">
              <a:ext uri="{FF2B5EF4-FFF2-40B4-BE49-F238E27FC236}">
                <a16:creationId xmlns:a16="http://schemas.microsoft.com/office/drawing/2014/main" id="{A2CD4A5B-AD90-4E33-82F9-8C312701628B}"/>
              </a:ext>
            </a:extLst>
          </p:cNvPr>
          <p:cNvSpPr>
            <a:spLocks xmlns:a="http://schemas.openxmlformats.org/drawingml/2006/main" noGrp="1"/>
          </p:cNvSpPr>
          <p:nvPr/>
        </p:nvSpPr>
        <p:spPr>
          <a:xfrm xmlns:a="http://schemas.openxmlformats.org/drawingml/2006/main">
            <a:off x="3886200" y="6457950"/>
            <a:ext cx="30289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E196F873-1E4D-40F7-A8A7-0A73B6AFE5BD}"/>
              </a:ext>
            </a:extLst>
          </p:cNvPr>
          <p:cNvSpPr>
            <a:spLocks xmlns:a="http://schemas.openxmlformats.org/drawingml/2006/main" noGrp="1"/>
          </p:cNvSpPr>
          <p:nvPr/>
        </p:nvSpPr>
        <p:spPr>
          <a:xfrm xmlns:a="http://schemas.openxmlformats.org/drawingml/2006/main">
            <a:off x="514350" y="71818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3A8370"/>
                </a:solidFill>
                <a:latin typeface="Verdana"/>
                <a:ea typeface="Verdana"/>
                <a:cs typeface="Verdana"/>
              </a:defRPr>
            </a:pPr>
            <a:r>
              <a:rPr sz="863" b="1" i="0">
                <a:solidFill>
                  <a:srgbClr val="3A8370"/>
                </a:solidFill>
                <a:latin typeface="Verdana"/>
                <a:ea typeface="Verdana"/>
                <a:cs typeface="Verdana"/>
              </a:rPr>
              <a:t>Approximate minutes</a:t>
            </a:r>
          </a:p>
        </p:txBody>
      </p:sp>
      <p:sp>
        <p:nvSpPr>
          <p:cNvPr id="67" name="">
            <a:extLst xmlns:a="http://schemas.openxmlformats.org/drawingml/2006/main">
              <a:ext uri="{FF2B5EF4-FFF2-40B4-BE49-F238E27FC236}">
                <a16:creationId xmlns:a16="http://schemas.microsoft.com/office/drawing/2014/main" id="{14FD4FD6-1457-4257-93B8-AE1F8499286C}"/>
              </a:ext>
            </a:extLst>
          </p:cNvPr>
          <p:cNvSpPr>
            <a:spLocks xmlns:a="http://schemas.openxmlformats.org/drawingml/2006/main" noGrp="1"/>
          </p:cNvSpPr>
          <p:nvPr/>
        </p:nvSpPr>
        <p:spPr>
          <a:xfrm xmlns:a="http://schemas.openxmlformats.org/drawingml/2006/main">
            <a:off x="514350" y="7391400"/>
            <a:ext cx="30289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17140AC9-ACD0-4A56-ADA0-3C88D13BD2AD}"/>
              </a:ext>
            </a:extLst>
          </p:cNvPr>
          <p:cNvSpPr>
            <a:spLocks xmlns:a="http://schemas.openxmlformats.org/drawingml/2006/main" noGrp="1"/>
          </p:cNvSpPr>
          <p:nvPr/>
        </p:nvSpPr>
        <p:spPr>
          <a:xfrm xmlns:a="http://schemas.openxmlformats.org/drawingml/2006/main">
            <a:off x="3886200" y="71818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3A8370"/>
                </a:solidFill>
                <a:latin typeface="Verdana"/>
                <a:ea typeface="Verdana"/>
                <a:cs typeface="Verdana"/>
              </a:defRPr>
            </a:pPr>
            <a:r>
              <a:rPr sz="863" b="1" i="0">
                <a:solidFill>
                  <a:srgbClr val="3A8370"/>
                </a:solidFill>
                <a:latin typeface="Verdana"/>
                <a:ea typeface="Verdana"/>
                <a:cs typeface="Verdana"/>
              </a:rPr>
              <a:t>My backup option</a:t>
            </a:r>
          </a:p>
        </p:txBody>
      </p:sp>
      <p:sp>
        <p:nvSpPr>
          <p:cNvPr id="69" name="">
            <a:extLst xmlns:a="http://schemas.openxmlformats.org/drawingml/2006/main">
              <a:ext uri="{FF2B5EF4-FFF2-40B4-BE49-F238E27FC236}">
                <a16:creationId xmlns:a16="http://schemas.microsoft.com/office/drawing/2014/main" id="{44B3BAEB-3E45-4E55-B520-63519D2AA24E}"/>
              </a:ext>
            </a:extLst>
          </p:cNvPr>
          <p:cNvSpPr>
            <a:spLocks xmlns:a="http://schemas.openxmlformats.org/drawingml/2006/main" noGrp="1"/>
          </p:cNvSpPr>
          <p:nvPr/>
        </p:nvSpPr>
        <p:spPr>
          <a:xfrm xmlns:a="http://schemas.openxmlformats.org/drawingml/2006/main">
            <a:off x="3886200" y="7391400"/>
            <a:ext cx="30289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70" name="">
            <a:extLst xmlns:a="http://schemas.openxmlformats.org/drawingml/2006/main">
              <a:ext uri="{FF2B5EF4-FFF2-40B4-BE49-F238E27FC236}">
                <a16:creationId xmlns:a16="http://schemas.microsoft.com/office/drawing/2014/main" id="{668F443E-21DA-41E8-BA56-B156147857AE}"/>
              </a:ext>
            </a:extLst>
          </p:cNvPr>
          <p:cNvSpPr>
            <a:spLocks xmlns:a="http://schemas.openxmlformats.org/drawingml/2006/main" noGrp="1"/>
          </p:cNvSpPr>
          <p:nvPr/>
        </p:nvSpPr>
        <p:spPr>
          <a:xfrm xmlns:a="http://schemas.openxmlformats.org/drawingml/2006/main">
            <a:off x="514350" y="8305800"/>
            <a:ext cx="6743700" cy="704850"/>
          </a:xfrm>
          <a:prstGeom xmlns:a="http://schemas.openxmlformats.org/drawingml/2006/main" prst="roundRect">
            <a:avLst>
              <a:gd name="adj" fmla="val 16216"/>
            </a:avLst>
          </a:prstGeom>
          <a:solidFill xmlns:a="http://schemas.openxmlformats.org/drawingml/2006/main">
            <a:srgbClr val="FFF0E7"/>
          </a:solidFill>
          <a:ln xmlns:a="http://schemas.openxmlformats.org/drawingml/2006/main" w="9525">
            <a:solidFill>
              <a:srgbClr val="D9DEEA"/>
            </a:solidFill>
            <a:prstDash val="solid"/>
          </a:ln>
        </p:spPr>
      </p:sp>
      <p:sp>
        <p:nvSpPr>
          <p:cNvPr id="71" name="">
            <a:extLst xmlns:a="http://schemas.openxmlformats.org/drawingml/2006/main">
              <a:ext uri="{FF2B5EF4-FFF2-40B4-BE49-F238E27FC236}">
                <a16:creationId xmlns:a16="http://schemas.microsoft.com/office/drawing/2014/main" id="{26C87E31-02ED-4FAE-81DF-60E189A13018}"/>
              </a:ext>
            </a:extLst>
          </p:cNvPr>
          <p:cNvSpPr>
            <a:spLocks xmlns:a="http://schemas.openxmlformats.org/drawingml/2006/main" noGrp="1"/>
          </p:cNvSpPr>
          <p:nvPr/>
        </p:nvSpPr>
        <p:spPr>
          <a:xfrm xmlns:a="http://schemas.openxmlformats.org/drawingml/2006/main">
            <a:off x="514350" y="8305800"/>
            <a:ext cx="57150" cy="70485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9BE22105-7A2A-40B9-9006-B6FDD48651F0}"/>
              </a:ext>
            </a:extLst>
          </p:cNvPr>
          <p:cNvSpPr>
            <a:spLocks xmlns:a="http://schemas.openxmlformats.org/drawingml/2006/main" noGrp="1"/>
          </p:cNvSpPr>
          <p:nvPr/>
        </p:nvSpPr>
        <p:spPr>
          <a:xfrm xmlns:a="http://schemas.openxmlformats.org/drawingml/2006/main">
            <a:off x="685800" y="84391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Stop and seek advice</a:t>
            </a:r>
          </a:p>
        </p:txBody>
      </p:sp>
      <p:sp>
        <p:nvSpPr>
          <p:cNvPr id="73" name="">
            <a:extLst xmlns:a="http://schemas.openxmlformats.org/drawingml/2006/main">
              <a:ext uri="{FF2B5EF4-FFF2-40B4-BE49-F238E27FC236}">
                <a16:creationId xmlns:a16="http://schemas.microsoft.com/office/drawing/2014/main" id="{3D5EFF01-0BFD-4EC3-804D-4B20C09A3F2B}"/>
              </a:ext>
            </a:extLst>
          </p:cNvPr>
          <p:cNvSpPr>
            <a:spLocks xmlns:a="http://schemas.openxmlformats.org/drawingml/2006/main" noGrp="1"/>
          </p:cNvSpPr>
          <p:nvPr/>
        </p:nvSpPr>
        <p:spPr>
          <a:xfrm xmlns:a="http://schemas.openxmlformats.org/drawingml/2006/main">
            <a:off x="685800" y="8705850"/>
            <a:ext cx="6419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Stop and seek medical advice for chest pain, severe shortness of breath, fainting, new neurological symptoms, or severe or unusual pain.</a:t>
            </a:r>
          </a:p>
        </p:txBody>
      </p:sp>
    </p:spTree>
    <p:extLst>
      <p:ext uri="{BB962C8B-B14F-4D97-AF65-F5344CB8AC3E}">
        <p14:creationId xmlns:p14="http://schemas.microsoft.com/office/powerpoint/2010/main" val="1100091325"/>
      </p:ext>
    </p:extLst>
  </p:cSld>
</p:sld>
</file>

<file path=ppt/slides/slide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3A12120-A8FF-4584-A11E-4594E32CA637}"/>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99f48c9f8bb431d"/>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827170F7-99CD-4AFB-B9F2-3C533193C63E}"/>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D006AE90-AE24-4046-A838-4AB490375FF2}"/>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5</a:t>
            </a:r>
          </a:p>
        </p:txBody>
      </p:sp>
      <p:sp>
        <p:nvSpPr>
          <p:cNvPr id="5" name="">
            <a:extLst xmlns:a="http://schemas.openxmlformats.org/drawingml/2006/main">
              <a:ext uri="{FF2B5EF4-FFF2-40B4-BE49-F238E27FC236}">
                <a16:creationId xmlns:a16="http://schemas.microsoft.com/office/drawing/2014/main" id="{A4041E38-2DF2-4974-84F9-F872377E2802}"/>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9A59EED4-3CF3-42EB-A67C-1D9024FE8D5F}"/>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4B99BF4E-A90F-4A3D-8ACC-A8806D4CB5DA}"/>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0cbec9928e444857"/>
              </a:rPr>
              <a:t>mindfuldiabetes.org</a:t>
            </a:r>
          </a:p>
        </p:txBody>
      </p:sp>
      <p:sp>
        <p:nvSpPr>
          <p:cNvPr id="8" name="">
            <a:extLst xmlns:a="http://schemas.openxmlformats.org/drawingml/2006/main">
              <a:ext uri="{FF2B5EF4-FFF2-40B4-BE49-F238E27FC236}">
                <a16:creationId xmlns:a16="http://schemas.microsoft.com/office/drawing/2014/main" id="{3452C4DC-E922-434E-84D4-66FE75853BDA}"/>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9</a:t>
            </a:r>
          </a:p>
        </p:txBody>
      </p:sp>
      <p:sp>
        <p:nvSpPr>
          <p:cNvPr id="9" name="">
            <a:extLst xmlns:a="http://schemas.openxmlformats.org/drawingml/2006/main">
              <a:ext uri="{FF2B5EF4-FFF2-40B4-BE49-F238E27FC236}">
                <a16:creationId xmlns:a16="http://schemas.microsoft.com/office/drawing/2014/main" id="{32DC2F52-B86D-4B48-AB37-F99BC4D96873}"/>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5</a:t>
            </a:r>
          </a:p>
        </p:txBody>
      </p:sp>
      <p:sp>
        <p:nvSpPr>
          <p:cNvPr id="10" name="">
            <a:extLst xmlns:a="http://schemas.openxmlformats.org/drawingml/2006/main">
              <a:ext uri="{FF2B5EF4-FFF2-40B4-BE49-F238E27FC236}">
                <a16:creationId xmlns:a16="http://schemas.microsoft.com/office/drawing/2014/main" id="{B11B13A4-3050-4EFC-984A-620BE0AC7AC8}"/>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Improve one drink</a:t>
            </a:r>
          </a:p>
        </p:txBody>
      </p:sp>
      <p:sp>
        <p:nvSpPr>
          <p:cNvPr id="11" name="">
            <a:extLst xmlns:a="http://schemas.openxmlformats.org/drawingml/2006/main">
              <a:ext uri="{FF2B5EF4-FFF2-40B4-BE49-F238E27FC236}">
                <a16:creationId xmlns:a16="http://schemas.microsoft.com/office/drawing/2014/main" id="{6B6B763B-B045-404F-A6AC-70CC57799853}"/>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You do not have to jump straight to plain water. Adjust one drink you have often.</a:t>
            </a:r>
          </a:p>
        </p:txBody>
      </p:sp>
      <p:sp>
        <p:nvSpPr>
          <p:cNvPr id="12" name="">
            <a:extLst xmlns:a="http://schemas.openxmlformats.org/drawingml/2006/main">
              <a:ext uri="{FF2B5EF4-FFF2-40B4-BE49-F238E27FC236}">
                <a16:creationId xmlns:a16="http://schemas.microsoft.com/office/drawing/2014/main" id="{0B250C0E-5683-4FED-B510-07851EF242D1}"/>
              </a:ext>
            </a:extLst>
          </p:cNvPr>
          <p:cNvSpPr>
            <a:spLocks xmlns:a="http://schemas.openxmlformats.org/drawingml/2006/main" noGrp="1"/>
          </p:cNvSpPr>
          <p:nvPr/>
        </p:nvSpPr>
        <p:spPr>
          <a:xfrm xmlns:a="http://schemas.openxmlformats.org/drawingml/2006/main">
            <a:off x="514350" y="2590800"/>
            <a:ext cx="1104900" cy="1123950"/>
          </a:xfrm>
          <a:prstGeom xmlns:a="http://schemas.openxmlformats.org/drawingml/2006/main" prst="roundRect">
            <a:avLst>
              <a:gd name="adj" fmla="val 12069"/>
            </a:avLst>
          </a:prstGeom>
          <a:solidFill xmlns:a="http://schemas.openxmlformats.org/drawingml/2006/main">
            <a:srgbClr val="FFF0E7"/>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E0F03347-EDC6-44C7-B598-BA45D6658A41}"/>
              </a:ext>
            </a:extLst>
          </p:cNvPr>
          <p:cNvSpPr>
            <a:spLocks xmlns:a="http://schemas.openxmlformats.org/drawingml/2006/main" noGrp="1"/>
          </p:cNvSpPr>
          <p:nvPr/>
        </p:nvSpPr>
        <p:spPr>
          <a:xfrm xmlns:a="http://schemas.openxmlformats.org/drawingml/2006/main">
            <a:off x="947738" y="2825115"/>
            <a:ext cx="192786" cy="297942"/>
          </a:xfrm>
          <a:prstGeom xmlns:a="http://schemas.openxmlformats.org/drawingml/2006/main" prst="roundRect">
            <a:avLst>
              <a:gd name="adj" fmla="val 34585"/>
            </a:avLst>
          </a:prstGeom>
          <a:solidFill xmlns:a="http://schemas.openxmlformats.org/drawingml/2006/main">
            <a:srgbClr val="F5F7FE"/>
          </a:solidFill>
          <a:ln xmlns:a="http://schemas.openxmlformats.org/drawingml/2006/main" w="19050">
            <a:solidFill>
              <a:srgbClr val="0D1338"/>
            </a:solidFill>
            <a:prstDash val="solid"/>
          </a:ln>
        </p:spPr>
      </p:sp>
      <p:sp>
        <p:nvSpPr>
          <p:cNvPr id="14" name="">
            <a:extLst xmlns:a="http://schemas.openxmlformats.org/drawingml/2006/main">
              <a:ext uri="{FF2B5EF4-FFF2-40B4-BE49-F238E27FC236}">
                <a16:creationId xmlns:a16="http://schemas.microsoft.com/office/drawing/2014/main" id="{9D97E760-D7AE-4AEF-8EB0-9E08D4D76F16}"/>
              </a:ext>
            </a:extLst>
          </p:cNvPr>
          <p:cNvSpPr>
            <a:spLocks xmlns:a="http://schemas.openxmlformats.org/drawingml/2006/main" noGrp="1"/>
          </p:cNvSpPr>
          <p:nvPr/>
        </p:nvSpPr>
        <p:spPr>
          <a:xfrm xmlns:a="http://schemas.openxmlformats.org/drawingml/2006/main">
            <a:off x="1044131" y="2781300"/>
            <a:ext cx="113919" cy="341757"/>
          </a:xfrm>
          <a:prstGeom xmlns:a="http://schemas.openxmlformats.org/drawingml/2006/main" prst="line">
            <a:avLst/>
          </a:prstGeom>
          <a:noFill xmlns:a="http://schemas.openxmlformats.org/drawingml/2006/main"/>
          <a:ln xmlns:a="http://schemas.openxmlformats.org/drawingml/2006/main" w="28575">
            <a:solidFill>
              <a:srgbClr val="F07239"/>
            </a:solidFill>
            <a:prstDash val="solid"/>
          </a:ln>
        </p:spPr>
      </p:sp>
      <p:sp>
        <p:nvSpPr>
          <p:cNvPr id="15" name="">
            <a:extLst xmlns:a="http://schemas.openxmlformats.org/drawingml/2006/main">
              <a:ext uri="{FF2B5EF4-FFF2-40B4-BE49-F238E27FC236}">
                <a16:creationId xmlns:a16="http://schemas.microsoft.com/office/drawing/2014/main" id="{C4E683C8-5427-4F46-BF7A-9D811E6EB744}"/>
              </a:ext>
            </a:extLst>
          </p:cNvPr>
          <p:cNvSpPr>
            <a:spLocks xmlns:a="http://schemas.openxmlformats.org/drawingml/2006/main" noGrp="1"/>
          </p:cNvSpPr>
          <p:nvPr/>
        </p:nvSpPr>
        <p:spPr>
          <a:xfrm xmlns:a="http://schemas.openxmlformats.org/drawingml/2006/main">
            <a:off x="600075" y="3314700"/>
            <a:ext cx="933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20" b="1" i="0">
                <a:solidFill>
                  <a:srgbClr val="0D1338"/>
                </a:solidFill>
                <a:latin typeface="Verdana"/>
                <a:ea typeface="Verdana"/>
                <a:cs typeface="Verdana"/>
              </a:defRPr>
            </a:pPr>
            <a:r>
              <a:rPr sz="720" b="1" i="0">
                <a:solidFill>
                  <a:srgbClr val="0D1338"/>
                </a:solidFill>
                <a:latin typeface="Verdana"/>
                <a:ea typeface="Verdana"/>
                <a:cs typeface="Verdana"/>
              </a:rPr>
              <a:t>Large sweet drink</a:t>
            </a:r>
          </a:p>
        </p:txBody>
      </p:sp>
      <p:sp>
        <p:nvSpPr>
          <p:cNvPr id="16" name="">
            <a:extLst xmlns:a="http://schemas.openxmlformats.org/drawingml/2006/main">
              <a:ext uri="{FF2B5EF4-FFF2-40B4-BE49-F238E27FC236}">
                <a16:creationId xmlns:a16="http://schemas.microsoft.com/office/drawing/2014/main" id="{D5E35F81-315B-433D-838C-EFA9A22AC3A3}"/>
              </a:ext>
            </a:extLst>
          </p:cNvPr>
          <p:cNvSpPr>
            <a:spLocks xmlns:a="http://schemas.openxmlformats.org/drawingml/2006/main" noGrp="1"/>
          </p:cNvSpPr>
          <p:nvPr/>
        </p:nvSpPr>
        <p:spPr>
          <a:xfrm xmlns:a="http://schemas.openxmlformats.org/drawingml/2006/main">
            <a:off x="1619250" y="3143250"/>
            <a:ext cx="190500" cy="0"/>
          </a:xfrm>
          <a:prstGeom xmlns:a="http://schemas.openxmlformats.org/drawingml/2006/main" prst="line">
            <a:avLst/>
          </a:prstGeom>
          <a:noFill xmlns:a="http://schemas.openxmlformats.org/drawingml/2006/main"/>
          <a:ln xmlns:a="http://schemas.openxmlformats.org/drawingml/2006/main" w="22860">
            <a:solidFill>
              <a:srgbClr val="F07239"/>
            </a:solidFill>
            <a:prstDash val="solid"/>
          </a:ln>
        </p:spPr>
      </p:sp>
      <p:sp>
        <p:nvSpPr>
          <p:cNvPr id="17" name="">
            <a:extLst xmlns:a="http://schemas.openxmlformats.org/drawingml/2006/main">
              <a:ext uri="{FF2B5EF4-FFF2-40B4-BE49-F238E27FC236}">
                <a16:creationId xmlns:a16="http://schemas.microsoft.com/office/drawing/2014/main" id="{10F1B7F3-08DE-446E-A349-7657A418E059}"/>
              </a:ext>
            </a:extLst>
          </p:cNvPr>
          <p:cNvSpPr>
            <a:spLocks xmlns:a="http://schemas.openxmlformats.org/drawingml/2006/main" noGrp="1"/>
          </p:cNvSpPr>
          <p:nvPr/>
        </p:nvSpPr>
        <p:spPr>
          <a:xfrm xmlns:a="http://schemas.openxmlformats.org/drawingml/2006/main">
            <a:off x="1800225" y="2590800"/>
            <a:ext cx="1104900" cy="1123950"/>
          </a:xfrm>
          <a:prstGeom xmlns:a="http://schemas.openxmlformats.org/drawingml/2006/main" prst="roundRect">
            <a:avLst>
              <a:gd name="adj" fmla="val 12069"/>
            </a:avLst>
          </a:prstGeom>
          <a:solidFill xmlns:a="http://schemas.openxmlformats.org/drawingml/2006/main">
            <a:srgbClr val="EDF8F1"/>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245D897B-FBD0-4CF5-83BC-8773E63F5ABA}"/>
              </a:ext>
            </a:extLst>
          </p:cNvPr>
          <p:cNvSpPr>
            <a:spLocks xmlns:a="http://schemas.openxmlformats.org/drawingml/2006/main" noGrp="1"/>
          </p:cNvSpPr>
          <p:nvPr/>
        </p:nvSpPr>
        <p:spPr>
          <a:xfrm xmlns:a="http://schemas.openxmlformats.org/drawingml/2006/main">
            <a:off x="2233613" y="2825115"/>
            <a:ext cx="192786" cy="297942"/>
          </a:xfrm>
          <a:prstGeom xmlns:a="http://schemas.openxmlformats.org/drawingml/2006/main" prst="roundRect">
            <a:avLst>
              <a:gd name="adj" fmla="val 34585"/>
            </a:avLst>
          </a:prstGeom>
          <a:solidFill xmlns:a="http://schemas.openxmlformats.org/drawingml/2006/main">
            <a:srgbClr val="F5F7FE"/>
          </a:solidFill>
          <a:ln xmlns:a="http://schemas.openxmlformats.org/drawingml/2006/main" w="19050">
            <a:solidFill>
              <a:srgbClr val="0D1338"/>
            </a:solidFill>
            <a:prstDash val="solid"/>
          </a:ln>
        </p:spPr>
      </p:sp>
      <p:sp>
        <p:nvSpPr>
          <p:cNvPr id="19" name="">
            <a:extLst xmlns:a="http://schemas.openxmlformats.org/drawingml/2006/main">
              <a:ext uri="{FF2B5EF4-FFF2-40B4-BE49-F238E27FC236}">
                <a16:creationId xmlns:a16="http://schemas.microsoft.com/office/drawing/2014/main" id="{FD16FEAE-9D9B-48EA-90F2-030B1277C0FD}"/>
              </a:ext>
            </a:extLst>
          </p:cNvPr>
          <p:cNvSpPr>
            <a:spLocks xmlns:a="http://schemas.openxmlformats.org/drawingml/2006/main" noGrp="1"/>
          </p:cNvSpPr>
          <p:nvPr/>
        </p:nvSpPr>
        <p:spPr>
          <a:xfrm xmlns:a="http://schemas.openxmlformats.org/drawingml/2006/main">
            <a:off x="2330006" y="2781300"/>
            <a:ext cx="113919" cy="341757"/>
          </a:xfrm>
          <a:prstGeom xmlns:a="http://schemas.openxmlformats.org/drawingml/2006/main" prst="line">
            <a:avLst/>
          </a:prstGeom>
          <a:noFill xmlns:a="http://schemas.openxmlformats.org/drawingml/2006/main"/>
          <a:ln xmlns:a="http://schemas.openxmlformats.org/drawingml/2006/main" w="28575">
            <a:solidFill>
              <a:srgbClr val="F07239"/>
            </a:solidFill>
            <a:prstDash val="solid"/>
          </a:ln>
        </p:spPr>
      </p:sp>
      <p:sp>
        <p:nvSpPr>
          <p:cNvPr id="20" name="">
            <a:extLst xmlns:a="http://schemas.openxmlformats.org/drawingml/2006/main">
              <a:ext uri="{FF2B5EF4-FFF2-40B4-BE49-F238E27FC236}">
                <a16:creationId xmlns:a16="http://schemas.microsoft.com/office/drawing/2014/main" id="{C20303B8-D9D6-4B18-8F46-B7C895DADB72}"/>
              </a:ext>
            </a:extLst>
          </p:cNvPr>
          <p:cNvSpPr>
            <a:spLocks xmlns:a="http://schemas.openxmlformats.org/drawingml/2006/main" noGrp="1"/>
          </p:cNvSpPr>
          <p:nvPr/>
        </p:nvSpPr>
        <p:spPr>
          <a:xfrm xmlns:a="http://schemas.openxmlformats.org/drawingml/2006/main">
            <a:off x="1885950" y="3314700"/>
            <a:ext cx="933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20" b="1" i="0">
                <a:solidFill>
                  <a:srgbClr val="0D1338"/>
                </a:solidFill>
                <a:latin typeface="Verdana"/>
                <a:ea typeface="Verdana"/>
                <a:cs typeface="Verdana"/>
              </a:defRPr>
            </a:pPr>
            <a:r>
              <a:rPr sz="720" b="1" i="0">
                <a:solidFill>
                  <a:srgbClr val="0D1338"/>
                </a:solidFill>
                <a:latin typeface="Verdana"/>
                <a:ea typeface="Verdana"/>
                <a:cs typeface="Verdana"/>
              </a:rPr>
              <a:t>Smaller sweet drink</a:t>
            </a:r>
          </a:p>
        </p:txBody>
      </p:sp>
      <p:sp>
        <p:nvSpPr>
          <p:cNvPr id="21" name="">
            <a:extLst xmlns:a="http://schemas.openxmlformats.org/drawingml/2006/main">
              <a:ext uri="{FF2B5EF4-FFF2-40B4-BE49-F238E27FC236}">
                <a16:creationId xmlns:a16="http://schemas.microsoft.com/office/drawing/2014/main" id="{75622DE7-88A9-44FB-99B1-7D5CFA41C11B}"/>
              </a:ext>
            </a:extLst>
          </p:cNvPr>
          <p:cNvSpPr>
            <a:spLocks xmlns:a="http://schemas.openxmlformats.org/drawingml/2006/main" noGrp="1"/>
          </p:cNvSpPr>
          <p:nvPr/>
        </p:nvSpPr>
        <p:spPr>
          <a:xfrm xmlns:a="http://schemas.openxmlformats.org/drawingml/2006/main">
            <a:off x="2905125" y="3143250"/>
            <a:ext cx="190500" cy="0"/>
          </a:xfrm>
          <a:prstGeom xmlns:a="http://schemas.openxmlformats.org/drawingml/2006/main" prst="line">
            <a:avLst/>
          </a:prstGeom>
          <a:noFill xmlns:a="http://schemas.openxmlformats.org/drawingml/2006/main"/>
          <a:ln xmlns:a="http://schemas.openxmlformats.org/drawingml/2006/main" w="22860">
            <a:solidFill>
              <a:srgbClr val="F07239"/>
            </a:solidFill>
            <a:prstDash val="solid"/>
          </a:ln>
        </p:spPr>
      </p:sp>
      <p:sp>
        <p:nvSpPr>
          <p:cNvPr id="22" name="">
            <a:extLst xmlns:a="http://schemas.openxmlformats.org/drawingml/2006/main">
              <a:ext uri="{FF2B5EF4-FFF2-40B4-BE49-F238E27FC236}">
                <a16:creationId xmlns:a16="http://schemas.microsoft.com/office/drawing/2014/main" id="{A1EA3238-0631-4307-A60B-1DE2E0F3FAF4}"/>
              </a:ext>
            </a:extLst>
          </p:cNvPr>
          <p:cNvSpPr>
            <a:spLocks xmlns:a="http://schemas.openxmlformats.org/drawingml/2006/main" noGrp="1"/>
          </p:cNvSpPr>
          <p:nvPr/>
        </p:nvSpPr>
        <p:spPr>
          <a:xfrm xmlns:a="http://schemas.openxmlformats.org/drawingml/2006/main">
            <a:off x="3086100" y="2590800"/>
            <a:ext cx="1104900" cy="1123950"/>
          </a:xfrm>
          <a:prstGeom xmlns:a="http://schemas.openxmlformats.org/drawingml/2006/main" prst="roundRect">
            <a:avLst>
              <a:gd name="adj" fmla="val 12069"/>
            </a:avLst>
          </a:prstGeom>
          <a:solidFill xmlns:a="http://schemas.openxmlformats.org/drawingml/2006/main">
            <a:srgbClr val="EDF8F1"/>
          </a:solidFill>
          <a:ln xmlns:a="http://schemas.openxmlformats.org/drawingml/2006/main" w="9525">
            <a:solidFill>
              <a:srgbClr val="D9DEEA"/>
            </a:solidFill>
            <a:prstDash val="solid"/>
          </a:ln>
        </p:spPr>
      </p:sp>
      <p:sp>
        <p:nvSpPr>
          <p:cNvPr id="23" name="">
            <a:extLst xmlns:a="http://schemas.openxmlformats.org/drawingml/2006/main">
              <a:ext uri="{FF2B5EF4-FFF2-40B4-BE49-F238E27FC236}">
                <a16:creationId xmlns:a16="http://schemas.microsoft.com/office/drawing/2014/main" id="{4277A509-311C-451C-8774-391A01D75C27}"/>
              </a:ext>
            </a:extLst>
          </p:cNvPr>
          <p:cNvSpPr>
            <a:spLocks xmlns:a="http://schemas.openxmlformats.org/drawingml/2006/main" noGrp="1"/>
          </p:cNvSpPr>
          <p:nvPr/>
        </p:nvSpPr>
        <p:spPr>
          <a:xfrm xmlns:a="http://schemas.openxmlformats.org/drawingml/2006/main">
            <a:off x="3519488" y="2825115"/>
            <a:ext cx="192786" cy="297942"/>
          </a:xfrm>
          <a:prstGeom xmlns:a="http://schemas.openxmlformats.org/drawingml/2006/main" prst="roundRect">
            <a:avLst>
              <a:gd name="adj" fmla="val 34585"/>
            </a:avLst>
          </a:prstGeom>
          <a:solidFill xmlns:a="http://schemas.openxmlformats.org/drawingml/2006/main">
            <a:srgbClr val="F5F7FE"/>
          </a:solidFill>
          <a:ln xmlns:a="http://schemas.openxmlformats.org/drawingml/2006/main" w="19050">
            <a:solidFill>
              <a:srgbClr val="0D1338"/>
            </a:solidFill>
            <a:prstDash val="solid"/>
          </a:ln>
        </p:spPr>
      </p:sp>
      <p:sp>
        <p:nvSpPr>
          <p:cNvPr id="24" name="">
            <a:extLst xmlns:a="http://schemas.openxmlformats.org/drawingml/2006/main">
              <a:ext uri="{FF2B5EF4-FFF2-40B4-BE49-F238E27FC236}">
                <a16:creationId xmlns:a16="http://schemas.microsoft.com/office/drawing/2014/main" id="{E04FA95A-75AD-4454-B8EA-7672F9A8193F}"/>
              </a:ext>
            </a:extLst>
          </p:cNvPr>
          <p:cNvSpPr>
            <a:spLocks xmlns:a="http://schemas.openxmlformats.org/drawingml/2006/main" noGrp="1"/>
          </p:cNvSpPr>
          <p:nvPr/>
        </p:nvSpPr>
        <p:spPr>
          <a:xfrm xmlns:a="http://schemas.openxmlformats.org/drawingml/2006/main">
            <a:off x="3615881" y="2781300"/>
            <a:ext cx="113919" cy="341757"/>
          </a:xfrm>
          <a:prstGeom xmlns:a="http://schemas.openxmlformats.org/drawingml/2006/main" prst="line">
            <a:avLst/>
          </a:prstGeom>
          <a:noFill xmlns:a="http://schemas.openxmlformats.org/drawingml/2006/main"/>
          <a:ln xmlns:a="http://schemas.openxmlformats.org/drawingml/2006/main" w="28575">
            <a:solidFill>
              <a:srgbClr val="477B91"/>
            </a:solidFill>
            <a:prstDash val="solid"/>
          </a:ln>
        </p:spPr>
      </p:sp>
      <p:sp>
        <p:nvSpPr>
          <p:cNvPr id="25" name="">
            <a:extLst xmlns:a="http://schemas.openxmlformats.org/drawingml/2006/main">
              <a:ext uri="{FF2B5EF4-FFF2-40B4-BE49-F238E27FC236}">
                <a16:creationId xmlns:a16="http://schemas.microsoft.com/office/drawing/2014/main" id="{D4CD9D0E-7CBF-483B-A2E9-AF40A3841964}"/>
              </a:ext>
            </a:extLst>
          </p:cNvPr>
          <p:cNvSpPr>
            <a:spLocks xmlns:a="http://schemas.openxmlformats.org/drawingml/2006/main" noGrp="1"/>
          </p:cNvSpPr>
          <p:nvPr/>
        </p:nvSpPr>
        <p:spPr>
          <a:xfrm xmlns:a="http://schemas.openxmlformats.org/drawingml/2006/main">
            <a:off x="3171825" y="3314700"/>
            <a:ext cx="933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20" b="1" i="0">
                <a:solidFill>
                  <a:srgbClr val="0D1338"/>
                </a:solidFill>
                <a:latin typeface="Verdana"/>
                <a:ea typeface="Verdana"/>
                <a:cs typeface="Verdana"/>
              </a:defRPr>
            </a:pPr>
            <a:r>
              <a:rPr sz="720" b="1" i="0">
                <a:solidFill>
                  <a:srgbClr val="0D1338"/>
                </a:solidFill>
                <a:latin typeface="Verdana"/>
                <a:ea typeface="Verdana"/>
                <a:cs typeface="Verdana"/>
              </a:rPr>
              <a:t>Less syrup or sugar</a:t>
            </a:r>
          </a:p>
        </p:txBody>
      </p:sp>
      <p:sp>
        <p:nvSpPr>
          <p:cNvPr id="26" name="">
            <a:extLst xmlns:a="http://schemas.openxmlformats.org/drawingml/2006/main">
              <a:ext uri="{FF2B5EF4-FFF2-40B4-BE49-F238E27FC236}">
                <a16:creationId xmlns:a16="http://schemas.microsoft.com/office/drawing/2014/main" id="{3C67453E-1CFB-45D2-8228-7AAF29A9453E}"/>
              </a:ext>
            </a:extLst>
          </p:cNvPr>
          <p:cNvSpPr>
            <a:spLocks xmlns:a="http://schemas.openxmlformats.org/drawingml/2006/main" noGrp="1"/>
          </p:cNvSpPr>
          <p:nvPr/>
        </p:nvSpPr>
        <p:spPr>
          <a:xfrm xmlns:a="http://schemas.openxmlformats.org/drawingml/2006/main">
            <a:off x="4191000" y="3143250"/>
            <a:ext cx="190500" cy="0"/>
          </a:xfrm>
          <a:prstGeom xmlns:a="http://schemas.openxmlformats.org/drawingml/2006/main" prst="line">
            <a:avLst/>
          </a:prstGeom>
          <a:noFill xmlns:a="http://schemas.openxmlformats.org/drawingml/2006/main"/>
          <a:ln xmlns:a="http://schemas.openxmlformats.org/drawingml/2006/main" w="22860">
            <a:solidFill>
              <a:srgbClr val="F07239"/>
            </a:solidFill>
            <a:prstDash val="solid"/>
          </a:ln>
        </p:spPr>
      </p:sp>
      <p:sp>
        <p:nvSpPr>
          <p:cNvPr id="27" name="">
            <a:extLst xmlns:a="http://schemas.openxmlformats.org/drawingml/2006/main">
              <a:ext uri="{FF2B5EF4-FFF2-40B4-BE49-F238E27FC236}">
                <a16:creationId xmlns:a16="http://schemas.microsoft.com/office/drawing/2014/main" id="{0B737DCA-3DAE-450A-893E-4C96680C6E5E}"/>
              </a:ext>
            </a:extLst>
          </p:cNvPr>
          <p:cNvSpPr>
            <a:spLocks xmlns:a="http://schemas.openxmlformats.org/drawingml/2006/main" noGrp="1"/>
          </p:cNvSpPr>
          <p:nvPr/>
        </p:nvSpPr>
        <p:spPr>
          <a:xfrm xmlns:a="http://schemas.openxmlformats.org/drawingml/2006/main">
            <a:off x="4371975" y="2590800"/>
            <a:ext cx="1104900" cy="1123950"/>
          </a:xfrm>
          <a:prstGeom xmlns:a="http://schemas.openxmlformats.org/drawingml/2006/main" prst="roundRect">
            <a:avLst>
              <a:gd name="adj" fmla="val 12069"/>
            </a:avLst>
          </a:prstGeom>
          <a:solidFill xmlns:a="http://schemas.openxmlformats.org/drawingml/2006/main">
            <a:srgbClr val="EDF8F1"/>
          </a:solidFill>
          <a:ln xmlns:a="http://schemas.openxmlformats.org/drawingml/2006/main" w="9525">
            <a:solidFill>
              <a:srgbClr val="D9DEEA"/>
            </a:solidFill>
            <a:prstDash val="solid"/>
          </a:ln>
        </p:spPr>
      </p:sp>
      <p:sp>
        <p:nvSpPr>
          <p:cNvPr id="28" name="">
            <a:extLst xmlns:a="http://schemas.openxmlformats.org/drawingml/2006/main">
              <a:ext uri="{FF2B5EF4-FFF2-40B4-BE49-F238E27FC236}">
                <a16:creationId xmlns:a16="http://schemas.microsoft.com/office/drawing/2014/main" id="{EF544A14-FD4D-48E7-BF42-123FA12C5AD0}"/>
              </a:ext>
            </a:extLst>
          </p:cNvPr>
          <p:cNvSpPr>
            <a:spLocks xmlns:a="http://schemas.openxmlformats.org/drawingml/2006/main" noGrp="1"/>
          </p:cNvSpPr>
          <p:nvPr/>
        </p:nvSpPr>
        <p:spPr>
          <a:xfrm xmlns:a="http://schemas.openxmlformats.org/drawingml/2006/main">
            <a:off x="4805363" y="2825115"/>
            <a:ext cx="192786" cy="297942"/>
          </a:xfrm>
          <a:prstGeom xmlns:a="http://schemas.openxmlformats.org/drawingml/2006/main" prst="roundRect">
            <a:avLst>
              <a:gd name="adj" fmla="val 34585"/>
            </a:avLst>
          </a:prstGeom>
          <a:solidFill xmlns:a="http://schemas.openxmlformats.org/drawingml/2006/main">
            <a:srgbClr val="F5F7FE"/>
          </a:solidFill>
          <a:ln xmlns:a="http://schemas.openxmlformats.org/drawingml/2006/main" w="19050">
            <a:solidFill>
              <a:srgbClr val="0D1338"/>
            </a:solidFill>
            <a:prstDash val="solid"/>
          </a:ln>
        </p:spPr>
      </p:sp>
      <p:sp>
        <p:nvSpPr>
          <p:cNvPr id="29" name="">
            <a:extLst xmlns:a="http://schemas.openxmlformats.org/drawingml/2006/main">
              <a:ext uri="{FF2B5EF4-FFF2-40B4-BE49-F238E27FC236}">
                <a16:creationId xmlns:a16="http://schemas.microsoft.com/office/drawing/2014/main" id="{E1DFE945-3970-4E24-A4E9-98B9BD67FD6E}"/>
              </a:ext>
            </a:extLst>
          </p:cNvPr>
          <p:cNvSpPr>
            <a:spLocks xmlns:a="http://schemas.openxmlformats.org/drawingml/2006/main" noGrp="1"/>
          </p:cNvSpPr>
          <p:nvPr/>
        </p:nvSpPr>
        <p:spPr>
          <a:xfrm xmlns:a="http://schemas.openxmlformats.org/drawingml/2006/main">
            <a:off x="4901756" y="2781300"/>
            <a:ext cx="113919" cy="341757"/>
          </a:xfrm>
          <a:prstGeom xmlns:a="http://schemas.openxmlformats.org/drawingml/2006/main" prst="line">
            <a:avLst/>
          </a:prstGeom>
          <a:noFill xmlns:a="http://schemas.openxmlformats.org/drawingml/2006/main"/>
          <a:ln xmlns:a="http://schemas.openxmlformats.org/drawingml/2006/main" w="28575">
            <a:solidFill>
              <a:srgbClr val="477B91"/>
            </a:solidFill>
            <a:prstDash val="solid"/>
          </a:ln>
        </p:spPr>
      </p:sp>
      <p:sp>
        <p:nvSpPr>
          <p:cNvPr id="30" name="">
            <a:extLst xmlns:a="http://schemas.openxmlformats.org/drawingml/2006/main">
              <a:ext uri="{FF2B5EF4-FFF2-40B4-BE49-F238E27FC236}">
                <a16:creationId xmlns:a16="http://schemas.microsoft.com/office/drawing/2014/main" id="{786BABDD-DEC4-423F-B55C-CEAAE37E96C3}"/>
              </a:ext>
            </a:extLst>
          </p:cNvPr>
          <p:cNvSpPr>
            <a:spLocks xmlns:a="http://schemas.openxmlformats.org/drawingml/2006/main" noGrp="1"/>
          </p:cNvSpPr>
          <p:nvPr/>
        </p:nvSpPr>
        <p:spPr>
          <a:xfrm xmlns:a="http://schemas.openxmlformats.org/drawingml/2006/main">
            <a:off x="4457700" y="3314700"/>
            <a:ext cx="933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20" b="1" i="0">
                <a:solidFill>
                  <a:srgbClr val="0D1338"/>
                </a:solidFill>
                <a:latin typeface="Verdana"/>
                <a:ea typeface="Verdana"/>
                <a:cs typeface="Verdana"/>
              </a:defRPr>
            </a:pPr>
            <a:r>
              <a:rPr sz="720" b="1" i="0">
                <a:solidFill>
                  <a:srgbClr val="0D1338"/>
                </a:solidFill>
                <a:latin typeface="Verdana"/>
                <a:ea typeface="Verdana"/>
                <a:cs typeface="Verdana"/>
              </a:rPr>
              <a:t>Unsweetened option</a:t>
            </a:r>
          </a:p>
        </p:txBody>
      </p:sp>
      <p:sp>
        <p:nvSpPr>
          <p:cNvPr id="31" name="">
            <a:extLst xmlns:a="http://schemas.openxmlformats.org/drawingml/2006/main">
              <a:ext uri="{FF2B5EF4-FFF2-40B4-BE49-F238E27FC236}">
                <a16:creationId xmlns:a16="http://schemas.microsoft.com/office/drawing/2014/main" id="{C484215B-7D7A-4BA8-9168-274E7635ED80}"/>
              </a:ext>
            </a:extLst>
          </p:cNvPr>
          <p:cNvSpPr>
            <a:spLocks xmlns:a="http://schemas.openxmlformats.org/drawingml/2006/main" noGrp="1"/>
          </p:cNvSpPr>
          <p:nvPr/>
        </p:nvSpPr>
        <p:spPr>
          <a:xfrm xmlns:a="http://schemas.openxmlformats.org/drawingml/2006/main">
            <a:off x="5476875" y="3143250"/>
            <a:ext cx="190500" cy="0"/>
          </a:xfrm>
          <a:prstGeom xmlns:a="http://schemas.openxmlformats.org/drawingml/2006/main" prst="line">
            <a:avLst/>
          </a:prstGeom>
          <a:noFill xmlns:a="http://schemas.openxmlformats.org/drawingml/2006/main"/>
          <a:ln xmlns:a="http://schemas.openxmlformats.org/drawingml/2006/main" w="22860">
            <a:solidFill>
              <a:srgbClr val="F07239"/>
            </a:solidFill>
            <a:prstDash val="solid"/>
          </a:ln>
        </p:spPr>
      </p:sp>
      <p:sp>
        <p:nvSpPr>
          <p:cNvPr id="32" name="">
            <a:extLst xmlns:a="http://schemas.openxmlformats.org/drawingml/2006/main">
              <a:ext uri="{FF2B5EF4-FFF2-40B4-BE49-F238E27FC236}">
                <a16:creationId xmlns:a16="http://schemas.microsoft.com/office/drawing/2014/main" id="{0A2D8D16-75F5-4A0D-A84E-CBBEDD5257D2}"/>
              </a:ext>
            </a:extLst>
          </p:cNvPr>
          <p:cNvSpPr>
            <a:spLocks xmlns:a="http://schemas.openxmlformats.org/drawingml/2006/main" noGrp="1"/>
          </p:cNvSpPr>
          <p:nvPr/>
        </p:nvSpPr>
        <p:spPr>
          <a:xfrm xmlns:a="http://schemas.openxmlformats.org/drawingml/2006/main">
            <a:off x="5657850" y="2590800"/>
            <a:ext cx="1104900" cy="1123950"/>
          </a:xfrm>
          <a:prstGeom xmlns:a="http://schemas.openxmlformats.org/drawingml/2006/main" prst="roundRect">
            <a:avLst>
              <a:gd name="adj" fmla="val 12069"/>
            </a:avLst>
          </a:prstGeom>
          <a:solidFill xmlns:a="http://schemas.openxmlformats.org/drawingml/2006/main">
            <a:srgbClr val="EDF8F1"/>
          </a:solidFill>
          <a:ln xmlns:a="http://schemas.openxmlformats.org/drawingml/2006/main" w="9525">
            <a:solidFill>
              <a:srgbClr val="D9DEEA"/>
            </a:solidFill>
            <a:prstDash val="solid"/>
          </a:ln>
        </p:spPr>
      </p:sp>
      <p:sp>
        <p:nvSpPr>
          <p:cNvPr id="33" name="">
            <a:extLst xmlns:a="http://schemas.openxmlformats.org/drawingml/2006/main">
              <a:ext uri="{FF2B5EF4-FFF2-40B4-BE49-F238E27FC236}">
                <a16:creationId xmlns:a16="http://schemas.microsoft.com/office/drawing/2014/main" id="{AE8C3BF4-F786-4A8F-BA23-43D8CFB51621}"/>
              </a:ext>
            </a:extLst>
          </p:cNvPr>
          <p:cNvSpPr>
            <a:spLocks xmlns:a="http://schemas.openxmlformats.org/drawingml/2006/main" noGrp="1"/>
          </p:cNvSpPr>
          <p:nvPr/>
        </p:nvSpPr>
        <p:spPr>
          <a:xfrm xmlns:a="http://schemas.openxmlformats.org/drawingml/2006/main">
            <a:off x="6091238" y="2825115"/>
            <a:ext cx="192786" cy="297942"/>
          </a:xfrm>
          <a:prstGeom xmlns:a="http://schemas.openxmlformats.org/drawingml/2006/main" prst="roundRect">
            <a:avLst>
              <a:gd name="adj" fmla="val 34585"/>
            </a:avLst>
          </a:prstGeom>
          <a:solidFill xmlns:a="http://schemas.openxmlformats.org/drawingml/2006/main">
            <a:srgbClr val="F5F7FE"/>
          </a:solidFill>
          <a:ln xmlns:a="http://schemas.openxmlformats.org/drawingml/2006/main" w="19050">
            <a:solidFill>
              <a:srgbClr val="0D1338"/>
            </a:solidFill>
            <a:prstDash val="solid"/>
          </a:ln>
        </p:spPr>
      </p:sp>
      <p:sp>
        <p:nvSpPr>
          <p:cNvPr id="34" name="">
            <a:extLst xmlns:a="http://schemas.openxmlformats.org/drawingml/2006/main">
              <a:ext uri="{FF2B5EF4-FFF2-40B4-BE49-F238E27FC236}">
                <a16:creationId xmlns:a16="http://schemas.microsoft.com/office/drawing/2014/main" id="{D908B9CB-1E6B-4078-8818-1666F85475EA}"/>
              </a:ext>
            </a:extLst>
          </p:cNvPr>
          <p:cNvSpPr>
            <a:spLocks xmlns:a="http://schemas.openxmlformats.org/drawingml/2006/main" noGrp="1"/>
          </p:cNvSpPr>
          <p:nvPr/>
        </p:nvSpPr>
        <p:spPr>
          <a:xfrm xmlns:a="http://schemas.openxmlformats.org/drawingml/2006/main">
            <a:off x="6187631" y="2781300"/>
            <a:ext cx="113919" cy="341757"/>
          </a:xfrm>
          <a:prstGeom xmlns:a="http://schemas.openxmlformats.org/drawingml/2006/main" prst="line">
            <a:avLst/>
          </a:prstGeom>
          <a:noFill xmlns:a="http://schemas.openxmlformats.org/drawingml/2006/main"/>
          <a:ln xmlns:a="http://schemas.openxmlformats.org/drawingml/2006/main" w="28575">
            <a:solidFill>
              <a:srgbClr val="477B91"/>
            </a:solidFill>
            <a:prstDash val="solid"/>
          </a:ln>
        </p:spPr>
      </p:sp>
      <p:sp>
        <p:nvSpPr>
          <p:cNvPr id="35" name="">
            <a:extLst xmlns:a="http://schemas.openxmlformats.org/drawingml/2006/main">
              <a:ext uri="{FF2B5EF4-FFF2-40B4-BE49-F238E27FC236}">
                <a16:creationId xmlns:a16="http://schemas.microsoft.com/office/drawing/2014/main" id="{45A62446-3627-47EF-A59E-761B5A5D2B50}"/>
              </a:ext>
            </a:extLst>
          </p:cNvPr>
          <p:cNvSpPr>
            <a:spLocks xmlns:a="http://schemas.openxmlformats.org/drawingml/2006/main" noGrp="1"/>
          </p:cNvSpPr>
          <p:nvPr/>
        </p:nvSpPr>
        <p:spPr>
          <a:xfrm xmlns:a="http://schemas.openxmlformats.org/drawingml/2006/main">
            <a:off x="5743575" y="3314700"/>
            <a:ext cx="933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20" b="1" i="0">
                <a:solidFill>
                  <a:srgbClr val="0D1338"/>
                </a:solidFill>
                <a:latin typeface="Verdana"/>
                <a:ea typeface="Verdana"/>
                <a:cs typeface="Verdana"/>
              </a:defRPr>
            </a:pPr>
            <a:r>
              <a:rPr sz="720" b="1" i="0">
                <a:solidFill>
                  <a:srgbClr val="0D1338"/>
                </a:solidFill>
                <a:latin typeface="Verdana"/>
                <a:ea typeface="Verdana"/>
                <a:cs typeface="Verdana"/>
              </a:rPr>
              <a:t>Water or sparkling water</a:t>
            </a:r>
          </a:p>
        </p:txBody>
      </p:sp>
      <p:sp>
        <p:nvSpPr>
          <p:cNvPr id="36" name="">
            <a:extLst xmlns:a="http://schemas.openxmlformats.org/drawingml/2006/main">
              <a:ext uri="{FF2B5EF4-FFF2-40B4-BE49-F238E27FC236}">
                <a16:creationId xmlns:a16="http://schemas.microsoft.com/office/drawing/2014/main" id="{F28DB219-4912-41BC-ABFC-E57C6CD4F823}"/>
              </a:ext>
            </a:extLst>
          </p:cNvPr>
          <p:cNvSpPr>
            <a:spLocks xmlns:a="http://schemas.openxmlformats.org/drawingml/2006/main" noGrp="1"/>
          </p:cNvSpPr>
          <p:nvPr/>
        </p:nvSpPr>
        <p:spPr>
          <a:xfrm xmlns:a="http://schemas.openxmlformats.org/drawingml/2006/main">
            <a:off x="514350" y="4238625"/>
            <a:ext cx="66675" cy="66675"/>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37C66CCB-FA5F-400D-82C9-91E49E144C82}"/>
              </a:ext>
            </a:extLst>
          </p:cNvPr>
          <p:cNvSpPr>
            <a:spLocks xmlns:a="http://schemas.openxmlformats.org/drawingml/2006/main" noGrp="1"/>
          </p:cNvSpPr>
          <p:nvPr/>
        </p:nvSpPr>
        <p:spPr>
          <a:xfrm xmlns:a="http://schemas.openxmlformats.org/drawingml/2006/main">
            <a:off x="666750" y="4171950"/>
            <a:ext cx="659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23" b="0" i="0">
                <a:solidFill>
                  <a:srgbClr val="273044"/>
                </a:solidFill>
                <a:latin typeface="Verdana"/>
                <a:ea typeface="Verdana"/>
                <a:cs typeface="Verdana"/>
              </a:defRPr>
            </a:pPr>
            <a:r>
              <a:rPr sz="923" b="0" i="0">
                <a:solidFill>
                  <a:srgbClr val="273044"/>
                </a:solidFill>
                <a:latin typeface="Verdana"/>
                <a:ea typeface="Verdana"/>
                <a:cs typeface="Verdana"/>
              </a:rPr>
              <a:t>Water, sparkling water, unsweetened tea, coffee with less added sugar, a smaller sweet beverage, or a diluted or less frequent sweet drink can all be realistic steps.</a:t>
            </a:r>
          </a:p>
        </p:txBody>
      </p:sp>
      <p:sp>
        <p:nvSpPr>
          <p:cNvPr id="38" name="">
            <a:extLst xmlns:a="http://schemas.openxmlformats.org/drawingml/2006/main">
              <a:ext uri="{FF2B5EF4-FFF2-40B4-BE49-F238E27FC236}">
                <a16:creationId xmlns:a16="http://schemas.microsoft.com/office/drawing/2014/main" id="{5D755CD7-D9B4-4CA5-B09A-F96B7226AD80}"/>
              </a:ext>
            </a:extLst>
          </p:cNvPr>
          <p:cNvSpPr>
            <a:spLocks xmlns:a="http://schemas.openxmlformats.org/drawingml/2006/main" noGrp="1"/>
          </p:cNvSpPr>
          <p:nvPr/>
        </p:nvSpPr>
        <p:spPr>
          <a:xfrm xmlns:a="http://schemas.openxmlformats.org/drawingml/2006/main">
            <a:off x="514350" y="4733925"/>
            <a:ext cx="66675" cy="66675"/>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F3E881E-8D09-4679-BFC6-350D3C63201F}"/>
              </a:ext>
            </a:extLst>
          </p:cNvPr>
          <p:cNvSpPr>
            <a:spLocks xmlns:a="http://schemas.openxmlformats.org/drawingml/2006/main" noGrp="1"/>
          </p:cNvSpPr>
          <p:nvPr/>
        </p:nvSpPr>
        <p:spPr>
          <a:xfrm xmlns:a="http://schemas.openxmlformats.org/drawingml/2006/main">
            <a:off x="666750" y="4667250"/>
            <a:ext cx="659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23" b="0" i="0">
                <a:solidFill>
                  <a:srgbClr val="273044"/>
                </a:solidFill>
                <a:latin typeface="Verdana"/>
                <a:ea typeface="Verdana"/>
                <a:cs typeface="Verdana"/>
              </a:defRPr>
            </a:pPr>
            <a:r>
              <a:rPr sz="923" b="0" i="0">
                <a:solidFill>
                  <a:srgbClr val="273044"/>
                </a:solidFill>
                <a:latin typeface="Verdana"/>
                <a:ea typeface="Verdana"/>
                <a:cs typeface="Verdana"/>
              </a:rPr>
              <a:t>Hydration needs vary by body size, climate, activity, pregnancy, kidney or heart conditions, medicines, and illness.</a:t>
            </a:r>
          </a:p>
        </p:txBody>
      </p:sp>
      <p:sp>
        <p:nvSpPr>
          <p:cNvPr id="40" name="">
            <a:extLst xmlns:a="http://schemas.openxmlformats.org/drawingml/2006/main">
              <a:ext uri="{FF2B5EF4-FFF2-40B4-BE49-F238E27FC236}">
                <a16:creationId xmlns:a16="http://schemas.microsoft.com/office/drawing/2014/main" id="{017221A1-6BE9-4694-8A92-F270C70C9071}"/>
              </a:ext>
            </a:extLst>
          </p:cNvPr>
          <p:cNvSpPr>
            <a:spLocks xmlns:a="http://schemas.openxmlformats.org/drawingml/2006/main" noGrp="1"/>
          </p:cNvSpPr>
          <p:nvPr/>
        </p:nvSpPr>
        <p:spPr>
          <a:xfrm xmlns:a="http://schemas.openxmlformats.org/drawingml/2006/main">
            <a:off x="514350" y="5229225"/>
            <a:ext cx="66675" cy="66675"/>
          </a:xfrm>
          <a:prstGeom xmlns:a="http://schemas.openxmlformats.org/drawingml/2006/main" prst="ellipse">
            <a:avLst/>
          </a:prstGeom>
          <a:solidFill xmlns:a="http://schemas.openxmlformats.org/drawingml/2006/main">
            <a:srgbClr val="477B91"/>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3E0DE15-BF26-4212-B4AD-4CAC2AAC14AB}"/>
              </a:ext>
            </a:extLst>
          </p:cNvPr>
          <p:cNvSpPr>
            <a:spLocks xmlns:a="http://schemas.openxmlformats.org/drawingml/2006/main" noGrp="1"/>
          </p:cNvSpPr>
          <p:nvPr/>
        </p:nvSpPr>
        <p:spPr>
          <a:xfrm xmlns:a="http://schemas.openxmlformats.org/drawingml/2006/main">
            <a:off x="666750" y="5162550"/>
            <a:ext cx="659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23" b="0" i="0">
                <a:solidFill>
                  <a:srgbClr val="273044"/>
                </a:solidFill>
                <a:latin typeface="Verdana"/>
                <a:ea typeface="Verdana"/>
                <a:cs typeface="Verdana"/>
              </a:defRPr>
            </a:pPr>
            <a:r>
              <a:rPr sz="923" b="0" i="0">
                <a:solidFill>
                  <a:srgbClr val="273044"/>
                </a:solidFill>
                <a:latin typeface="Verdana"/>
                <a:ea typeface="Verdana"/>
                <a:cs typeface="Verdana"/>
              </a:rPr>
              <a:t>Alcohol can affect safety with some medicines and glucose plans; ask your care team what is safest for you.</a:t>
            </a:r>
          </a:p>
        </p:txBody>
      </p:sp>
      <p:sp>
        <p:nvSpPr>
          <p:cNvPr id="42" name="">
            <a:extLst xmlns:a="http://schemas.openxmlformats.org/drawingml/2006/main">
              <a:ext uri="{FF2B5EF4-FFF2-40B4-BE49-F238E27FC236}">
                <a16:creationId xmlns:a16="http://schemas.microsoft.com/office/drawing/2014/main" id="{F1CE5B60-2421-4591-9E57-1368DC06A504}"/>
              </a:ext>
            </a:extLst>
          </p:cNvPr>
          <p:cNvSpPr>
            <a:spLocks xmlns:a="http://schemas.openxmlformats.org/drawingml/2006/main" noGrp="1"/>
          </p:cNvSpPr>
          <p:nvPr/>
        </p:nvSpPr>
        <p:spPr>
          <a:xfrm xmlns:a="http://schemas.openxmlformats.org/drawingml/2006/main">
            <a:off x="514350" y="6191250"/>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477B91"/>
                </a:solidFill>
                <a:latin typeface="Verdana"/>
                <a:ea typeface="Verdana"/>
                <a:cs typeface="Verdana"/>
              </a:defRPr>
            </a:pPr>
            <a:r>
              <a:rPr sz="863" b="1" i="0">
                <a:solidFill>
                  <a:srgbClr val="477B91"/>
                </a:solidFill>
                <a:latin typeface="Verdana"/>
                <a:ea typeface="Verdana"/>
                <a:cs typeface="Verdana"/>
              </a:rPr>
              <a:t>The drink I will adjust</a:t>
            </a:r>
          </a:p>
        </p:txBody>
      </p:sp>
      <p:sp>
        <p:nvSpPr>
          <p:cNvPr id="43" name="">
            <a:extLst xmlns:a="http://schemas.openxmlformats.org/drawingml/2006/main">
              <a:ext uri="{FF2B5EF4-FFF2-40B4-BE49-F238E27FC236}">
                <a16:creationId xmlns:a16="http://schemas.microsoft.com/office/drawing/2014/main" id="{4CACAD75-1A4C-4893-96B1-F4B3DD1F7CC5}"/>
              </a:ext>
            </a:extLst>
          </p:cNvPr>
          <p:cNvSpPr>
            <a:spLocks xmlns:a="http://schemas.openxmlformats.org/drawingml/2006/main" noGrp="1"/>
          </p:cNvSpPr>
          <p:nvPr/>
        </p:nvSpPr>
        <p:spPr>
          <a:xfrm xmlns:a="http://schemas.openxmlformats.org/drawingml/2006/main">
            <a:off x="514350" y="6400800"/>
            <a:ext cx="6743700" cy="6096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E607B28A-3A15-45EE-BEA3-FADD5D881808}"/>
              </a:ext>
            </a:extLst>
          </p:cNvPr>
          <p:cNvSpPr>
            <a:spLocks xmlns:a="http://schemas.openxmlformats.org/drawingml/2006/main" noGrp="1"/>
          </p:cNvSpPr>
          <p:nvPr/>
        </p:nvSpPr>
        <p:spPr>
          <a:xfrm xmlns:a="http://schemas.openxmlformats.org/drawingml/2006/main">
            <a:off x="514350" y="7410450"/>
            <a:ext cx="6743700" cy="666750"/>
          </a:xfrm>
          <a:prstGeom xmlns:a="http://schemas.openxmlformats.org/drawingml/2006/main" prst="roundRect">
            <a:avLst>
              <a:gd name="adj" fmla="val 17143"/>
            </a:avLst>
          </a:prstGeom>
          <a:solidFill xmlns:a="http://schemas.openxmlformats.org/drawingml/2006/main">
            <a:srgbClr val="EDF8F1"/>
          </a:solidFill>
          <a:ln xmlns:a="http://schemas.openxmlformats.org/drawingml/2006/main" w="9525">
            <a:solidFill>
              <a:srgbClr val="D9DEEA"/>
            </a:solidFill>
            <a:prstDash val="solid"/>
          </a:ln>
        </p:spPr>
      </p:sp>
      <p:sp>
        <p:nvSpPr>
          <p:cNvPr id="45" name="">
            <a:extLst xmlns:a="http://schemas.openxmlformats.org/drawingml/2006/main">
              <a:ext uri="{FF2B5EF4-FFF2-40B4-BE49-F238E27FC236}">
                <a16:creationId xmlns:a16="http://schemas.microsoft.com/office/drawing/2014/main" id="{ED8EB5F2-3FE8-4556-B89F-787F2B44B2C2}"/>
              </a:ext>
            </a:extLst>
          </p:cNvPr>
          <p:cNvSpPr>
            <a:spLocks xmlns:a="http://schemas.openxmlformats.org/drawingml/2006/main" noGrp="1"/>
          </p:cNvSpPr>
          <p:nvPr/>
        </p:nvSpPr>
        <p:spPr>
          <a:xfrm xmlns:a="http://schemas.openxmlformats.org/drawingml/2006/main">
            <a:off x="514350" y="7410450"/>
            <a:ext cx="57150" cy="666750"/>
          </a:xfrm>
          <a:prstGeom xmlns:a="http://schemas.openxmlformats.org/drawingml/2006/main" prst="rect">
            <a:avLst/>
          </a:prstGeom>
          <a:solidFill xmlns:a="http://schemas.openxmlformats.org/drawingml/2006/main">
            <a:srgbClr val="00503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47D776A0-BAFB-4110-BFAB-91824A6F3B89}"/>
              </a:ext>
            </a:extLst>
          </p:cNvPr>
          <p:cNvSpPr>
            <a:spLocks xmlns:a="http://schemas.openxmlformats.org/drawingml/2006/main" noGrp="1"/>
          </p:cNvSpPr>
          <p:nvPr/>
        </p:nvSpPr>
        <p:spPr>
          <a:xfrm xmlns:a="http://schemas.openxmlformats.org/drawingml/2006/main">
            <a:off x="685800" y="754380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Label cue</a:t>
            </a:r>
          </a:p>
        </p:txBody>
      </p:sp>
      <p:sp>
        <p:nvSpPr>
          <p:cNvPr id="47" name="">
            <a:extLst xmlns:a="http://schemas.openxmlformats.org/drawingml/2006/main">
              <a:ext uri="{FF2B5EF4-FFF2-40B4-BE49-F238E27FC236}">
                <a16:creationId xmlns:a16="http://schemas.microsoft.com/office/drawing/2014/main" id="{FD7F64F5-45C2-47B9-9412-AC935F9EB3DC}"/>
              </a:ext>
            </a:extLst>
          </p:cNvPr>
          <p:cNvSpPr>
            <a:spLocks xmlns:a="http://schemas.openxmlformats.org/drawingml/2006/main" noGrp="1"/>
          </p:cNvSpPr>
          <p:nvPr/>
        </p:nvSpPr>
        <p:spPr>
          <a:xfrm xmlns:a="http://schemas.openxmlformats.org/drawingml/2006/main">
            <a:off x="685800" y="7810500"/>
            <a:ext cx="6419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Added sugars are listed on the Nutrition Facts label. Use the label as information, not as a grade. [7]</a:t>
            </a:r>
          </a:p>
        </p:txBody>
      </p:sp>
    </p:spTree>
    <p:extLst>
      <p:ext uri="{BB962C8B-B14F-4D97-AF65-F5344CB8AC3E}">
        <p14:creationId xmlns:p14="http://schemas.microsoft.com/office/powerpoint/2010/main" val="2076149695"/>
      </p:ext>
    </p:extLst>
  </p:cSld>
</p:sld>
</file>

<file path=ppt/slides/slide1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DF790AA2-8101-4DED-ABD2-D24A0EC1E12B}"/>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720a5db5163b4949"/>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714EAD81-1CAC-4195-BF74-7E5A5D8D677D}"/>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8B637D9D-E993-4701-B9A1-3310D9FF0F63}"/>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6</a:t>
            </a:r>
          </a:p>
        </p:txBody>
      </p:sp>
      <p:sp>
        <p:nvSpPr>
          <p:cNvPr id="5" name="">
            <a:extLst xmlns:a="http://schemas.openxmlformats.org/drawingml/2006/main">
              <a:ext uri="{FF2B5EF4-FFF2-40B4-BE49-F238E27FC236}">
                <a16:creationId xmlns:a16="http://schemas.microsoft.com/office/drawing/2014/main" id="{DC9DF15A-BD36-41A7-8946-415C8BD34469}"/>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7774AAFD-BA40-4DBC-9289-DBA95660E77A}"/>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23B23EBF-1C08-4597-911C-F168A621C679}"/>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0d84b186e8064c49"/>
              </a:rPr>
              <a:t>mindfuldiabetes.org</a:t>
            </a:r>
          </a:p>
        </p:txBody>
      </p:sp>
      <p:sp>
        <p:nvSpPr>
          <p:cNvPr id="8" name="">
            <a:extLst xmlns:a="http://schemas.openxmlformats.org/drawingml/2006/main">
              <a:ext uri="{FF2B5EF4-FFF2-40B4-BE49-F238E27FC236}">
                <a16:creationId xmlns:a16="http://schemas.microsoft.com/office/drawing/2014/main" id="{4313CB84-EBA8-4A00-A382-F6A5AD058FF9}"/>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10</a:t>
            </a:r>
          </a:p>
        </p:txBody>
      </p:sp>
      <p:sp>
        <p:nvSpPr>
          <p:cNvPr id="9" name="">
            <a:extLst xmlns:a="http://schemas.openxmlformats.org/drawingml/2006/main">
              <a:ext uri="{FF2B5EF4-FFF2-40B4-BE49-F238E27FC236}">
                <a16:creationId xmlns:a16="http://schemas.microsoft.com/office/drawing/2014/main" id="{F4344493-E243-430B-97F6-9451866934C5}"/>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6</a:t>
            </a:r>
          </a:p>
        </p:txBody>
      </p:sp>
      <p:sp>
        <p:nvSpPr>
          <p:cNvPr id="10" name="">
            <a:extLst xmlns:a="http://schemas.openxmlformats.org/drawingml/2006/main">
              <a:ext uri="{FF2B5EF4-FFF2-40B4-BE49-F238E27FC236}">
                <a16:creationId xmlns:a16="http://schemas.microsoft.com/office/drawing/2014/main" id="{D702C818-2999-4AE9-A052-A5D5BCA67707}"/>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Protect sleep</a:t>
            </a:r>
          </a:p>
        </p:txBody>
      </p:sp>
      <p:sp>
        <p:nvSpPr>
          <p:cNvPr id="11" name="">
            <a:extLst xmlns:a="http://schemas.openxmlformats.org/drawingml/2006/main">
              <a:ext uri="{FF2B5EF4-FFF2-40B4-BE49-F238E27FC236}">
                <a16:creationId xmlns:a16="http://schemas.microsoft.com/office/drawing/2014/main" id="{A847673E-58F1-4D2C-BD87-A08D00D7F7EA}"/>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Sleep problems deserve care, not blame. Choose one support instead of overhauling everything.</a:t>
            </a:r>
          </a:p>
        </p:txBody>
      </p:sp>
      <p:sp>
        <p:nvSpPr>
          <p:cNvPr id="12" name="">
            <a:extLst xmlns:a="http://schemas.openxmlformats.org/drawingml/2006/main">
              <a:ext uri="{FF2B5EF4-FFF2-40B4-BE49-F238E27FC236}">
                <a16:creationId xmlns:a16="http://schemas.microsoft.com/office/drawing/2014/main" id="{7E82EAA2-7DA3-4734-B897-49A6B81AC381}"/>
              </a:ext>
            </a:extLst>
          </p:cNvPr>
          <p:cNvSpPr>
            <a:spLocks xmlns:a="http://schemas.openxmlformats.org/drawingml/2006/main" noGrp="1"/>
          </p:cNvSpPr>
          <p:nvPr/>
        </p:nvSpPr>
        <p:spPr>
          <a:xfrm xmlns:a="http://schemas.openxmlformats.org/drawingml/2006/main">
            <a:off x="704850" y="2571750"/>
            <a:ext cx="361950" cy="361950"/>
          </a:xfrm>
          <a:prstGeom xmlns:a="http://schemas.openxmlformats.org/drawingml/2006/main" prst="ellipse">
            <a:avLst/>
          </a:prstGeom>
          <a:solidFill xmlns:a="http://schemas.openxmlformats.org/drawingml/2006/main">
            <a:srgbClr val="EDF8F1"/>
          </a:solidFill>
          <a:ln xmlns:a="http://schemas.openxmlformats.org/drawingml/2006/main" w="13335">
            <a:solidFill>
              <a:srgbClr val="005030"/>
            </a:solidFill>
            <a:prstDash val="solid"/>
          </a:ln>
        </p:spPr>
      </p:sp>
      <p:sp>
        <p:nvSpPr>
          <p:cNvPr id="13" name="">
            <a:extLst xmlns:a="http://schemas.openxmlformats.org/drawingml/2006/main">
              <a:ext uri="{FF2B5EF4-FFF2-40B4-BE49-F238E27FC236}">
                <a16:creationId xmlns:a16="http://schemas.microsoft.com/office/drawing/2014/main" id="{1A3D5317-F1EA-412A-848C-4F3A2B4DF6FA}"/>
              </a:ext>
            </a:extLst>
          </p:cNvPr>
          <p:cNvSpPr>
            <a:spLocks xmlns:a="http://schemas.openxmlformats.org/drawingml/2006/main" noGrp="1"/>
          </p:cNvSpPr>
          <p:nvPr/>
        </p:nvSpPr>
        <p:spPr>
          <a:xfrm xmlns:a="http://schemas.openxmlformats.org/drawingml/2006/main">
            <a:off x="106680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14" name="">
            <a:extLst xmlns:a="http://schemas.openxmlformats.org/drawingml/2006/main">
              <a:ext uri="{FF2B5EF4-FFF2-40B4-BE49-F238E27FC236}">
                <a16:creationId xmlns:a16="http://schemas.microsoft.com/office/drawing/2014/main" id="{5F183EEC-2705-4A88-BF27-78531CAFBB6E}"/>
              </a:ext>
            </a:extLst>
          </p:cNvPr>
          <p:cNvSpPr>
            <a:spLocks xmlns:a="http://schemas.openxmlformats.org/drawingml/2006/main" noGrp="1"/>
          </p:cNvSpPr>
          <p:nvPr/>
        </p:nvSpPr>
        <p:spPr>
          <a:xfrm xmlns:a="http://schemas.openxmlformats.org/drawingml/2006/main">
            <a:off x="53340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Wake cue</a:t>
            </a:r>
          </a:p>
        </p:txBody>
      </p:sp>
      <p:sp>
        <p:nvSpPr>
          <p:cNvPr id="15" name="">
            <a:extLst xmlns:a="http://schemas.openxmlformats.org/drawingml/2006/main">
              <a:ext uri="{FF2B5EF4-FFF2-40B4-BE49-F238E27FC236}">
                <a16:creationId xmlns:a16="http://schemas.microsoft.com/office/drawing/2014/main" id="{8A93675F-95DC-4FE5-BBBE-A62AB9AF18BF}"/>
              </a:ext>
            </a:extLst>
          </p:cNvPr>
          <p:cNvSpPr>
            <a:spLocks xmlns:a="http://schemas.openxmlformats.org/drawingml/2006/main" noGrp="1"/>
          </p:cNvSpPr>
          <p:nvPr/>
        </p:nvSpPr>
        <p:spPr>
          <a:xfrm xmlns:a="http://schemas.openxmlformats.org/drawingml/2006/main">
            <a:off x="1600200" y="2571750"/>
            <a:ext cx="361950" cy="361950"/>
          </a:xfrm>
          <a:prstGeom xmlns:a="http://schemas.openxmlformats.org/drawingml/2006/main" prst="ellipse">
            <a:avLst/>
          </a:prstGeom>
          <a:solidFill xmlns:a="http://schemas.openxmlformats.org/drawingml/2006/main">
            <a:srgbClr val="EDF8F1"/>
          </a:solidFill>
          <a:ln xmlns:a="http://schemas.openxmlformats.org/drawingml/2006/main" w="13335">
            <a:solidFill>
              <a:srgbClr val="005030"/>
            </a:solidFill>
            <a:prstDash val="solid"/>
          </a:ln>
        </p:spPr>
      </p:sp>
      <p:sp>
        <p:nvSpPr>
          <p:cNvPr id="16" name="">
            <a:extLst xmlns:a="http://schemas.openxmlformats.org/drawingml/2006/main">
              <a:ext uri="{FF2B5EF4-FFF2-40B4-BE49-F238E27FC236}">
                <a16:creationId xmlns:a16="http://schemas.microsoft.com/office/drawing/2014/main" id="{9AEF9572-2A48-4567-BBF9-8081B0751E0D}"/>
              </a:ext>
            </a:extLst>
          </p:cNvPr>
          <p:cNvSpPr>
            <a:spLocks xmlns:a="http://schemas.openxmlformats.org/drawingml/2006/main" noGrp="1"/>
          </p:cNvSpPr>
          <p:nvPr/>
        </p:nvSpPr>
        <p:spPr>
          <a:xfrm xmlns:a="http://schemas.openxmlformats.org/drawingml/2006/main">
            <a:off x="196215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17" name="">
            <a:extLst xmlns:a="http://schemas.openxmlformats.org/drawingml/2006/main">
              <a:ext uri="{FF2B5EF4-FFF2-40B4-BE49-F238E27FC236}">
                <a16:creationId xmlns:a16="http://schemas.microsoft.com/office/drawing/2014/main" id="{E3DF3953-CD93-463A-9B33-AE0DA2CD953A}"/>
              </a:ext>
            </a:extLst>
          </p:cNvPr>
          <p:cNvSpPr>
            <a:spLocks xmlns:a="http://schemas.openxmlformats.org/drawingml/2006/main" noGrp="1"/>
          </p:cNvSpPr>
          <p:nvPr/>
        </p:nvSpPr>
        <p:spPr>
          <a:xfrm xmlns:a="http://schemas.openxmlformats.org/drawingml/2006/main">
            <a:off x="142875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Daylight</a:t>
            </a:r>
          </a:p>
        </p:txBody>
      </p:sp>
      <p:sp>
        <p:nvSpPr>
          <p:cNvPr id="18" name="">
            <a:extLst xmlns:a="http://schemas.openxmlformats.org/drawingml/2006/main">
              <a:ext uri="{FF2B5EF4-FFF2-40B4-BE49-F238E27FC236}">
                <a16:creationId xmlns:a16="http://schemas.microsoft.com/office/drawing/2014/main" id="{6BAC0C65-CDC3-43E1-8F72-DBA772EA4393}"/>
              </a:ext>
            </a:extLst>
          </p:cNvPr>
          <p:cNvSpPr>
            <a:spLocks xmlns:a="http://schemas.openxmlformats.org/drawingml/2006/main" noGrp="1"/>
          </p:cNvSpPr>
          <p:nvPr/>
        </p:nvSpPr>
        <p:spPr>
          <a:xfrm xmlns:a="http://schemas.openxmlformats.org/drawingml/2006/main">
            <a:off x="2495550" y="2571750"/>
            <a:ext cx="361950" cy="361950"/>
          </a:xfrm>
          <a:prstGeom xmlns:a="http://schemas.openxmlformats.org/drawingml/2006/main" prst="ellipse">
            <a:avLst/>
          </a:prstGeom>
          <a:solidFill xmlns:a="http://schemas.openxmlformats.org/drawingml/2006/main">
            <a:srgbClr val="EDF8F1"/>
          </a:solidFill>
          <a:ln xmlns:a="http://schemas.openxmlformats.org/drawingml/2006/main" w="13335">
            <a:solidFill>
              <a:srgbClr val="005030"/>
            </a:solidFill>
            <a:prstDash val="solid"/>
          </a:ln>
        </p:spPr>
      </p:sp>
      <p:sp>
        <p:nvSpPr>
          <p:cNvPr id="19" name="">
            <a:extLst xmlns:a="http://schemas.openxmlformats.org/drawingml/2006/main">
              <a:ext uri="{FF2B5EF4-FFF2-40B4-BE49-F238E27FC236}">
                <a16:creationId xmlns:a16="http://schemas.microsoft.com/office/drawing/2014/main" id="{C7DC2202-113E-4B7B-8C21-E4E4CC2A01B6}"/>
              </a:ext>
            </a:extLst>
          </p:cNvPr>
          <p:cNvSpPr>
            <a:spLocks xmlns:a="http://schemas.openxmlformats.org/drawingml/2006/main" noGrp="1"/>
          </p:cNvSpPr>
          <p:nvPr/>
        </p:nvSpPr>
        <p:spPr>
          <a:xfrm xmlns:a="http://schemas.openxmlformats.org/drawingml/2006/main">
            <a:off x="285750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20" name="">
            <a:extLst xmlns:a="http://schemas.openxmlformats.org/drawingml/2006/main">
              <a:ext uri="{FF2B5EF4-FFF2-40B4-BE49-F238E27FC236}">
                <a16:creationId xmlns:a16="http://schemas.microsoft.com/office/drawing/2014/main" id="{4475541B-1855-4E1C-95CD-D33C4688140B}"/>
              </a:ext>
            </a:extLst>
          </p:cNvPr>
          <p:cNvSpPr>
            <a:spLocks xmlns:a="http://schemas.openxmlformats.org/drawingml/2006/main" noGrp="1"/>
          </p:cNvSpPr>
          <p:nvPr/>
        </p:nvSpPr>
        <p:spPr>
          <a:xfrm xmlns:a="http://schemas.openxmlformats.org/drawingml/2006/main">
            <a:off x="232410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Daytime movement</a:t>
            </a:r>
          </a:p>
        </p:txBody>
      </p:sp>
      <p:sp>
        <p:nvSpPr>
          <p:cNvPr id="21" name="">
            <a:extLst xmlns:a="http://schemas.openxmlformats.org/drawingml/2006/main">
              <a:ext uri="{FF2B5EF4-FFF2-40B4-BE49-F238E27FC236}">
                <a16:creationId xmlns:a16="http://schemas.microsoft.com/office/drawing/2014/main" id="{5E6FCF07-D2A8-43C5-B48A-67CF84CEEE92}"/>
              </a:ext>
            </a:extLst>
          </p:cNvPr>
          <p:cNvSpPr>
            <a:spLocks xmlns:a="http://schemas.openxmlformats.org/drawingml/2006/main" noGrp="1"/>
          </p:cNvSpPr>
          <p:nvPr/>
        </p:nvSpPr>
        <p:spPr>
          <a:xfrm xmlns:a="http://schemas.openxmlformats.org/drawingml/2006/main">
            <a:off x="3390900" y="2571750"/>
            <a:ext cx="361950" cy="361950"/>
          </a:xfrm>
          <a:prstGeom xmlns:a="http://schemas.openxmlformats.org/drawingml/2006/main" prst="ellipse">
            <a:avLst/>
          </a:prstGeom>
          <a:solidFill xmlns:a="http://schemas.openxmlformats.org/drawingml/2006/main">
            <a:srgbClr val="FFF0E7"/>
          </a:solidFill>
          <a:ln xmlns:a="http://schemas.openxmlformats.org/drawingml/2006/main" w="13335">
            <a:solidFill>
              <a:srgbClr val="F07239"/>
            </a:solidFill>
            <a:prstDash val="solid"/>
          </a:ln>
        </p:spPr>
      </p:sp>
      <p:sp>
        <p:nvSpPr>
          <p:cNvPr id="22" name="">
            <a:extLst xmlns:a="http://schemas.openxmlformats.org/drawingml/2006/main">
              <a:ext uri="{FF2B5EF4-FFF2-40B4-BE49-F238E27FC236}">
                <a16:creationId xmlns:a16="http://schemas.microsoft.com/office/drawing/2014/main" id="{441C18E7-D1C3-46B8-B786-067C672110D3}"/>
              </a:ext>
            </a:extLst>
          </p:cNvPr>
          <p:cNvSpPr>
            <a:spLocks xmlns:a="http://schemas.openxmlformats.org/drawingml/2006/main" noGrp="1"/>
          </p:cNvSpPr>
          <p:nvPr/>
        </p:nvSpPr>
        <p:spPr>
          <a:xfrm xmlns:a="http://schemas.openxmlformats.org/drawingml/2006/main">
            <a:off x="375285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23" name="">
            <a:extLst xmlns:a="http://schemas.openxmlformats.org/drawingml/2006/main">
              <a:ext uri="{FF2B5EF4-FFF2-40B4-BE49-F238E27FC236}">
                <a16:creationId xmlns:a16="http://schemas.microsoft.com/office/drawing/2014/main" id="{5078A131-9BEF-4948-8AD5-1609AD3E9201}"/>
              </a:ext>
            </a:extLst>
          </p:cNvPr>
          <p:cNvSpPr>
            <a:spLocks xmlns:a="http://schemas.openxmlformats.org/drawingml/2006/main" noGrp="1"/>
          </p:cNvSpPr>
          <p:nvPr/>
        </p:nvSpPr>
        <p:spPr>
          <a:xfrm xmlns:a="http://schemas.openxmlformats.org/drawingml/2006/main">
            <a:off x="321945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Caffeine timing</a:t>
            </a:r>
          </a:p>
        </p:txBody>
      </p:sp>
      <p:sp>
        <p:nvSpPr>
          <p:cNvPr id="24" name="">
            <a:extLst xmlns:a="http://schemas.openxmlformats.org/drawingml/2006/main">
              <a:ext uri="{FF2B5EF4-FFF2-40B4-BE49-F238E27FC236}">
                <a16:creationId xmlns:a16="http://schemas.microsoft.com/office/drawing/2014/main" id="{A65C9A57-8A04-4490-B22F-04FE06F001EE}"/>
              </a:ext>
            </a:extLst>
          </p:cNvPr>
          <p:cNvSpPr>
            <a:spLocks xmlns:a="http://schemas.openxmlformats.org/drawingml/2006/main" noGrp="1"/>
          </p:cNvSpPr>
          <p:nvPr/>
        </p:nvSpPr>
        <p:spPr>
          <a:xfrm xmlns:a="http://schemas.openxmlformats.org/drawingml/2006/main">
            <a:off x="4286250" y="2571750"/>
            <a:ext cx="361950" cy="361950"/>
          </a:xfrm>
          <a:prstGeom xmlns:a="http://schemas.openxmlformats.org/drawingml/2006/main" prst="ellipse">
            <a:avLst/>
          </a:prstGeom>
          <a:solidFill xmlns:a="http://schemas.openxmlformats.org/drawingml/2006/main">
            <a:srgbClr val="FFF0E7"/>
          </a:solidFill>
          <a:ln xmlns:a="http://schemas.openxmlformats.org/drawingml/2006/main" w="13335">
            <a:solidFill>
              <a:srgbClr val="F07239"/>
            </a:solidFill>
            <a:prstDash val="solid"/>
          </a:ln>
        </p:spPr>
      </p:sp>
      <p:sp>
        <p:nvSpPr>
          <p:cNvPr id="25" name="">
            <a:extLst xmlns:a="http://schemas.openxmlformats.org/drawingml/2006/main">
              <a:ext uri="{FF2B5EF4-FFF2-40B4-BE49-F238E27FC236}">
                <a16:creationId xmlns:a16="http://schemas.microsoft.com/office/drawing/2014/main" id="{FCEC2E38-56A5-4376-B5A7-9E165F807F8F}"/>
              </a:ext>
            </a:extLst>
          </p:cNvPr>
          <p:cNvSpPr>
            <a:spLocks xmlns:a="http://schemas.openxmlformats.org/drawingml/2006/main" noGrp="1"/>
          </p:cNvSpPr>
          <p:nvPr/>
        </p:nvSpPr>
        <p:spPr>
          <a:xfrm xmlns:a="http://schemas.openxmlformats.org/drawingml/2006/main">
            <a:off x="464820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26" name="">
            <a:extLst xmlns:a="http://schemas.openxmlformats.org/drawingml/2006/main">
              <a:ext uri="{FF2B5EF4-FFF2-40B4-BE49-F238E27FC236}">
                <a16:creationId xmlns:a16="http://schemas.microsoft.com/office/drawing/2014/main" id="{58A248A3-F2B4-4586-B915-44575A96BD99}"/>
              </a:ext>
            </a:extLst>
          </p:cNvPr>
          <p:cNvSpPr>
            <a:spLocks xmlns:a="http://schemas.openxmlformats.org/drawingml/2006/main" noGrp="1"/>
          </p:cNvSpPr>
          <p:nvPr/>
        </p:nvSpPr>
        <p:spPr>
          <a:xfrm xmlns:a="http://schemas.openxmlformats.org/drawingml/2006/main">
            <a:off x="411480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Dim evening light</a:t>
            </a:r>
          </a:p>
        </p:txBody>
      </p:sp>
      <p:sp>
        <p:nvSpPr>
          <p:cNvPr id="27" name="">
            <a:extLst xmlns:a="http://schemas.openxmlformats.org/drawingml/2006/main">
              <a:ext uri="{FF2B5EF4-FFF2-40B4-BE49-F238E27FC236}">
                <a16:creationId xmlns:a16="http://schemas.microsoft.com/office/drawing/2014/main" id="{98E366E1-B92B-48BB-9B74-C911561939EE}"/>
              </a:ext>
            </a:extLst>
          </p:cNvPr>
          <p:cNvSpPr>
            <a:spLocks xmlns:a="http://schemas.openxmlformats.org/drawingml/2006/main" noGrp="1"/>
          </p:cNvSpPr>
          <p:nvPr/>
        </p:nvSpPr>
        <p:spPr>
          <a:xfrm xmlns:a="http://schemas.openxmlformats.org/drawingml/2006/main">
            <a:off x="5181600" y="2571750"/>
            <a:ext cx="361950" cy="361950"/>
          </a:xfrm>
          <a:prstGeom xmlns:a="http://schemas.openxmlformats.org/drawingml/2006/main" prst="ellipse">
            <a:avLst/>
          </a:prstGeom>
          <a:solidFill xmlns:a="http://schemas.openxmlformats.org/drawingml/2006/main">
            <a:srgbClr val="FFF0E7"/>
          </a:solidFill>
          <a:ln xmlns:a="http://schemas.openxmlformats.org/drawingml/2006/main" w="13335">
            <a:solidFill>
              <a:srgbClr val="F07239"/>
            </a:solidFill>
            <a:prstDash val="solid"/>
          </a:ln>
        </p:spPr>
      </p:sp>
      <p:sp>
        <p:nvSpPr>
          <p:cNvPr id="28" name="">
            <a:extLst xmlns:a="http://schemas.openxmlformats.org/drawingml/2006/main">
              <a:ext uri="{FF2B5EF4-FFF2-40B4-BE49-F238E27FC236}">
                <a16:creationId xmlns:a16="http://schemas.microsoft.com/office/drawing/2014/main" id="{823537DC-9651-4040-B9A3-E7F551BE7F07}"/>
              </a:ext>
            </a:extLst>
          </p:cNvPr>
          <p:cNvSpPr>
            <a:spLocks xmlns:a="http://schemas.openxmlformats.org/drawingml/2006/main" noGrp="1"/>
          </p:cNvSpPr>
          <p:nvPr/>
        </p:nvSpPr>
        <p:spPr>
          <a:xfrm xmlns:a="http://schemas.openxmlformats.org/drawingml/2006/main">
            <a:off x="5543550" y="2752725"/>
            <a:ext cx="533400" cy="0"/>
          </a:xfrm>
          <a:prstGeom xmlns:a="http://schemas.openxmlformats.org/drawingml/2006/main" prst="line">
            <a:avLst/>
          </a:prstGeom>
          <a:noFill xmlns:a="http://schemas.openxmlformats.org/drawingml/2006/main"/>
          <a:ln xmlns:a="http://schemas.openxmlformats.org/drawingml/2006/main" w="19050">
            <a:solidFill>
              <a:srgbClr val="D9DEEA"/>
            </a:solidFill>
            <a:prstDash val="solid"/>
          </a:ln>
        </p:spPr>
      </p:sp>
      <p:sp>
        <p:nvSpPr>
          <p:cNvPr id="29" name="">
            <a:extLst xmlns:a="http://schemas.openxmlformats.org/drawingml/2006/main">
              <a:ext uri="{FF2B5EF4-FFF2-40B4-BE49-F238E27FC236}">
                <a16:creationId xmlns:a16="http://schemas.microsoft.com/office/drawing/2014/main" id="{54BEF501-C80F-4F0E-82A0-5626F7AAECCD}"/>
              </a:ext>
            </a:extLst>
          </p:cNvPr>
          <p:cNvSpPr>
            <a:spLocks xmlns:a="http://schemas.openxmlformats.org/drawingml/2006/main" noGrp="1"/>
          </p:cNvSpPr>
          <p:nvPr/>
        </p:nvSpPr>
        <p:spPr>
          <a:xfrm xmlns:a="http://schemas.openxmlformats.org/drawingml/2006/main">
            <a:off x="501015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Wind-down cue</a:t>
            </a:r>
          </a:p>
        </p:txBody>
      </p:sp>
      <p:sp>
        <p:nvSpPr>
          <p:cNvPr id="30" name="">
            <a:extLst xmlns:a="http://schemas.openxmlformats.org/drawingml/2006/main">
              <a:ext uri="{FF2B5EF4-FFF2-40B4-BE49-F238E27FC236}">
                <a16:creationId xmlns:a16="http://schemas.microsoft.com/office/drawing/2014/main" id="{AABCB042-E5F8-48D0-820B-8793017AE9C0}"/>
              </a:ext>
            </a:extLst>
          </p:cNvPr>
          <p:cNvSpPr>
            <a:spLocks xmlns:a="http://schemas.openxmlformats.org/drawingml/2006/main" noGrp="1"/>
          </p:cNvSpPr>
          <p:nvPr/>
        </p:nvSpPr>
        <p:spPr>
          <a:xfrm xmlns:a="http://schemas.openxmlformats.org/drawingml/2006/main">
            <a:off x="6076950" y="2571750"/>
            <a:ext cx="361950" cy="361950"/>
          </a:xfrm>
          <a:prstGeom xmlns:a="http://schemas.openxmlformats.org/drawingml/2006/main" prst="ellipse">
            <a:avLst/>
          </a:prstGeom>
          <a:solidFill xmlns:a="http://schemas.openxmlformats.org/drawingml/2006/main">
            <a:srgbClr val="FFF0E7"/>
          </a:solidFill>
          <a:ln xmlns:a="http://schemas.openxmlformats.org/drawingml/2006/main" w="13335">
            <a:solidFill>
              <a:srgbClr val="F07239"/>
            </a:solidFill>
            <a:prstDash val="solid"/>
          </a:ln>
        </p:spPr>
      </p:sp>
      <p:sp>
        <p:nvSpPr>
          <p:cNvPr id="31" name="">
            <a:extLst xmlns:a="http://schemas.openxmlformats.org/drawingml/2006/main">
              <a:ext uri="{FF2B5EF4-FFF2-40B4-BE49-F238E27FC236}">
                <a16:creationId xmlns:a16="http://schemas.microsoft.com/office/drawing/2014/main" id="{EF6BBEE0-5F0F-432E-8A32-9F0C2BC24805}"/>
              </a:ext>
            </a:extLst>
          </p:cNvPr>
          <p:cNvSpPr>
            <a:spLocks xmlns:a="http://schemas.openxmlformats.org/drawingml/2006/main" noGrp="1"/>
          </p:cNvSpPr>
          <p:nvPr/>
        </p:nvSpPr>
        <p:spPr>
          <a:xfrm xmlns:a="http://schemas.openxmlformats.org/drawingml/2006/main">
            <a:off x="5905500" y="310515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713" b="1" i="0">
                <a:solidFill>
                  <a:srgbClr val="0D1338"/>
                </a:solidFill>
                <a:latin typeface="Verdana"/>
                <a:ea typeface="Verdana"/>
                <a:cs typeface="Verdana"/>
              </a:defRPr>
            </a:pPr>
            <a:r>
              <a:rPr sz="713" b="1" i="0">
                <a:solidFill>
                  <a:srgbClr val="0D1338"/>
                </a:solidFill>
                <a:latin typeface="Verdana"/>
                <a:ea typeface="Verdana"/>
                <a:cs typeface="Verdana"/>
              </a:rPr>
              <a:t>Morning reflection</a:t>
            </a:r>
          </a:p>
        </p:txBody>
      </p:sp>
      <p:sp>
        <p:nvSpPr>
          <p:cNvPr id="32" name="">
            <a:extLst xmlns:a="http://schemas.openxmlformats.org/drawingml/2006/main">
              <a:ext uri="{FF2B5EF4-FFF2-40B4-BE49-F238E27FC236}">
                <a16:creationId xmlns:a16="http://schemas.microsoft.com/office/drawing/2014/main" id="{6F6C532E-700E-4537-915A-78F5EACECA46}"/>
              </a:ext>
            </a:extLst>
          </p:cNvPr>
          <p:cNvSpPr>
            <a:spLocks xmlns:a="http://schemas.openxmlformats.org/drawingml/2006/main" noGrp="1"/>
          </p:cNvSpPr>
          <p:nvPr/>
        </p:nvSpPr>
        <p:spPr>
          <a:xfrm xmlns:a="http://schemas.openxmlformats.org/drawingml/2006/main">
            <a:off x="514350" y="3867150"/>
            <a:ext cx="6743700" cy="2000250"/>
          </a:xfrm>
          <a:prstGeom xmlns:a="http://schemas.openxmlformats.org/drawingml/2006/main" prst="roundRect">
            <a:avLst>
              <a:gd name="adj" fmla="val 7619"/>
            </a:avLst>
          </a:prstGeom>
          <a:solidFill xmlns:a="http://schemas.openxmlformats.org/drawingml/2006/main">
            <a:srgbClr val="F5F7FE"/>
          </a:solidFill>
          <a:ln xmlns:a="http://schemas.openxmlformats.org/drawingml/2006/main" w="9525">
            <a:solidFill>
              <a:srgbClr val="D9DEEA"/>
            </a:solidFill>
            <a:prstDash val="solid"/>
          </a:ln>
        </p:spPr>
      </p:sp>
      <p:sp>
        <p:nvSpPr>
          <p:cNvPr id="33" name="">
            <a:extLst xmlns:a="http://schemas.openxmlformats.org/drawingml/2006/main">
              <a:ext uri="{FF2B5EF4-FFF2-40B4-BE49-F238E27FC236}">
                <a16:creationId xmlns:a16="http://schemas.microsoft.com/office/drawing/2014/main" id="{ECA5ED53-61B3-4310-A070-7CA612F77F95}"/>
              </a:ext>
            </a:extLst>
          </p:cNvPr>
          <p:cNvSpPr>
            <a:spLocks xmlns:a="http://schemas.openxmlformats.org/drawingml/2006/main" noGrp="1"/>
          </p:cNvSpPr>
          <p:nvPr/>
        </p:nvSpPr>
        <p:spPr>
          <a:xfrm xmlns:a="http://schemas.openxmlformats.org/drawingml/2006/main">
            <a:off x="704850" y="40957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Choose one action</a:t>
            </a:r>
          </a:p>
        </p:txBody>
      </p:sp>
      <p:sp>
        <p:nvSpPr>
          <p:cNvPr id="34" name="">
            <a:extLst xmlns:a="http://schemas.openxmlformats.org/drawingml/2006/main">
              <a:ext uri="{FF2B5EF4-FFF2-40B4-BE49-F238E27FC236}">
                <a16:creationId xmlns:a16="http://schemas.microsoft.com/office/drawing/2014/main" id="{C6D9C111-1CFC-4C4D-98C7-4598028A13E3}"/>
              </a:ext>
            </a:extLst>
          </p:cNvPr>
          <p:cNvSpPr>
            <a:spLocks xmlns:a="http://schemas.openxmlformats.org/drawingml/2006/main" noGrp="1"/>
          </p:cNvSpPr>
          <p:nvPr/>
        </p:nvSpPr>
        <p:spPr>
          <a:xfrm xmlns:a="http://schemas.openxmlformats.org/drawingml/2006/main">
            <a:off x="800100" y="4476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35" name="">
            <a:extLst xmlns:a="http://schemas.openxmlformats.org/drawingml/2006/main">
              <a:ext uri="{FF2B5EF4-FFF2-40B4-BE49-F238E27FC236}">
                <a16:creationId xmlns:a16="http://schemas.microsoft.com/office/drawing/2014/main" id="{D5EF98AE-4C6E-4F69-B0FF-6D988265317D}"/>
              </a:ext>
            </a:extLst>
          </p:cNvPr>
          <p:cNvSpPr>
            <a:spLocks xmlns:a="http://schemas.openxmlformats.org/drawingml/2006/main" noGrp="1"/>
          </p:cNvSpPr>
          <p:nvPr/>
        </p:nvSpPr>
        <p:spPr>
          <a:xfrm xmlns:a="http://schemas.openxmlformats.org/drawingml/2006/main">
            <a:off x="1009650" y="445770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Reduce late caffeine</a:t>
            </a:r>
          </a:p>
        </p:txBody>
      </p:sp>
      <p:sp>
        <p:nvSpPr>
          <p:cNvPr id="36" name="">
            <a:extLst xmlns:a="http://schemas.openxmlformats.org/drawingml/2006/main">
              <a:ext uri="{FF2B5EF4-FFF2-40B4-BE49-F238E27FC236}">
                <a16:creationId xmlns:a16="http://schemas.microsoft.com/office/drawing/2014/main" id="{78E5B739-EC0B-43DC-A36C-2179D3C55FAB}"/>
              </a:ext>
            </a:extLst>
          </p:cNvPr>
          <p:cNvSpPr>
            <a:spLocks xmlns:a="http://schemas.openxmlformats.org/drawingml/2006/main" noGrp="1"/>
          </p:cNvSpPr>
          <p:nvPr/>
        </p:nvSpPr>
        <p:spPr>
          <a:xfrm xmlns:a="http://schemas.openxmlformats.org/drawingml/2006/main">
            <a:off x="3905250" y="4476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37" name="">
            <a:extLst xmlns:a="http://schemas.openxmlformats.org/drawingml/2006/main">
              <a:ext uri="{FF2B5EF4-FFF2-40B4-BE49-F238E27FC236}">
                <a16:creationId xmlns:a16="http://schemas.microsoft.com/office/drawing/2014/main" id="{F5E22D62-41A3-48CD-B0F3-10EFC5289701}"/>
              </a:ext>
            </a:extLst>
          </p:cNvPr>
          <p:cNvSpPr>
            <a:spLocks xmlns:a="http://schemas.openxmlformats.org/drawingml/2006/main" noGrp="1"/>
          </p:cNvSpPr>
          <p:nvPr/>
        </p:nvSpPr>
        <p:spPr>
          <a:xfrm xmlns:a="http://schemas.openxmlformats.org/drawingml/2006/main">
            <a:off x="4114800" y="445770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Move the phone farther from bed</a:t>
            </a:r>
          </a:p>
        </p:txBody>
      </p:sp>
      <p:sp>
        <p:nvSpPr>
          <p:cNvPr id="38" name="">
            <a:extLst xmlns:a="http://schemas.openxmlformats.org/drawingml/2006/main">
              <a:ext uri="{FF2B5EF4-FFF2-40B4-BE49-F238E27FC236}">
                <a16:creationId xmlns:a16="http://schemas.microsoft.com/office/drawing/2014/main" id="{E5649274-395A-4CF5-A903-FB9971C42E2F}"/>
              </a:ext>
            </a:extLst>
          </p:cNvPr>
          <p:cNvSpPr>
            <a:spLocks xmlns:a="http://schemas.openxmlformats.org/drawingml/2006/main" noGrp="1"/>
          </p:cNvSpPr>
          <p:nvPr/>
        </p:nvSpPr>
        <p:spPr>
          <a:xfrm xmlns:a="http://schemas.openxmlformats.org/drawingml/2006/main">
            <a:off x="800100" y="4876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39" name="">
            <a:extLst xmlns:a="http://schemas.openxmlformats.org/drawingml/2006/main">
              <a:ext uri="{FF2B5EF4-FFF2-40B4-BE49-F238E27FC236}">
                <a16:creationId xmlns:a16="http://schemas.microsoft.com/office/drawing/2014/main" id="{EFAED2C3-6BC4-4A9B-A6C1-28B74BFF93CA}"/>
              </a:ext>
            </a:extLst>
          </p:cNvPr>
          <p:cNvSpPr>
            <a:spLocks xmlns:a="http://schemas.openxmlformats.org/drawingml/2006/main" noGrp="1"/>
          </p:cNvSpPr>
          <p:nvPr/>
        </p:nvSpPr>
        <p:spPr>
          <a:xfrm xmlns:a="http://schemas.openxmlformats.org/drawingml/2006/main">
            <a:off x="1009650" y="48577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Create a short wind-down cue</a:t>
            </a:r>
          </a:p>
        </p:txBody>
      </p:sp>
      <p:sp>
        <p:nvSpPr>
          <p:cNvPr id="40" name="">
            <a:extLst xmlns:a="http://schemas.openxmlformats.org/drawingml/2006/main">
              <a:ext uri="{FF2B5EF4-FFF2-40B4-BE49-F238E27FC236}">
                <a16:creationId xmlns:a16="http://schemas.microsoft.com/office/drawing/2014/main" id="{2342E189-68C8-498C-9FA2-77079667A915}"/>
              </a:ext>
            </a:extLst>
          </p:cNvPr>
          <p:cNvSpPr>
            <a:spLocks xmlns:a="http://schemas.openxmlformats.org/drawingml/2006/main" noGrp="1"/>
          </p:cNvSpPr>
          <p:nvPr/>
        </p:nvSpPr>
        <p:spPr>
          <a:xfrm xmlns:a="http://schemas.openxmlformats.org/drawingml/2006/main">
            <a:off x="3905250" y="4876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41" name="">
            <a:extLst xmlns:a="http://schemas.openxmlformats.org/drawingml/2006/main">
              <a:ext uri="{FF2B5EF4-FFF2-40B4-BE49-F238E27FC236}">
                <a16:creationId xmlns:a16="http://schemas.microsoft.com/office/drawing/2014/main" id="{A3E6B897-4F79-4E49-8F37-82776EC2FCC1}"/>
              </a:ext>
            </a:extLst>
          </p:cNvPr>
          <p:cNvSpPr>
            <a:spLocks xmlns:a="http://schemas.openxmlformats.org/drawingml/2006/main" noGrp="1"/>
          </p:cNvSpPr>
          <p:nvPr/>
        </p:nvSpPr>
        <p:spPr>
          <a:xfrm xmlns:a="http://schemas.openxmlformats.org/drawingml/2006/main">
            <a:off x="4114800" y="485775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Ask about snoring or breathing pauses</a:t>
            </a:r>
          </a:p>
        </p:txBody>
      </p:sp>
      <p:sp>
        <p:nvSpPr>
          <p:cNvPr id="42" name="">
            <a:extLst xmlns:a="http://schemas.openxmlformats.org/drawingml/2006/main">
              <a:ext uri="{FF2B5EF4-FFF2-40B4-BE49-F238E27FC236}">
                <a16:creationId xmlns:a16="http://schemas.microsoft.com/office/drawing/2014/main" id="{72B6935D-8918-4107-8E29-F5D75C2A6DB7}"/>
              </a:ext>
            </a:extLst>
          </p:cNvPr>
          <p:cNvSpPr>
            <a:spLocks xmlns:a="http://schemas.openxmlformats.org/drawingml/2006/main" noGrp="1"/>
          </p:cNvSpPr>
          <p:nvPr/>
        </p:nvSpPr>
        <p:spPr>
          <a:xfrm xmlns:a="http://schemas.openxmlformats.org/drawingml/2006/main">
            <a:off x="800100" y="52768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43" name="">
            <a:extLst xmlns:a="http://schemas.openxmlformats.org/drawingml/2006/main">
              <a:ext uri="{FF2B5EF4-FFF2-40B4-BE49-F238E27FC236}">
                <a16:creationId xmlns:a16="http://schemas.microsoft.com/office/drawing/2014/main" id="{E04E05B1-FB0E-4780-9008-9067A14A0BF2}"/>
              </a:ext>
            </a:extLst>
          </p:cNvPr>
          <p:cNvSpPr>
            <a:spLocks xmlns:a="http://schemas.openxmlformats.org/drawingml/2006/main" noGrp="1"/>
          </p:cNvSpPr>
          <p:nvPr/>
        </p:nvSpPr>
        <p:spPr>
          <a:xfrm xmlns:a="http://schemas.openxmlformats.org/drawingml/2006/main">
            <a:off x="1009650" y="525780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Prepare for shift-work sleep</a:t>
            </a:r>
          </a:p>
        </p:txBody>
      </p:sp>
      <p:sp>
        <p:nvSpPr>
          <p:cNvPr id="44" name="">
            <a:extLst xmlns:a="http://schemas.openxmlformats.org/drawingml/2006/main">
              <a:ext uri="{FF2B5EF4-FFF2-40B4-BE49-F238E27FC236}">
                <a16:creationId xmlns:a16="http://schemas.microsoft.com/office/drawing/2014/main" id="{9F589B84-2690-4030-BFBE-3809F58A5072}"/>
              </a:ext>
            </a:extLst>
          </p:cNvPr>
          <p:cNvSpPr>
            <a:spLocks xmlns:a="http://schemas.openxmlformats.org/drawingml/2006/main" noGrp="1"/>
          </p:cNvSpPr>
          <p:nvPr/>
        </p:nvSpPr>
        <p:spPr>
          <a:xfrm xmlns:a="http://schemas.openxmlformats.org/drawingml/2006/main">
            <a:off x="3905250" y="52768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7D6785"/>
            </a:solidFill>
            <a:prstDash val="solid"/>
          </a:ln>
        </p:spPr>
      </p:sp>
      <p:sp>
        <p:nvSpPr>
          <p:cNvPr id="45" name="">
            <a:extLst xmlns:a="http://schemas.openxmlformats.org/drawingml/2006/main">
              <a:ext uri="{FF2B5EF4-FFF2-40B4-BE49-F238E27FC236}">
                <a16:creationId xmlns:a16="http://schemas.microsoft.com/office/drawing/2014/main" id="{6BECD289-D851-462E-B77E-51179C5EA87A}"/>
              </a:ext>
            </a:extLst>
          </p:cNvPr>
          <p:cNvSpPr>
            <a:spLocks xmlns:a="http://schemas.openxmlformats.org/drawingml/2006/main" noGrp="1"/>
          </p:cNvSpPr>
          <p:nvPr/>
        </p:nvSpPr>
        <p:spPr>
          <a:xfrm xmlns:a="http://schemas.openxmlformats.org/drawingml/2006/main">
            <a:off x="4114800" y="5257800"/>
            <a:ext cx="2647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Discuss persistent insomnia or restless legs</a:t>
            </a:r>
          </a:p>
        </p:txBody>
      </p:sp>
      <p:sp>
        <p:nvSpPr>
          <p:cNvPr id="46" name="">
            <a:extLst xmlns:a="http://schemas.openxmlformats.org/drawingml/2006/main">
              <a:ext uri="{FF2B5EF4-FFF2-40B4-BE49-F238E27FC236}">
                <a16:creationId xmlns:a16="http://schemas.microsoft.com/office/drawing/2014/main" id="{E8AFB321-963E-4688-8785-02E9656A5A20}"/>
              </a:ext>
            </a:extLst>
          </p:cNvPr>
          <p:cNvSpPr>
            <a:spLocks xmlns:a="http://schemas.openxmlformats.org/drawingml/2006/main" noGrp="1"/>
          </p:cNvSpPr>
          <p:nvPr/>
        </p:nvSpPr>
        <p:spPr>
          <a:xfrm xmlns:a="http://schemas.openxmlformats.org/drawingml/2006/main">
            <a:off x="514350" y="6286500"/>
            <a:ext cx="674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7000"/>
              </a:lnSpc>
              <a:buNone/>
              <a:defRPr sz="953" b="0" i="0">
                <a:solidFill>
                  <a:srgbClr val="273044"/>
                </a:solidFill>
                <a:latin typeface="Verdana"/>
                <a:ea typeface="Verdana"/>
                <a:cs typeface="Verdana"/>
              </a:defRPr>
            </a:pPr>
            <a:r>
              <a:rPr sz="953" b="0" i="0">
                <a:solidFill>
                  <a:srgbClr val="273044"/>
                </a:solidFill>
                <a:latin typeface="Verdana"/>
                <a:ea typeface="Verdana"/>
                <a:cs typeface="Verdana"/>
              </a:rPr>
              <a:t>Sleep routines can be affected by shift work, pain, caregiving, breathing problems, insomnia, restless legs, mental health, and home responsibilities. A routine can support sleep, but it does not cure a sleep disorder. [6]</a:t>
            </a:r>
          </a:p>
        </p:txBody>
      </p:sp>
      <p:sp>
        <p:nvSpPr>
          <p:cNvPr id="47" name="">
            <a:extLst xmlns:a="http://schemas.openxmlformats.org/drawingml/2006/main">
              <a:ext uri="{FF2B5EF4-FFF2-40B4-BE49-F238E27FC236}">
                <a16:creationId xmlns:a16="http://schemas.microsoft.com/office/drawing/2014/main" id="{02439EAE-2557-43C3-B836-48CD68540E5A}"/>
              </a:ext>
            </a:extLst>
          </p:cNvPr>
          <p:cNvSpPr>
            <a:spLocks xmlns:a="http://schemas.openxmlformats.org/drawingml/2006/main" noGrp="1"/>
          </p:cNvSpPr>
          <p:nvPr/>
        </p:nvSpPr>
        <p:spPr>
          <a:xfrm xmlns:a="http://schemas.openxmlformats.org/drawingml/2006/main">
            <a:off x="514350" y="7296150"/>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7D6785"/>
                </a:solidFill>
                <a:latin typeface="Verdana"/>
                <a:ea typeface="Verdana"/>
                <a:cs typeface="Verdana"/>
              </a:defRPr>
            </a:pPr>
            <a:r>
              <a:rPr sz="863" b="1" i="0">
                <a:solidFill>
                  <a:srgbClr val="7D6785"/>
                </a:solidFill>
                <a:latin typeface="Verdana"/>
                <a:ea typeface="Verdana"/>
                <a:cs typeface="Verdana"/>
              </a:rPr>
              <a:t>The sleep support I will try</a:t>
            </a:r>
          </a:p>
        </p:txBody>
      </p:sp>
      <p:sp>
        <p:nvSpPr>
          <p:cNvPr id="48" name="">
            <a:extLst xmlns:a="http://schemas.openxmlformats.org/drawingml/2006/main">
              <a:ext uri="{FF2B5EF4-FFF2-40B4-BE49-F238E27FC236}">
                <a16:creationId xmlns:a16="http://schemas.microsoft.com/office/drawing/2014/main" id="{F8FE0E8C-17BB-48D2-8928-D85246B1C0C2}"/>
              </a:ext>
            </a:extLst>
          </p:cNvPr>
          <p:cNvSpPr>
            <a:spLocks xmlns:a="http://schemas.openxmlformats.org/drawingml/2006/main" noGrp="1"/>
          </p:cNvSpPr>
          <p:nvPr/>
        </p:nvSpPr>
        <p:spPr>
          <a:xfrm xmlns:a="http://schemas.openxmlformats.org/drawingml/2006/main">
            <a:off x="514350" y="7505700"/>
            <a:ext cx="6743700" cy="60960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9525">
            <a:solidFill>
              <a:srgbClr val="D9DEEA"/>
            </a:solidFill>
            <a:prstDash val="solid"/>
          </a:ln>
        </p:spPr>
      </p:sp>
    </p:spTree>
    <p:extLst>
      <p:ext uri="{BB962C8B-B14F-4D97-AF65-F5344CB8AC3E}">
        <p14:creationId xmlns:p14="http://schemas.microsoft.com/office/powerpoint/2010/main" val="1861421224"/>
      </p:ext>
    </p:extLst>
  </p:cSld>
</p:sld>
</file>

<file path=ppt/slides/slide1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3C64335-6985-469E-AFFD-AA09A17367BB}"/>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2343ddb675e4f5b"/>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279FBB5D-514D-41C0-8254-48F8FF04C4B6}"/>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B59F2FE2-CB7C-4A3F-86B7-25AB6F98C467}"/>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Day 7</a:t>
            </a:r>
          </a:p>
        </p:txBody>
      </p:sp>
      <p:sp>
        <p:nvSpPr>
          <p:cNvPr id="5" name="">
            <a:extLst xmlns:a="http://schemas.openxmlformats.org/drawingml/2006/main">
              <a:ext uri="{FF2B5EF4-FFF2-40B4-BE49-F238E27FC236}">
                <a16:creationId xmlns:a16="http://schemas.microsoft.com/office/drawing/2014/main" id="{CD470F3B-A14F-4D50-9575-D15173B09135}"/>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79FAB2CB-1921-469B-AEBE-8B512A8CA27E}"/>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4900830C-2844-4E56-B76D-7D05FA360C7A}"/>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484b00cecd6540b9"/>
              </a:rPr>
              <a:t>mindfuldiabetes.org</a:t>
            </a:r>
          </a:p>
        </p:txBody>
      </p:sp>
      <p:sp>
        <p:nvSpPr>
          <p:cNvPr id="8" name="">
            <a:extLst xmlns:a="http://schemas.openxmlformats.org/drawingml/2006/main">
              <a:ext uri="{FF2B5EF4-FFF2-40B4-BE49-F238E27FC236}">
                <a16:creationId xmlns:a16="http://schemas.microsoft.com/office/drawing/2014/main" id="{FEF0A974-87F4-43E9-80B4-DB9792D7D988}"/>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11</a:t>
            </a:r>
          </a:p>
        </p:txBody>
      </p:sp>
      <p:sp>
        <p:nvSpPr>
          <p:cNvPr id="9" name="">
            <a:extLst xmlns:a="http://schemas.openxmlformats.org/drawingml/2006/main">
              <a:ext uri="{FF2B5EF4-FFF2-40B4-BE49-F238E27FC236}">
                <a16:creationId xmlns:a16="http://schemas.microsoft.com/office/drawing/2014/main" id="{5690A9A2-AEF1-466A-BA75-7D76CD364580}"/>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DAY 7</a:t>
            </a:r>
          </a:p>
        </p:txBody>
      </p:sp>
      <p:sp>
        <p:nvSpPr>
          <p:cNvPr id="10" name="">
            <a:extLst xmlns:a="http://schemas.openxmlformats.org/drawingml/2006/main">
              <a:ext uri="{FF2B5EF4-FFF2-40B4-BE49-F238E27FC236}">
                <a16:creationId xmlns:a16="http://schemas.microsoft.com/office/drawing/2014/main" id="{8C804517-D497-4EA8-AF00-8D164A1F207A}"/>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Prepare the next week</a:t>
            </a:r>
          </a:p>
        </p:txBody>
      </p:sp>
      <p:sp>
        <p:nvSpPr>
          <p:cNvPr id="11" name="">
            <a:extLst xmlns:a="http://schemas.openxmlformats.org/drawingml/2006/main">
              <a:ext uri="{FF2B5EF4-FFF2-40B4-BE49-F238E27FC236}">
                <a16:creationId xmlns:a16="http://schemas.microsoft.com/office/drawing/2014/main" id="{1C4E0262-507C-41B6-8307-1E14E9F6EF28}"/>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Keep the useful parts. Drop or redesign what was unrealistic.</a:t>
            </a:r>
          </a:p>
        </p:txBody>
      </p:sp>
      <p:sp>
        <p:nvSpPr>
          <p:cNvPr id="12" name="">
            <a:extLst xmlns:a="http://schemas.openxmlformats.org/drawingml/2006/main">
              <a:ext uri="{FF2B5EF4-FFF2-40B4-BE49-F238E27FC236}">
                <a16:creationId xmlns:a16="http://schemas.microsoft.com/office/drawing/2014/main" id="{D837649D-B359-48DA-BC69-55987BB10192}"/>
              </a:ext>
            </a:extLst>
          </p:cNvPr>
          <p:cNvSpPr>
            <a:spLocks xmlns:a="http://schemas.openxmlformats.org/drawingml/2006/main" noGrp="1"/>
          </p:cNvSpPr>
          <p:nvPr/>
        </p:nvSpPr>
        <p:spPr>
          <a:xfrm xmlns:a="http://schemas.openxmlformats.org/drawingml/2006/main">
            <a:off x="514350" y="21717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helped</a:t>
            </a:r>
          </a:p>
        </p:txBody>
      </p:sp>
      <p:sp>
        <p:nvSpPr>
          <p:cNvPr id="13" name="">
            <a:extLst xmlns:a="http://schemas.openxmlformats.org/drawingml/2006/main">
              <a:ext uri="{FF2B5EF4-FFF2-40B4-BE49-F238E27FC236}">
                <a16:creationId xmlns:a16="http://schemas.microsoft.com/office/drawing/2014/main" id="{C3043030-A13C-43DD-88B2-CDFAF221FA1F}"/>
              </a:ext>
            </a:extLst>
          </p:cNvPr>
          <p:cNvSpPr>
            <a:spLocks xmlns:a="http://schemas.openxmlformats.org/drawingml/2006/main" noGrp="1"/>
          </p:cNvSpPr>
          <p:nvPr/>
        </p:nvSpPr>
        <p:spPr>
          <a:xfrm xmlns:a="http://schemas.openxmlformats.org/drawingml/2006/main">
            <a:off x="514350" y="23812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14" name="">
            <a:extLst xmlns:a="http://schemas.openxmlformats.org/drawingml/2006/main">
              <a:ext uri="{FF2B5EF4-FFF2-40B4-BE49-F238E27FC236}">
                <a16:creationId xmlns:a16="http://schemas.microsoft.com/office/drawing/2014/main" id="{D8E30D8B-E6CB-49C5-9480-04CD0C12C6EE}"/>
              </a:ext>
            </a:extLst>
          </p:cNvPr>
          <p:cNvSpPr>
            <a:spLocks xmlns:a="http://schemas.openxmlformats.org/drawingml/2006/main" noGrp="1"/>
          </p:cNvSpPr>
          <p:nvPr/>
        </p:nvSpPr>
        <p:spPr>
          <a:xfrm xmlns:a="http://schemas.openxmlformats.org/drawingml/2006/main">
            <a:off x="3886200" y="21717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felt difficult</a:t>
            </a:r>
          </a:p>
        </p:txBody>
      </p:sp>
      <p:sp>
        <p:nvSpPr>
          <p:cNvPr id="15" name="">
            <a:extLst xmlns:a="http://schemas.openxmlformats.org/drawingml/2006/main">
              <a:ext uri="{FF2B5EF4-FFF2-40B4-BE49-F238E27FC236}">
                <a16:creationId xmlns:a16="http://schemas.microsoft.com/office/drawing/2014/main" id="{3DD3B640-AEA1-4CB6-AEE9-5868D1619E21}"/>
              </a:ext>
            </a:extLst>
          </p:cNvPr>
          <p:cNvSpPr>
            <a:spLocks xmlns:a="http://schemas.openxmlformats.org/drawingml/2006/main" noGrp="1"/>
          </p:cNvSpPr>
          <p:nvPr/>
        </p:nvSpPr>
        <p:spPr>
          <a:xfrm xmlns:a="http://schemas.openxmlformats.org/drawingml/2006/main">
            <a:off x="3886200" y="23812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0CC8421F-0816-4BBA-98BE-86B75592103C}"/>
              </a:ext>
            </a:extLst>
          </p:cNvPr>
          <p:cNvSpPr>
            <a:spLocks xmlns:a="http://schemas.openxmlformats.org/drawingml/2006/main" noGrp="1"/>
          </p:cNvSpPr>
          <p:nvPr/>
        </p:nvSpPr>
        <p:spPr>
          <a:xfrm xmlns:a="http://schemas.openxmlformats.org/drawingml/2006/main">
            <a:off x="514350" y="3657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felt irritating or unrealistic</a:t>
            </a:r>
          </a:p>
        </p:txBody>
      </p:sp>
      <p:sp>
        <p:nvSpPr>
          <p:cNvPr id="17" name="">
            <a:extLst xmlns:a="http://schemas.openxmlformats.org/drawingml/2006/main">
              <a:ext uri="{FF2B5EF4-FFF2-40B4-BE49-F238E27FC236}">
                <a16:creationId xmlns:a16="http://schemas.microsoft.com/office/drawing/2014/main" id="{05C705A0-F714-4A54-B41E-C81530D8B27E}"/>
              </a:ext>
            </a:extLst>
          </p:cNvPr>
          <p:cNvSpPr>
            <a:spLocks xmlns:a="http://schemas.openxmlformats.org/drawingml/2006/main" noGrp="1"/>
          </p:cNvSpPr>
          <p:nvPr/>
        </p:nvSpPr>
        <p:spPr>
          <a:xfrm xmlns:a="http://schemas.openxmlformats.org/drawingml/2006/main">
            <a:off x="514350" y="38671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7328AFEA-2E5F-4D7F-8A01-531781A097C7}"/>
              </a:ext>
            </a:extLst>
          </p:cNvPr>
          <p:cNvSpPr>
            <a:spLocks xmlns:a="http://schemas.openxmlformats.org/drawingml/2006/main" noGrp="1"/>
          </p:cNvSpPr>
          <p:nvPr/>
        </p:nvSpPr>
        <p:spPr>
          <a:xfrm xmlns:a="http://schemas.openxmlformats.org/drawingml/2006/main">
            <a:off x="3886200" y="3657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I want to continue</a:t>
            </a:r>
          </a:p>
        </p:txBody>
      </p:sp>
      <p:sp>
        <p:nvSpPr>
          <p:cNvPr id="19" name="">
            <a:extLst xmlns:a="http://schemas.openxmlformats.org/drawingml/2006/main">
              <a:ext uri="{FF2B5EF4-FFF2-40B4-BE49-F238E27FC236}">
                <a16:creationId xmlns:a16="http://schemas.microsoft.com/office/drawing/2014/main" id="{E8B4A52E-48FF-4946-A61D-44FAF157D067}"/>
              </a:ext>
            </a:extLst>
          </p:cNvPr>
          <p:cNvSpPr>
            <a:spLocks xmlns:a="http://schemas.openxmlformats.org/drawingml/2006/main" noGrp="1"/>
          </p:cNvSpPr>
          <p:nvPr/>
        </p:nvSpPr>
        <p:spPr>
          <a:xfrm xmlns:a="http://schemas.openxmlformats.org/drawingml/2006/main">
            <a:off x="3886200" y="38671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DE2F53A9-4DB6-456F-A38D-341162A28F14}"/>
              </a:ext>
            </a:extLst>
          </p:cNvPr>
          <p:cNvSpPr>
            <a:spLocks xmlns:a="http://schemas.openxmlformats.org/drawingml/2006/main" noGrp="1"/>
          </p:cNvSpPr>
          <p:nvPr/>
        </p:nvSpPr>
        <p:spPr>
          <a:xfrm xmlns:a="http://schemas.openxmlformats.org/drawingml/2006/main">
            <a:off x="514350" y="51435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I want to pause</a:t>
            </a:r>
          </a:p>
        </p:txBody>
      </p:sp>
      <p:sp>
        <p:nvSpPr>
          <p:cNvPr id="21" name="">
            <a:extLst xmlns:a="http://schemas.openxmlformats.org/drawingml/2006/main">
              <a:ext uri="{FF2B5EF4-FFF2-40B4-BE49-F238E27FC236}">
                <a16:creationId xmlns:a16="http://schemas.microsoft.com/office/drawing/2014/main" id="{B4C814EE-56B1-45CE-9726-3D231F27B428}"/>
              </a:ext>
            </a:extLst>
          </p:cNvPr>
          <p:cNvSpPr>
            <a:spLocks xmlns:a="http://schemas.openxmlformats.org/drawingml/2006/main" noGrp="1"/>
          </p:cNvSpPr>
          <p:nvPr/>
        </p:nvSpPr>
        <p:spPr>
          <a:xfrm xmlns:a="http://schemas.openxmlformats.org/drawingml/2006/main">
            <a:off x="514350" y="53530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AE52773C-F697-4FEB-B673-C1D34596D816}"/>
              </a:ext>
            </a:extLst>
          </p:cNvPr>
          <p:cNvSpPr>
            <a:spLocks xmlns:a="http://schemas.openxmlformats.org/drawingml/2006/main" noGrp="1"/>
          </p:cNvSpPr>
          <p:nvPr/>
        </p:nvSpPr>
        <p:spPr>
          <a:xfrm xmlns:a="http://schemas.openxmlformats.org/drawingml/2006/main">
            <a:off x="3886200" y="51435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What I might change</a:t>
            </a:r>
          </a:p>
        </p:txBody>
      </p:sp>
      <p:sp>
        <p:nvSpPr>
          <p:cNvPr id="23" name="">
            <a:extLst xmlns:a="http://schemas.openxmlformats.org/drawingml/2006/main">
              <a:ext uri="{FF2B5EF4-FFF2-40B4-BE49-F238E27FC236}">
                <a16:creationId xmlns:a16="http://schemas.microsoft.com/office/drawing/2014/main" id="{5292635C-DE2E-4BAB-BCE2-B69E57E43DDF}"/>
              </a:ext>
            </a:extLst>
          </p:cNvPr>
          <p:cNvSpPr>
            <a:spLocks xmlns:a="http://schemas.openxmlformats.org/drawingml/2006/main" noGrp="1"/>
          </p:cNvSpPr>
          <p:nvPr/>
        </p:nvSpPr>
        <p:spPr>
          <a:xfrm xmlns:a="http://schemas.openxmlformats.org/drawingml/2006/main">
            <a:off x="3886200" y="53530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73E79B1F-EF36-4CB8-B425-201593444711}"/>
              </a:ext>
            </a:extLst>
          </p:cNvPr>
          <p:cNvSpPr>
            <a:spLocks xmlns:a="http://schemas.openxmlformats.org/drawingml/2006/main" noGrp="1"/>
          </p:cNvSpPr>
          <p:nvPr/>
        </p:nvSpPr>
        <p:spPr>
          <a:xfrm xmlns:a="http://schemas.openxmlformats.org/drawingml/2006/main">
            <a:off x="514350" y="66294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One question for my care team</a:t>
            </a:r>
          </a:p>
        </p:txBody>
      </p:sp>
      <p:sp>
        <p:nvSpPr>
          <p:cNvPr id="25" name="">
            <a:extLst xmlns:a="http://schemas.openxmlformats.org/drawingml/2006/main">
              <a:ext uri="{FF2B5EF4-FFF2-40B4-BE49-F238E27FC236}">
                <a16:creationId xmlns:a16="http://schemas.microsoft.com/office/drawing/2014/main" id="{D9069D15-B2D2-414D-85A6-2F8B38A1F291}"/>
              </a:ext>
            </a:extLst>
          </p:cNvPr>
          <p:cNvSpPr>
            <a:spLocks xmlns:a="http://schemas.openxmlformats.org/drawingml/2006/main" noGrp="1"/>
          </p:cNvSpPr>
          <p:nvPr/>
        </p:nvSpPr>
        <p:spPr>
          <a:xfrm xmlns:a="http://schemas.openxmlformats.org/drawingml/2006/main">
            <a:off x="514350" y="68389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E1593F78-AC7D-4962-8147-962B6B3512BC}"/>
              </a:ext>
            </a:extLst>
          </p:cNvPr>
          <p:cNvSpPr>
            <a:spLocks xmlns:a="http://schemas.openxmlformats.org/drawingml/2006/main" noGrp="1"/>
          </p:cNvSpPr>
          <p:nvPr/>
        </p:nvSpPr>
        <p:spPr>
          <a:xfrm xmlns:a="http://schemas.openxmlformats.org/drawingml/2006/main">
            <a:off x="3886200" y="66294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3B24"/>
                </a:solidFill>
                <a:latin typeface="Verdana"/>
                <a:ea typeface="Verdana"/>
                <a:cs typeface="Verdana"/>
              </a:defRPr>
            </a:pPr>
            <a:r>
              <a:rPr sz="863" b="1" i="0">
                <a:solidFill>
                  <a:srgbClr val="003B24"/>
                </a:solidFill>
                <a:latin typeface="Verdana"/>
                <a:ea typeface="Verdana"/>
                <a:cs typeface="Verdana"/>
              </a:rPr>
              <a:t>My one habit for next week</a:t>
            </a:r>
          </a:p>
        </p:txBody>
      </p:sp>
      <p:sp>
        <p:nvSpPr>
          <p:cNvPr id="27" name="">
            <a:extLst xmlns:a="http://schemas.openxmlformats.org/drawingml/2006/main">
              <a:ext uri="{FF2B5EF4-FFF2-40B4-BE49-F238E27FC236}">
                <a16:creationId xmlns:a16="http://schemas.microsoft.com/office/drawing/2014/main" id="{3724D812-A796-458A-9B50-141F61A5850E}"/>
              </a:ext>
            </a:extLst>
          </p:cNvPr>
          <p:cNvSpPr>
            <a:spLocks xmlns:a="http://schemas.openxmlformats.org/drawingml/2006/main" noGrp="1"/>
          </p:cNvSpPr>
          <p:nvPr/>
        </p:nvSpPr>
        <p:spPr>
          <a:xfrm xmlns:a="http://schemas.openxmlformats.org/drawingml/2006/main">
            <a:off x="3886200" y="6838950"/>
            <a:ext cx="3028950" cy="990600"/>
          </a:xfrm>
          <a:prstGeom xmlns:a="http://schemas.openxmlformats.org/drawingml/2006/main" prst="roundRect">
            <a:avLst>
              <a:gd name="adj" fmla="val 6731"/>
            </a:avLst>
          </a:prstGeom>
          <a:solidFill xmlns:a="http://schemas.openxmlformats.org/drawingml/2006/main">
            <a:srgbClr val="FFFFFF"/>
          </a:solidFill>
          <a:ln xmlns:a="http://schemas.openxmlformats.org/drawingml/2006/main" w="9525">
            <a:solidFill>
              <a:srgbClr val="D9DEEA"/>
            </a:solidFill>
            <a:prstDash val="solid"/>
          </a:ln>
        </p:spPr>
      </p:sp>
    </p:spTree>
    <p:extLst>
      <p:ext uri="{BB962C8B-B14F-4D97-AF65-F5344CB8AC3E}">
        <p14:creationId xmlns:p14="http://schemas.microsoft.com/office/powerpoint/2010/main" val="1422206850"/>
      </p:ext>
    </p:extLst>
  </p:cSld>
</p:sld>
</file>

<file path=ppt/slides/slide1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4" name="">
            <a:extLst xmlns:a="http://schemas.openxmlformats.org/drawingml/2006/main">
              <a:ext uri="{FF2B5EF4-FFF2-40B4-BE49-F238E27FC236}">
                <a16:creationId xmlns:a16="http://schemas.microsoft.com/office/drawing/2014/main" id="{16C57DEA-4D90-46EB-A71C-6727EAD5E327}"/>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ac457f8a9b7e44d1"/>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5F8E2BC0-9481-4992-ACF2-2E3DB73B3932}"/>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C6DE5F2E-C98E-4545-ABFC-23F147D79602}"/>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2645E895-6C45-4DEB-948D-3FFBFAC06180}"/>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3D261727-BFFE-4672-920C-C6F057E478AA}"/>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D323248C-F818-4927-ACD8-81A5E57D9D6B}"/>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d2eea43b0941428f"/>
              </a:rPr>
              <a:t>mindfuldiabetes.org</a:t>
            </a:r>
          </a:p>
        </p:txBody>
      </p:sp>
      <p:sp>
        <p:nvSpPr>
          <p:cNvPr id="8" name="">
            <a:extLst xmlns:a="http://schemas.openxmlformats.org/drawingml/2006/main">
              <a:ext uri="{FF2B5EF4-FFF2-40B4-BE49-F238E27FC236}">
                <a16:creationId xmlns:a16="http://schemas.microsoft.com/office/drawing/2014/main" id="{501CCAAB-BAAF-4352-9646-7D91504C168C}"/>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12</a:t>
            </a:r>
          </a:p>
        </p:txBody>
      </p:sp>
      <p:sp>
        <p:nvSpPr>
          <p:cNvPr id="9" name="">
            <a:extLst xmlns:a="http://schemas.openxmlformats.org/drawingml/2006/main">
              <a:ext uri="{FF2B5EF4-FFF2-40B4-BE49-F238E27FC236}">
                <a16:creationId xmlns:a16="http://schemas.microsoft.com/office/drawing/2014/main" id="{4ADB977F-CDF5-41F7-A34D-AEF04A473FDA}"/>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a:t>
            </a:r>
          </a:p>
        </p:txBody>
      </p:sp>
      <p:sp>
        <p:nvSpPr>
          <p:cNvPr id="10" name="">
            <a:extLst xmlns:a="http://schemas.openxmlformats.org/drawingml/2006/main">
              <a:ext uri="{FF2B5EF4-FFF2-40B4-BE49-F238E27FC236}">
                <a16:creationId xmlns:a16="http://schemas.microsoft.com/office/drawing/2014/main" id="{384AC7C3-CF34-4D19-8390-4EC877CE831D}"/>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Drink Pattern Tracker</a:t>
            </a:r>
          </a:p>
        </p:txBody>
      </p:sp>
      <p:sp>
        <p:nvSpPr>
          <p:cNvPr id="11" name="">
            <a:extLst xmlns:a="http://schemas.openxmlformats.org/drawingml/2006/main">
              <a:ext uri="{FF2B5EF4-FFF2-40B4-BE49-F238E27FC236}">
                <a16:creationId xmlns:a16="http://schemas.microsoft.com/office/drawing/2014/main" id="{4E6E9AA1-9A9C-4FFD-A154-B0F87056AB0D}"/>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Use this for awareness, not judgment. There is no universal water target here.</a:t>
            </a:r>
          </a:p>
        </p:txBody>
      </p:sp>
      <p:sp>
        <p:nvSpPr>
          <p:cNvPr id="12" name="">
            <a:extLst xmlns:a="http://schemas.openxmlformats.org/drawingml/2006/main">
              <a:ext uri="{FF2B5EF4-FFF2-40B4-BE49-F238E27FC236}">
                <a16:creationId xmlns:a16="http://schemas.microsoft.com/office/drawing/2014/main" id="{77F53500-D4C2-4A0B-81F2-2AFF86353B27}"/>
              </a:ext>
            </a:extLst>
          </p:cNvPr>
          <p:cNvSpPr>
            <a:spLocks xmlns:a="http://schemas.openxmlformats.org/drawingml/2006/main" noGrp="1"/>
          </p:cNvSpPr>
          <p:nvPr/>
        </p:nvSpPr>
        <p:spPr>
          <a:xfrm xmlns:a="http://schemas.openxmlformats.org/drawingml/2006/main">
            <a:off x="514350" y="2209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9A9F78DF-A06C-4628-BB0D-B97344E887C5}"/>
              </a:ext>
            </a:extLst>
          </p:cNvPr>
          <p:cNvSpPr>
            <a:spLocks xmlns:a="http://schemas.openxmlformats.org/drawingml/2006/main" noGrp="1"/>
          </p:cNvSpPr>
          <p:nvPr/>
        </p:nvSpPr>
        <p:spPr>
          <a:xfrm xmlns:a="http://schemas.openxmlformats.org/drawingml/2006/main">
            <a:off x="628650" y="2343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56231579-96AD-47CC-B2E6-569B15F8B685}"/>
              </a:ext>
            </a:extLst>
          </p:cNvPr>
          <p:cNvSpPr>
            <a:spLocks xmlns:a="http://schemas.openxmlformats.org/drawingml/2006/main" noGrp="1"/>
          </p:cNvSpPr>
          <p:nvPr/>
        </p:nvSpPr>
        <p:spPr>
          <a:xfrm xmlns:a="http://schemas.openxmlformats.org/drawingml/2006/main">
            <a:off x="120015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15" name="">
            <a:extLst xmlns:a="http://schemas.openxmlformats.org/drawingml/2006/main">
              <a:ext uri="{FF2B5EF4-FFF2-40B4-BE49-F238E27FC236}">
                <a16:creationId xmlns:a16="http://schemas.microsoft.com/office/drawing/2014/main" id="{E3D2A86A-C535-4CAD-B148-6D74C47BC982}"/>
              </a:ext>
            </a:extLst>
          </p:cNvPr>
          <p:cNvSpPr>
            <a:spLocks xmlns:a="http://schemas.openxmlformats.org/drawingml/2006/main" noGrp="1"/>
          </p:cNvSpPr>
          <p:nvPr/>
        </p:nvSpPr>
        <p:spPr>
          <a:xfrm xmlns:a="http://schemas.openxmlformats.org/drawingml/2006/main">
            <a:off x="123825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27371E6F-D29B-4655-89D2-C49743517E3D}"/>
              </a:ext>
            </a:extLst>
          </p:cNvPr>
          <p:cNvSpPr>
            <a:spLocks xmlns:a="http://schemas.openxmlformats.org/drawingml/2006/main" noGrp="1"/>
          </p:cNvSpPr>
          <p:nvPr/>
        </p:nvSpPr>
        <p:spPr>
          <a:xfrm xmlns:a="http://schemas.openxmlformats.org/drawingml/2006/main">
            <a:off x="218122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17" name="">
            <a:extLst xmlns:a="http://schemas.openxmlformats.org/drawingml/2006/main">
              <a:ext uri="{FF2B5EF4-FFF2-40B4-BE49-F238E27FC236}">
                <a16:creationId xmlns:a16="http://schemas.microsoft.com/office/drawing/2014/main" id="{370D5661-85CD-403D-AA4C-123B2D654710}"/>
              </a:ext>
            </a:extLst>
          </p:cNvPr>
          <p:cNvSpPr>
            <a:spLocks xmlns:a="http://schemas.openxmlformats.org/drawingml/2006/main" noGrp="1"/>
          </p:cNvSpPr>
          <p:nvPr/>
        </p:nvSpPr>
        <p:spPr>
          <a:xfrm xmlns:a="http://schemas.openxmlformats.org/drawingml/2006/main">
            <a:off x="221932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5F5B8CEC-CC5C-46D7-96D0-894DEA7E0B22}"/>
              </a:ext>
            </a:extLst>
          </p:cNvPr>
          <p:cNvSpPr>
            <a:spLocks xmlns:a="http://schemas.openxmlformats.org/drawingml/2006/main" noGrp="1"/>
          </p:cNvSpPr>
          <p:nvPr/>
        </p:nvSpPr>
        <p:spPr>
          <a:xfrm xmlns:a="http://schemas.openxmlformats.org/drawingml/2006/main">
            <a:off x="316230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19" name="">
            <a:extLst xmlns:a="http://schemas.openxmlformats.org/drawingml/2006/main">
              <a:ext uri="{FF2B5EF4-FFF2-40B4-BE49-F238E27FC236}">
                <a16:creationId xmlns:a16="http://schemas.microsoft.com/office/drawing/2014/main" id="{D120000C-D59D-40C7-BC58-3F6134BE21F3}"/>
              </a:ext>
            </a:extLst>
          </p:cNvPr>
          <p:cNvSpPr>
            <a:spLocks xmlns:a="http://schemas.openxmlformats.org/drawingml/2006/main" noGrp="1"/>
          </p:cNvSpPr>
          <p:nvPr/>
        </p:nvSpPr>
        <p:spPr>
          <a:xfrm xmlns:a="http://schemas.openxmlformats.org/drawingml/2006/main">
            <a:off x="320040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871D5AEC-6876-434A-B93A-79F378248268}"/>
              </a:ext>
            </a:extLst>
          </p:cNvPr>
          <p:cNvSpPr>
            <a:spLocks xmlns:a="http://schemas.openxmlformats.org/drawingml/2006/main" noGrp="1"/>
          </p:cNvSpPr>
          <p:nvPr/>
        </p:nvSpPr>
        <p:spPr>
          <a:xfrm xmlns:a="http://schemas.openxmlformats.org/drawingml/2006/main">
            <a:off x="414337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21" name="">
            <a:extLst xmlns:a="http://schemas.openxmlformats.org/drawingml/2006/main">
              <a:ext uri="{FF2B5EF4-FFF2-40B4-BE49-F238E27FC236}">
                <a16:creationId xmlns:a16="http://schemas.microsoft.com/office/drawing/2014/main" id="{76E91FF6-7A22-4830-807E-784E492F6D92}"/>
              </a:ext>
            </a:extLst>
          </p:cNvPr>
          <p:cNvSpPr>
            <a:spLocks xmlns:a="http://schemas.openxmlformats.org/drawingml/2006/main" noGrp="1"/>
          </p:cNvSpPr>
          <p:nvPr/>
        </p:nvSpPr>
        <p:spPr>
          <a:xfrm xmlns:a="http://schemas.openxmlformats.org/drawingml/2006/main">
            <a:off x="418147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16FF8710-EB49-49EF-B125-9DC6CBFA9D1E}"/>
              </a:ext>
            </a:extLst>
          </p:cNvPr>
          <p:cNvSpPr>
            <a:spLocks xmlns:a="http://schemas.openxmlformats.org/drawingml/2006/main" noGrp="1"/>
          </p:cNvSpPr>
          <p:nvPr/>
        </p:nvSpPr>
        <p:spPr>
          <a:xfrm xmlns:a="http://schemas.openxmlformats.org/drawingml/2006/main">
            <a:off x="512445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23" name="">
            <a:extLst xmlns:a="http://schemas.openxmlformats.org/drawingml/2006/main">
              <a:ext uri="{FF2B5EF4-FFF2-40B4-BE49-F238E27FC236}">
                <a16:creationId xmlns:a16="http://schemas.microsoft.com/office/drawing/2014/main" id="{C06D76B6-0BB4-4AE6-A9F4-9E596B60BBC4}"/>
              </a:ext>
            </a:extLst>
          </p:cNvPr>
          <p:cNvSpPr>
            <a:spLocks xmlns:a="http://schemas.openxmlformats.org/drawingml/2006/main" noGrp="1"/>
          </p:cNvSpPr>
          <p:nvPr/>
        </p:nvSpPr>
        <p:spPr>
          <a:xfrm xmlns:a="http://schemas.openxmlformats.org/drawingml/2006/main">
            <a:off x="516255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F4F1C66E-242D-4346-B6B0-1968C03CC50C}"/>
              </a:ext>
            </a:extLst>
          </p:cNvPr>
          <p:cNvSpPr>
            <a:spLocks xmlns:a="http://schemas.openxmlformats.org/drawingml/2006/main" noGrp="1"/>
          </p:cNvSpPr>
          <p:nvPr/>
        </p:nvSpPr>
        <p:spPr>
          <a:xfrm xmlns:a="http://schemas.openxmlformats.org/drawingml/2006/main">
            <a:off x="610552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25" name="">
            <a:extLst xmlns:a="http://schemas.openxmlformats.org/drawingml/2006/main">
              <a:ext uri="{FF2B5EF4-FFF2-40B4-BE49-F238E27FC236}">
                <a16:creationId xmlns:a16="http://schemas.microsoft.com/office/drawing/2014/main" id="{745024B2-1753-4605-9416-AE79E98BE18B}"/>
              </a:ext>
            </a:extLst>
          </p:cNvPr>
          <p:cNvSpPr>
            <a:spLocks xmlns:a="http://schemas.openxmlformats.org/drawingml/2006/main" noGrp="1"/>
          </p:cNvSpPr>
          <p:nvPr/>
        </p:nvSpPr>
        <p:spPr>
          <a:xfrm xmlns:a="http://schemas.openxmlformats.org/drawingml/2006/main">
            <a:off x="614362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2FB2F8F0-A761-41EE-A29D-E5C0B6FB15A2}"/>
              </a:ext>
            </a:extLst>
          </p:cNvPr>
          <p:cNvSpPr>
            <a:spLocks xmlns:a="http://schemas.openxmlformats.org/drawingml/2006/main" noGrp="1"/>
          </p:cNvSpPr>
          <p:nvPr/>
        </p:nvSpPr>
        <p:spPr>
          <a:xfrm xmlns:a="http://schemas.openxmlformats.org/drawingml/2006/main">
            <a:off x="514350" y="3048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E6BA517A-C21C-4587-A558-FBB859BDD1FD}"/>
              </a:ext>
            </a:extLst>
          </p:cNvPr>
          <p:cNvSpPr>
            <a:spLocks xmlns:a="http://schemas.openxmlformats.org/drawingml/2006/main" noGrp="1"/>
          </p:cNvSpPr>
          <p:nvPr/>
        </p:nvSpPr>
        <p:spPr>
          <a:xfrm xmlns:a="http://schemas.openxmlformats.org/drawingml/2006/main">
            <a:off x="628650" y="3181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2</a:t>
            </a:r>
          </a:p>
        </p:txBody>
      </p:sp>
      <p:sp>
        <p:nvSpPr>
          <p:cNvPr id="28" name="">
            <a:extLst xmlns:a="http://schemas.openxmlformats.org/drawingml/2006/main">
              <a:ext uri="{FF2B5EF4-FFF2-40B4-BE49-F238E27FC236}">
                <a16:creationId xmlns:a16="http://schemas.microsoft.com/office/drawing/2014/main" id="{E929BF82-08C5-4295-9C14-5B2B11275682}"/>
              </a:ext>
            </a:extLst>
          </p:cNvPr>
          <p:cNvSpPr>
            <a:spLocks xmlns:a="http://schemas.openxmlformats.org/drawingml/2006/main" noGrp="1"/>
          </p:cNvSpPr>
          <p:nvPr/>
        </p:nvSpPr>
        <p:spPr>
          <a:xfrm xmlns:a="http://schemas.openxmlformats.org/drawingml/2006/main">
            <a:off x="120015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29" name="">
            <a:extLst xmlns:a="http://schemas.openxmlformats.org/drawingml/2006/main">
              <a:ext uri="{FF2B5EF4-FFF2-40B4-BE49-F238E27FC236}">
                <a16:creationId xmlns:a16="http://schemas.microsoft.com/office/drawing/2014/main" id="{78BEF435-34C2-4B02-AD7A-68F7424853B6}"/>
              </a:ext>
            </a:extLst>
          </p:cNvPr>
          <p:cNvSpPr>
            <a:spLocks xmlns:a="http://schemas.openxmlformats.org/drawingml/2006/main" noGrp="1"/>
          </p:cNvSpPr>
          <p:nvPr/>
        </p:nvSpPr>
        <p:spPr>
          <a:xfrm xmlns:a="http://schemas.openxmlformats.org/drawingml/2006/main">
            <a:off x="123825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1726BA49-E171-4A49-9AEE-F940CB0EEE29}"/>
              </a:ext>
            </a:extLst>
          </p:cNvPr>
          <p:cNvSpPr>
            <a:spLocks xmlns:a="http://schemas.openxmlformats.org/drawingml/2006/main" noGrp="1"/>
          </p:cNvSpPr>
          <p:nvPr/>
        </p:nvSpPr>
        <p:spPr>
          <a:xfrm xmlns:a="http://schemas.openxmlformats.org/drawingml/2006/main">
            <a:off x="218122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31" name="">
            <a:extLst xmlns:a="http://schemas.openxmlformats.org/drawingml/2006/main">
              <a:ext uri="{FF2B5EF4-FFF2-40B4-BE49-F238E27FC236}">
                <a16:creationId xmlns:a16="http://schemas.microsoft.com/office/drawing/2014/main" id="{23BC208A-F15D-4DCA-AFFD-06650D421C98}"/>
              </a:ext>
            </a:extLst>
          </p:cNvPr>
          <p:cNvSpPr>
            <a:spLocks xmlns:a="http://schemas.openxmlformats.org/drawingml/2006/main" noGrp="1"/>
          </p:cNvSpPr>
          <p:nvPr/>
        </p:nvSpPr>
        <p:spPr>
          <a:xfrm xmlns:a="http://schemas.openxmlformats.org/drawingml/2006/main">
            <a:off x="221932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B0589B26-CB0B-4C33-B5F1-53AF925120F5}"/>
              </a:ext>
            </a:extLst>
          </p:cNvPr>
          <p:cNvSpPr>
            <a:spLocks xmlns:a="http://schemas.openxmlformats.org/drawingml/2006/main" noGrp="1"/>
          </p:cNvSpPr>
          <p:nvPr/>
        </p:nvSpPr>
        <p:spPr>
          <a:xfrm xmlns:a="http://schemas.openxmlformats.org/drawingml/2006/main">
            <a:off x="316230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33" name="">
            <a:extLst xmlns:a="http://schemas.openxmlformats.org/drawingml/2006/main">
              <a:ext uri="{FF2B5EF4-FFF2-40B4-BE49-F238E27FC236}">
                <a16:creationId xmlns:a16="http://schemas.microsoft.com/office/drawing/2014/main" id="{32788ACF-0330-4385-A2AD-871A49F64B60}"/>
              </a:ext>
            </a:extLst>
          </p:cNvPr>
          <p:cNvSpPr>
            <a:spLocks xmlns:a="http://schemas.openxmlformats.org/drawingml/2006/main" noGrp="1"/>
          </p:cNvSpPr>
          <p:nvPr/>
        </p:nvSpPr>
        <p:spPr>
          <a:xfrm xmlns:a="http://schemas.openxmlformats.org/drawingml/2006/main">
            <a:off x="320040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FE672238-9603-4149-814D-DB0533C3F204}"/>
              </a:ext>
            </a:extLst>
          </p:cNvPr>
          <p:cNvSpPr>
            <a:spLocks xmlns:a="http://schemas.openxmlformats.org/drawingml/2006/main" noGrp="1"/>
          </p:cNvSpPr>
          <p:nvPr/>
        </p:nvSpPr>
        <p:spPr>
          <a:xfrm xmlns:a="http://schemas.openxmlformats.org/drawingml/2006/main">
            <a:off x="414337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35" name="">
            <a:extLst xmlns:a="http://schemas.openxmlformats.org/drawingml/2006/main">
              <a:ext uri="{FF2B5EF4-FFF2-40B4-BE49-F238E27FC236}">
                <a16:creationId xmlns:a16="http://schemas.microsoft.com/office/drawing/2014/main" id="{DF16E8B0-A9F1-4077-9F05-748B00E64607}"/>
              </a:ext>
            </a:extLst>
          </p:cNvPr>
          <p:cNvSpPr>
            <a:spLocks xmlns:a="http://schemas.openxmlformats.org/drawingml/2006/main" noGrp="1"/>
          </p:cNvSpPr>
          <p:nvPr/>
        </p:nvSpPr>
        <p:spPr>
          <a:xfrm xmlns:a="http://schemas.openxmlformats.org/drawingml/2006/main">
            <a:off x="418147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6" name="">
            <a:extLst xmlns:a="http://schemas.openxmlformats.org/drawingml/2006/main">
              <a:ext uri="{FF2B5EF4-FFF2-40B4-BE49-F238E27FC236}">
                <a16:creationId xmlns:a16="http://schemas.microsoft.com/office/drawing/2014/main" id="{52AC56CF-E158-47FA-B970-01B21EEB4638}"/>
              </a:ext>
            </a:extLst>
          </p:cNvPr>
          <p:cNvSpPr>
            <a:spLocks xmlns:a="http://schemas.openxmlformats.org/drawingml/2006/main" noGrp="1"/>
          </p:cNvSpPr>
          <p:nvPr/>
        </p:nvSpPr>
        <p:spPr>
          <a:xfrm xmlns:a="http://schemas.openxmlformats.org/drawingml/2006/main">
            <a:off x="512445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37" name="">
            <a:extLst xmlns:a="http://schemas.openxmlformats.org/drawingml/2006/main">
              <a:ext uri="{FF2B5EF4-FFF2-40B4-BE49-F238E27FC236}">
                <a16:creationId xmlns:a16="http://schemas.microsoft.com/office/drawing/2014/main" id="{E14C7C32-8F50-4DFC-8CE2-AC9C82C1BAED}"/>
              </a:ext>
            </a:extLst>
          </p:cNvPr>
          <p:cNvSpPr>
            <a:spLocks xmlns:a="http://schemas.openxmlformats.org/drawingml/2006/main" noGrp="1"/>
          </p:cNvSpPr>
          <p:nvPr/>
        </p:nvSpPr>
        <p:spPr>
          <a:xfrm xmlns:a="http://schemas.openxmlformats.org/drawingml/2006/main">
            <a:off x="516255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2E726758-B4DF-4300-BADE-81010B5DA4ED}"/>
              </a:ext>
            </a:extLst>
          </p:cNvPr>
          <p:cNvSpPr>
            <a:spLocks xmlns:a="http://schemas.openxmlformats.org/drawingml/2006/main" noGrp="1"/>
          </p:cNvSpPr>
          <p:nvPr/>
        </p:nvSpPr>
        <p:spPr>
          <a:xfrm xmlns:a="http://schemas.openxmlformats.org/drawingml/2006/main">
            <a:off x="610552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39" name="">
            <a:extLst xmlns:a="http://schemas.openxmlformats.org/drawingml/2006/main">
              <a:ext uri="{FF2B5EF4-FFF2-40B4-BE49-F238E27FC236}">
                <a16:creationId xmlns:a16="http://schemas.microsoft.com/office/drawing/2014/main" id="{7745F5AE-50E1-401E-B024-0F1DA37C0402}"/>
              </a:ext>
            </a:extLst>
          </p:cNvPr>
          <p:cNvSpPr>
            <a:spLocks xmlns:a="http://schemas.openxmlformats.org/drawingml/2006/main" noGrp="1"/>
          </p:cNvSpPr>
          <p:nvPr/>
        </p:nvSpPr>
        <p:spPr>
          <a:xfrm xmlns:a="http://schemas.openxmlformats.org/drawingml/2006/main">
            <a:off x="614362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F6146A9C-3184-4B15-B9D4-978FE095C8CC}"/>
              </a:ext>
            </a:extLst>
          </p:cNvPr>
          <p:cNvSpPr>
            <a:spLocks xmlns:a="http://schemas.openxmlformats.org/drawingml/2006/main" noGrp="1"/>
          </p:cNvSpPr>
          <p:nvPr/>
        </p:nvSpPr>
        <p:spPr>
          <a:xfrm xmlns:a="http://schemas.openxmlformats.org/drawingml/2006/main">
            <a:off x="514350" y="38862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D40F90B8-D20C-48E1-AD2E-76229BDA6D46}"/>
              </a:ext>
            </a:extLst>
          </p:cNvPr>
          <p:cNvSpPr>
            <a:spLocks xmlns:a="http://schemas.openxmlformats.org/drawingml/2006/main" noGrp="1"/>
          </p:cNvSpPr>
          <p:nvPr/>
        </p:nvSpPr>
        <p:spPr>
          <a:xfrm xmlns:a="http://schemas.openxmlformats.org/drawingml/2006/main">
            <a:off x="628650" y="40195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3</a:t>
            </a:r>
          </a:p>
        </p:txBody>
      </p:sp>
      <p:sp>
        <p:nvSpPr>
          <p:cNvPr id="42" name="">
            <a:extLst xmlns:a="http://schemas.openxmlformats.org/drawingml/2006/main">
              <a:ext uri="{FF2B5EF4-FFF2-40B4-BE49-F238E27FC236}">
                <a16:creationId xmlns:a16="http://schemas.microsoft.com/office/drawing/2014/main" id="{1223883D-B3D8-4D00-B43D-5A457318C7B0}"/>
              </a:ext>
            </a:extLst>
          </p:cNvPr>
          <p:cNvSpPr>
            <a:spLocks xmlns:a="http://schemas.openxmlformats.org/drawingml/2006/main" noGrp="1"/>
          </p:cNvSpPr>
          <p:nvPr/>
        </p:nvSpPr>
        <p:spPr>
          <a:xfrm xmlns:a="http://schemas.openxmlformats.org/drawingml/2006/main">
            <a:off x="120015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43" name="">
            <a:extLst xmlns:a="http://schemas.openxmlformats.org/drawingml/2006/main">
              <a:ext uri="{FF2B5EF4-FFF2-40B4-BE49-F238E27FC236}">
                <a16:creationId xmlns:a16="http://schemas.microsoft.com/office/drawing/2014/main" id="{D9570C6A-5320-4FE5-B541-E72100FD1C44}"/>
              </a:ext>
            </a:extLst>
          </p:cNvPr>
          <p:cNvSpPr>
            <a:spLocks xmlns:a="http://schemas.openxmlformats.org/drawingml/2006/main" noGrp="1"/>
          </p:cNvSpPr>
          <p:nvPr/>
        </p:nvSpPr>
        <p:spPr>
          <a:xfrm xmlns:a="http://schemas.openxmlformats.org/drawingml/2006/main">
            <a:off x="123825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851FCD20-AF96-482E-A6A4-B303D09C8998}"/>
              </a:ext>
            </a:extLst>
          </p:cNvPr>
          <p:cNvSpPr>
            <a:spLocks xmlns:a="http://schemas.openxmlformats.org/drawingml/2006/main" noGrp="1"/>
          </p:cNvSpPr>
          <p:nvPr/>
        </p:nvSpPr>
        <p:spPr>
          <a:xfrm xmlns:a="http://schemas.openxmlformats.org/drawingml/2006/main">
            <a:off x="218122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45" name="">
            <a:extLst xmlns:a="http://schemas.openxmlformats.org/drawingml/2006/main">
              <a:ext uri="{FF2B5EF4-FFF2-40B4-BE49-F238E27FC236}">
                <a16:creationId xmlns:a16="http://schemas.microsoft.com/office/drawing/2014/main" id="{6FEAAFB5-49BD-461E-A1F2-EA7274C529FB}"/>
              </a:ext>
            </a:extLst>
          </p:cNvPr>
          <p:cNvSpPr>
            <a:spLocks xmlns:a="http://schemas.openxmlformats.org/drawingml/2006/main" noGrp="1"/>
          </p:cNvSpPr>
          <p:nvPr/>
        </p:nvSpPr>
        <p:spPr>
          <a:xfrm xmlns:a="http://schemas.openxmlformats.org/drawingml/2006/main">
            <a:off x="221932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6" name="">
            <a:extLst xmlns:a="http://schemas.openxmlformats.org/drawingml/2006/main">
              <a:ext uri="{FF2B5EF4-FFF2-40B4-BE49-F238E27FC236}">
                <a16:creationId xmlns:a16="http://schemas.microsoft.com/office/drawing/2014/main" id="{52F416DF-FB1E-4F43-8DAD-0F0DD60C9CE7}"/>
              </a:ext>
            </a:extLst>
          </p:cNvPr>
          <p:cNvSpPr>
            <a:spLocks xmlns:a="http://schemas.openxmlformats.org/drawingml/2006/main" noGrp="1"/>
          </p:cNvSpPr>
          <p:nvPr/>
        </p:nvSpPr>
        <p:spPr>
          <a:xfrm xmlns:a="http://schemas.openxmlformats.org/drawingml/2006/main">
            <a:off x="316230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47" name="">
            <a:extLst xmlns:a="http://schemas.openxmlformats.org/drawingml/2006/main">
              <a:ext uri="{FF2B5EF4-FFF2-40B4-BE49-F238E27FC236}">
                <a16:creationId xmlns:a16="http://schemas.microsoft.com/office/drawing/2014/main" id="{48F91158-62EC-4785-B063-557785273888}"/>
              </a:ext>
            </a:extLst>
          </p:cNvPr>
          <p:cNvSpPr>
            <a:spLocks xmlns:a="http://schemas.openxmlformats.org/drawingml/2006/main" noGrp="1"/>
          </p:cNvSpPr>
          <p:nvPr/>
        </p:nvSpPr>
        <p:spPr>
          <a:xfrm xmlns:a="http://schemas.openxmlformats.org/drawingml/2006/main">
            <a:off x="320040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C451E748-8A9A-4472-AD15-883E17EC1367}"/>
              </a:ext>
            </a:extLst>
          </p:cNvPr>
          <p:cNvSpPr>
            <a:spLocks xmlns:a="http://schemas.openxmlformats.org/drawingml/2006/main" noGrp="1"/>
          </p:cNvSpPr>
          <p:nvPr/>
        </p:nvSpPr>
        <p:spPr>
          <a:xfrm xmlns:a="http://schemas.openxmlformats.org/drawingml/2006/main">
            <a:off x="414337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49" name="">
            <a:extLst xmlns:a="http://schemas.openxmlformats.org/drawingml/2006/main">
              <a:ext uri="{FF2B5EF4-FFF2-40B4-BE49-F238E27FC236}">
                <a16:creationId xmlns:a16="http://schemas.microsoft.com/office/drawing/2014/main" id="{8C05F861-7C05-45E0-948F-4CF53F28C021}"/>
              </a:ext>
            </a:extLst>
          </p:cNvPr>
          <p:cNvSpPr>
            <a:spLocks xmlns:a="http://schemas.openxmlformats.org/drawingml/2006/main" noGrp="1"/>
          </p:cNvSpPr>
          <p:nvPr/>
        </p:nvSpPr>
        <p:spPr>
          <a:xfrm xmlns:a="http://schemas.openxmlformats.org/drawingml/2006/main">
            <a:off x="418147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0" name="">
            <a:extLst xmlns:a="http://schemas.openxmlformats.org/drawingml/2006/main">
              <a:ext uri="{FF2B5EF4-FFF2-40B4-BE49-F238E27FC236}">
                <a16:creationId xmlns:a16="http://schemas.microsoft.com/office/drawing/2014/main" id="{6D21CE3A-E57D-483B-A667-392ED0308C38}"/>
              </a:ext>
            </a:extLst>
          </p:cNvPr>
          <p:cNvSpPr>
            <a:spLocks xmlns:a="http://schemas.openxmlformats.org/drawingml/2006/main" noGrp="1"/>
          </p:cNvSpPr>
          <p:nvPr/>
        </p:nvSpPr>
        <p:spPr>
          <a:xfrm xmlns:a="http://schemas.openxmlformats.org/drawingml/2006/main">
            <a:off x="512445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51" name="">
            <a:extLst xmlns:a="http://schemas.openxmlformats.org/drawingml/2006/main">
              <a:ext uri="{FF2B5EF4-FFF2-40B4-BE49-F238E27FC236}">
                <a16:creationId xmlns:a16="http://schemas.microsoft.com/office/drawing/2014/main" id="{1061D2ED-D6AA-426A-AA40-94A0ABCDA9B6}"/>
              </a:ext>
            </a:extLst>
          </p:cNvPr>
          <p:cNvSpPr>
            <a:spLocks xmlns:a="http://schemas.openxmlformats.org/drawingml/2006/main" noGrp="1"/>
          </p:cNvSpPr>
          <p:nvPr/>
        </p:nvSpPr>
        <p:spPr>
          <a:xfrm xmlns:a="http://schemas.openxmlformats.org/drawingml/2006/main">
            <a:off x="516255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C9BDCDC9-BE9F-47D1-BC60-232EF4BE4E2D}"/>
              </a:ext>
            </a:extLst>
          </p:cNvPr>
          <p:cNvSpPr>
            <a:spLocks xmlns:a="http://schemas.openxmlformats.org/drawingml/2006/main" noGrp="1"/>
          </p:cNvSpPr>
          <p:nvPr/>
        </p:nvSpPr>
        <p:spPr>
          <a:xfrm xmlns:a="http://schemas.openxmlformats.org/drawingml/2006/main">
            <a:off x="610552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53" name="">
            <a:extLst xmlns:a="http://schemas.openxmlformats.org/drawingml/2006/main">
              <a:ext uri="{FF2B5EF4-FFF2-40B4-BE49-F238E27FC236}">
                <a16:creationId xmlns:a16="http://schemas.microsoft.com/office/drawing/2014/main" id="{D01BA4ED-27CA-448F-8130-55D311C902D7}"/>
              </a:ext>
            </a:extLst>
          </p:cNvPr>
          <p:cNvSpPr>
            <a:spLocks xmlns:a="http://schemas.openxmlformats.org/drawingml/2006/main" noGrp="1"/>
          </p:cNvSpPr>
          <p:nvPr/>
        </p:nvSpPr>
        <p:spPr>
          <a:xfrm xmlns:a="http://schemas.openxmlformats.org/drawingml/2006/main">
            <a:off x="614362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53C9E21B-F231-4B4B-A596-023CF4A091EF}"/>
              </a:ext>
            </a:extLst>
          </p:cNvPr>
          <p:cNvSpPr>
            <a:spLocks xmlns:a="http://schemas.openxmlformats.org/drawingml/2006/main" noGrp="1"/>
          </p:cNvSpPr>
          <p:nvPr/>
        </p:nvSpPr>
        <p:spPr>
          <a:xfrm xmlns:a="http://schemas.openxmlformats.org/drawingml/2006/main">
            <a:off x="514350" y="47244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6037DC70-E308-445A-9C29-03AA98F0E00F}"/>
              </a:ext>
            </a:extLst>
          </p:cNvPr>
          <p:cNvSpPr>
            <a:spLocks xmlns:a="http://schemas.openxmlformats.org/drawingml/2006/main" noGrp="1"/>
          </p:cNvSpPr>
          <p:nvPr/>
        </p:nvSpPr>
        <p:spPr>
          <a:xfrm xmlns:a="http://schemas.openxmlformats.org/drawingml/2006/main">
            <a:off x="628650" y="4857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4</a:t>
            </a:r>
          </a:p>
        </p:txBody>
      </p:sp>
      <p:sp>
        <p:nvSpPr>
          <p:cNvPr id="56" name="">
            <a:extLst xmlns:a="http://schemas.openxmlformats.org/drawingml/2006/main">
              <a:ext uri="{FF2B5EF4-FFF2-40B4-BE49-F238E27FC236}">
                <a16:creationId xmlns:a16="http://schemas.microsoft.com/office/drawing/2014/main" id="{C322163A-B64D-4284-A606-DBA4F27E4398}"/>
              </a:ext>
            </a:extLst>
          </p:cNvPr>
          <p:cNvSpPr>
            <a:spLocks xmlns:a="http://schemas.openxmlformats.org/drawingml/2006/main" noGrp="1"/>
          </p:cNvSpPr>
          <p:nvPr/>
        </p:nvSpPr>
        <p:spPr>
          <a:xfrm xmlns:a="http://schemas.openxmlformats.org/drawingml/2006/main">
            <a:off x="120015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57" name="">
            <a:extLst xmlns:a="http://schemas.openxmlformats.org/drawingml/2006/main">
              <a:ext uri="{FF2B5EF4-FFF2-40B4-BE49-F238E27FC236}">
                <a16:creationId xmlns:a16="http://schemas.microsoft.com/office/drawing/2014/main" id="{ED6479EE-7344-40DE-AADA-EF87CE1D3982}"/>
              </a:ext>
            </a:extLst>
          </p:cNvPr>
          <p:cNvSpPr>
            <a:spLocks xmlns:a="http://schemas.openxmlformats.org/drawingml/2006/main" noGrp="1"/>
          </p:cNvSpPr>
          <p:nvPr/>
        </p:nvSpPr>
        <p:spPr>
          <a:xfrm xmlns:a="http://schemas.openxmlformats.org/drawingml/2006/main">
            <a:off x="123825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436D3A77-3D84-4BF5-8774-DB3E0387086B}"/>
              </a:ext>
            </a:extLst>
          </p:cNvPr>
          <p:cNvSpPr>
            <a:spLocks xmlns:a="http://schemas.openxmlformats.org/drawingml/2006/main" noGrp="1"/>
          </p:cNvSpPr>
          <p:nvPr/>
        </p:nvSpPr>
        <p:spPr>
          <a:xfrm xmlns:a="http://schemas.openxmlformats.org/drawingml/2006/main">
            <a:off x="218122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59" name="">
            <a:extLst xmlns:a="http://schemas.openxmlformats.org/drawingml/2006/main">
              <a:ext uri="{FF2B5EF4-FFF2-40B4-BE49-F238E27FC236}">
                <a16:creationId xmlns:a16="http://schemas.microsoft.com/office/drawing/2014/main" id="{894A719D-C4D3-48B0-AFEF-C29C0ED9D1DB}"/>
              </a:ext>
            </a:extLst>
          </p:cNvPr>
          <p:cNvSpPr>
            <a:spLocks xmlns:a="http://schemas.openxmlformats.org/drawingml/2006/main" noGrp="1"/>
          </p:cNvSpPr>
          <p:nvPr/>
        </p:nvSpPr>
        <p:spPr>
          <a:xfrm xmlns:a="http://schemas.openxmlformats.org/drawingml/2006/main">
            <a:off x="221932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0" name="">
            <a:extLst xmlns:a="http://schemas.openxmlformats.org/drawingml/2006/main">
              <a:ext uri="{FF2B5EF4-FFF2-40B4-BE49-F238E27FC236}">
                <a16:creationId xmlns:a16="http://schemas.microsoft.com/office/drawing/2014/main" id="{1ACCE66F-9D49-4813-A365-BD35C4DF4209}"/>
              </a:ext>
            </a:extLst>
          </p:cNvPr>
          <p:cNvSpPr>
            <a:spLocks xmlns:a="http://schemas.openxmlformats.org/drawingml/2006/main" noGrp="1"/>
          </p:cNvSpPr>
          <p:nvPr/>
        </p:nvSpPr>
        <p:spPr>
          <a:xfrm xmlns:a="http://schemas.openxmlformats.org/drawingml/2006/main">
            <a:off x="316230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61" name="">
            <a:extLst xmlns:a="http://schemas.openxmlformats.org/drawingml/2006/main">
              <a:ext uri="{FF2B5EF4-FFF2-40B4-BE49-F238E27FC236}">
                <a16:creationId xmlns:a16="http://schemas.microsoft.com/office/drawing/2014/main" id="{CDAC9530-63D6-478C-92E7-E390872A1A13}"/>
              </a:ext>
            </a:extLst>
          </p:cNvPr>
          <p:cNvSpPr>
            <a:spLocks xmlns:a="http://schemas.openxmlformats.org/drawingml/2006/main" noGrp="1"/>
          </p:cNvSpPr>
          <p:nvPr/>
        </p:nvSpPr>
        <p:spPr>
          <a:xfrm xmlns:a="http://schemas.openxmlformats.org/drawingml/2006/main">
            <a:off x="320040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2" name="">
            <a:extLst xmlns:a="http://schemas.openxmlformats.org/drawingml/2006/main">
              <a:ext uri="{FF2B5EF4-FFF2-40B4-BE49-F238E27FC236}">
                <a16:creationId xmlns:a16="http://schemas.microsoft.com/office/drawing/2014/main" id="{524743C6-7836-480E-93CE-FC353DEA5BC9}"/>
              </a:ext>
            </a:extLst>
          </p:cNvPr>
          <p:cNvSpPr>
            <a:spLocks xmlns:a="http://schemas.openxmlformats.org/drawingml/2006/main" noGrp="1"/>
          </p:cNvSpPr>
          <p:nvPr/>
        </p:nvSpPr>
        <p:spPr>
          <a:xfrm xmlns:a="http://schemas.openxmlformats.org/drawingml/2006/main">
            <a:off x="414337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63" name="">
            <a:extLst xmlns:a="http://schemas.openxmlformats.org/drawingml/2006/main">
              <a:ext uri="{FF2B5EF4-FFF2-40B4-BE49-F238E27FC236}">
                <a16:creationId xmlns:a16="http://schemas.microsoft.com/office/drawing/2014/main" id="{4EFCACD0-62AB-4132-90F4-174C4A5C600E}"/>
              </a:ext>
            </a:extLst>
          </p:cNvPr>
          <p:cNvSpPr>
            <a:spLocks xmlns:a="http://schemas.openxmlformats.org/drawingml/2006/main" noGrp="1"/>
          </p:cNvSpPr>
          <p:nvPr/>
        </p:nvSpPr>
        <p:spPr>
          <a:xfrm xmlns:a="http://schemas.openxmlformats.org/drawingml/2006/main">
            <a:off x="418147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26F8409D-7772-4FE8-B3FB-54C11DE096B2}"/>
              </a:ext>
            </a:extLst>
          </p:cNvPr>
          <p:cNvSpPr>
            <a:spLocks xmlns:a="http://schemas.openxmlformats.org/drawingml/2006/main" noGrp="1"/>
          </p:cNvSpPr>
          <p:nvPr/>
        </p:nvSpPr>
        <p:spPr>
          <a:xfrm xmlns:a="http://schemas.openxmlformats.org/drawingml/2006/main">
            <a:off x="512445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65" name="">
            <a:extLst xmlns:a="http://schemas.openxmlformats.org/drawingml/2006/main">
              <a:ext uri="{FF2B5EF4-FFF2-40B4-BE49-F238E27FC236}">
                <a16:creationId xmlns:a16="http://schemas.microsoft.com/office/drawing/2014/main" id="{A5382593-C8F8-4EBF-A092-863870F60C31}"/>
              </a:ext>
            </a:extLst>
          </p:cNvPr>
          <p:cNvSpPr>
            <a:spLocks xmlns:a="http://schemas.openxmlformats.org/drawingml/2006/main" noGrp="1"/>
          </p:cNvSpPr>
          <p:nvPr/>
        </p:nvSpPr>
        <p:spPr>
          <a:xfrm xmlns:a="http://schemas.openxmlformats.org/drawingml/2006/main">
            <a:off x="516255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631974A8-B965-4BC5-9A92-49A5DFED928E}"/>
              </a:ext>
            </a:extLst>
          </p:cNvPr>
          <p:cNvSpPr>
            <a:spLocks xmlns:a="http://schemas.openxmlformats.org/drawingml/2006/main" noGrp="1"/>
          </p:cNvSpPr>
          <p:nvPr/>
        </p:nvSpPr>
        <p:spPr>
          <a:xfrm xmlns:a="http://schemas.openxmlformats.org/drawingml/2006/main">
            <a:off x="610552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67" name="">
            <a:extLst xmlns:a="http://schemas.openxmlformats.org/drawingml/2006/main">
              <a:ext uri="{FF2B5EF4-FFF2-40B4-BE49-F238E27FC236}">
                <a16:creationId xmlns:a16="http://schemas.microsoft.com/office/drawing/2014/main" id="{11F76025-40B8-4810-A541-EFCF19CEADE1}"/>
              </a:ext>
            </a:extLst>
          </p:cNvPr>
          <p:cNvSpPr>
            <a:spLocks xmlns:a="http://schemas.openxmlformats.org/drawingml/2006/main" noGrp="1"/>
          </p:cNvSpPr>
          <p:nvPr/>
        </p:nvSpPr>
        <p:spPr>
          <a:xfrm xmlns:a="http://schemas.openxmlformats.org/drawingml/2006/main">
            <a:off x="614362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F1FC2608-82C8-41B0-AF73-070AC0CD8398}"/>
              </a:ext>
            </a:extLst>
          </p:cNvPr>
          <p:cNvSpPr>
            <a:spLocks xmlns:a="http://schemas.openxmlformats.org/drawingml/2006/main" noGrp="1"/>
          </p:cNvSpPr>
          <p:nvPr/>
        </p:nvSpPr>
        <p:spPr>
          <a:xfrm xmlns:a="http://schemas.openxmlformats.org/drawingml/2006/main">
            <a:off x="514350" y="55626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69" name="">
            <a:extLst xmlns:a="http://schemas.openxmlformats.org/drawingml/2006/main">
              <a:ext uri="{FF2B5EF4-FFF2-40B4-BE49-F238E27FC236}">
                <a16:creationId xmlns:a16="http://schemas.microsoft.com/office/drawing/2014/main" id="{FD406AA3-0BEE-426E-B7BF-44C6E4496B07}"/>
              </a:ext>
            </a:extLst>
          </p:cNvPr>
          <p:cNvSpPr>
            <a:spLocks xmlns:a="http://schemas.openxmlformats.org/drawingml/2006/main" noGrp="1"/>
          </p:cNvSpPr>
          <p:nvPr/>
        </p:nvSpPr>
        <p:spPr>
          <a:xfrm xmlns:a="http://schemas.openxmlformats.org/drawingml/2006/main">
            <a:off x="628650" y="56959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5</a:t>
            </a:r>
          </a:p>
        </p:txBody>
      </p:sp>
      <p:sp>
        <p:nvSpPr>
          <p:cNvPr id="70" name="">
            <a:extLst xmlns:a="http://schemas.openxmlformats.org/drawingml/2006/main">
              <a:ext uri="{FF2B5EF4-FFF2-40B4-BE49-F238E27FC236}">
                <a16:creationId xmlns:a16="http://schemas.microsoft.com/office/drawing/2014/main" id="{1D636B16-8B00-4F57-874D-D1D11FBD1476}"/>
              </a:ext>
            </a:extLst>
          </p:cNvPr>
          <p:cNvSpPr>
            <a:spLocks xmlns:a="http://schemas.openxmlformats.org/drawingml/2006/main" noGrp="1"/>
          </p:cNvSpPr>
          <p:nvPr/>
        </p:nvSpPr>
        <p:spPr>
          <a:xfrm xmlns:a="http://schemas.openxmlformats.org/drawingml/2006/main">
            <a:off x="120015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71" name="">
            <a:extLst xmlns:a="http://schemas.openxmlformats.org/drawingml/2006/main">
              <a:ext uri="{FF2B5EF4-FFF2-40B4-BE49-F238E27FC236}">
                <a16:creationId xmlns:a16="http://schemas.microsoft.com/office/drawing/2014/main" id="{22C0DEAA-40AF-40FD-93B9-177C0C951946}"/>
              </a:ext>
            </a:extLst>
          </p:cNvPr>
          <p:cNvSpPr>
            <a:spLocks xmlns:a="http://schemas.openxmlformats.org/drawingml/2006/main" noGrp="1"/>
          </p:cNvSpPr>
          <p:nvPr/>
        </p:nvSpPr>
        <p:spPr>
          <a:xfrm xmlns:a="http://schemas.openxmlformats.org/drawingml/2006/main">
            <a:off x="123825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426B49A3-9561-42C8-9992-674FC819089A}"/>
              </a:ext>
            </a:extLst>
          </p:cNvPr>
          <p:cNvSpPr>
            <a:spLocks xmlns:a="http://schemas.openxmlformats.org/drawingml/2006/main" noGrp="1"/>
          </p:cNvSpPr>
          <p:nvPr/>
        </p:nvSpPr>
        <p:spPr>
          <a:xfrm xmlns:a="http://schemas.openxmlformats.org/drawingml/2006/main">
            <a:off x="218122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73" name="">
            <a:extLst xmlns:a="http://schemas.openxmlformats.org/drawingml/2006/main">
              <a:ext uri="{FF2B5EF4-FFF2-40B4-BE49-F238E27FC236}">
                <a16:creationId xmlns:a16="http://schemas.microsoft.com/office/drawing/2014/main" id="{89687CA6-68DE-4160-8C95-045230567A72}"/>
              </a:ext>
            </a:extLst>
          </p:cNvPr>
          <p:cNvSpPr>
            <a:spLocks xmlns:a="http://schemas.openxmlformats.org/drawingml/2006/main" noGrp="1"/>
          </p:cNvSpPr>
          <p:nvPr/>
        </p:nvSpPr>
        <p:spPr>
          <a:xfrm xmlns:a="http://schemas.openxmlformats.org/drawingml/2006/main">
            <a:off x="221932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4" name="">
            <a:extLst xmlns:a="http://schemas.openxmlformats.org/drawingml/2006/main">
              <a:ext uri="{FF2B5EF4-FFF2-40B4-BE49-F238E27FC236}">
                <a16:creationId xmlns:a16="http://schemas.microsoft.com/office/drawing/2014/main" id="{948C59E3-FDFF-44EA-95F8-B76E93C6E560}"/>
              </a:ext>
            </a:extLst>
          </p:cNvPr>
          <p:cNvSpPr>
            <a:spLocks xmlns:a="http://schemas.openxmlformats.org/drawingml/2006/main" noGrp="1"/>
          </p:cNvSpPr>
          <p:nvPr/>
        </p:nvSpPr>
        <p:spPr>
          <a:xfrm xmlns:a="http://schemas.openxmlformats.org/drawingml/2006/main">
            <a:off x="316230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75" name="">
            <a:extLst xmlns:a="http://schemas.openxmlformats.org/drawingml/2006/main">
              <a:ext uri="{FF2B5EF4-FFF2-40B4-BE49-F238E27FC236}">
                <a16:creationId xmlns:a16="http://schemas.microsoft.com/office/drawing/2014/main" id="{1E187BE1-C55B-4831-A22C-A774868F0DCD}"/>
              </a:ext>
            </a:extLst>
          </p:cNvPr>
          <p:cNvSpPr>
            <a:spLocks xmlns:a="http://schemas.openxmlformats.org/drawingml/2006/main" noGrp="1"/>
          </p:cNvSpPr>
          <p:nvPr/>
        </p:nvSpPr>
        <p:spPr>
          <a:xfrm xmlns:a="http://schemas.openxmlformats.org/drawingml/2006/main">
            <a:off x="320040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6" name="">
            <a:extLst xmlns:a="http://schemas.openxmlformats.org/drawingml/2006/main">
              <a:ext uri="{FF2B5EF4-FFF2-40B4-BE49-F238E27FC236}">
                <a16:creationId xmlns:a16="http://schemas.microsoft.com/office/drawing/2014/main" id="{D246727F-3E98-4E37-BB30-6A2D5203DB62}"/>
              </a:ext>
            </a:extLst>
          </p:cNvPr>
          <p:cNvSpPr>
            <a:spLocks xmlns:a="http://schemas.openxmlformats.org/drawingml/2006/main" noGrp="1"/>
          </p:cNvSpPr>
          <p:nvPr/>
        </p:nvSpPr>
        <p:spPr>
          <a:xfrm xmlns:a="http://schemas.openxmlformats.org/drawingml/2006/main">
            <a:off x="414337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77" name="">
            <a:extLst xmlns:a="http://schemas.openxmlformats.org/drawingml/2006/main">
              <a:ext uri="{FF2B5EF4-FFF2-40B4-BE49-F238E27FC236}">
                <a16:creationId xmlns:a16="http://schemas.microsoft.com/office/drawing/2014/main" id="{A0EF31E7-C16F-4857-947B-BAB340A43F8E}"/>
              </a:ext>
            </a:extLst>
          </p:cNvPr>
          <p:cNvSpPr>
            <a:spLocks xmlns:a="http://schemas.openxmlformats.org/drawingml/2006/main" noGrp="1"/>
          </p:cNvSpPr>
          <p:nvPr/>
        </p:nvSpPr>
        <p:spPr>
          <a:xfrm xmlns:a="http://schemas.openxmlformats.org/drawingml/2006/main">
            <a:off x="418147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8" name="">
            <a:extLst xmlns:a="http://schemas.openxmlformats.org/drawingml/2006/main">
              <a:ext uri="{FF2B5EF4-FFF2-40B4-BE49-F238E27FC236}">
                <a16:creationId xmlns:a16="http://schemas.microsoft.com/office/drawing/2014/main" id="{1C815D68-8CE7-451C-93E8-B2D96C273F2F}"/>
              </a:ext>
            </a:extLst>
          </p:cNvPr>
          <p:cNvSpPr>
            <a:spLocks xmlns:a="http://schemas.openxmlformats.org/drawingml/2006/main" noGrp="1"/>
          </p:cNvSpPr>
          <p:nvPr/>
        </p:nvSpPr>
        <p:spPr>
          <a:xfrm xmlns:a="http://schemas.openxmlformats.org/drawingml/2006/main">
            <a:off x="512445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79" name="">
            <a:extLst xmlns:a="http://schemas.openxmlformats.org/drawingml/2006/main">
              <a:ext uri="{FF2B5EF4-FFF2-40B4-BE49-F238E27FC236}">
                <a16:creationId xmlns:a16="http://schemas.microsoft.com/office/drawing/2014/main" id="{7A33ECA8-FEC8-4AE4-9614-43D96B933E95}"/>
              </a:ext>
            </a:extLst>
          </p:cNvPr>
          <p:cNvSpPr>
            <a:spLocks xmlns:a="http://schemas.openxmlformats.org/drawingml/2006/main" noGrp="1"/>
          </p:cNvSpPr>
          <p:nvPr/>
        </p:nvSpPr>
        <p:spPr>
          <a:xfrm xmlns:a="http://schemas.openxmlformats.org/drawingml/2006/main">
            <a:off x="516255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0" name="">
            <a:extLst xmlns:a="http://schemas.openxmlformats.org/drawingml/2006/main">
              <a:ext uri="{FF2B5EF4-FFF2-40B4-BE49-F238E27FC236}">
                <a16:creationId xmlns:a16="http://schemas.microsoft.com/office/drawing/2014/main" id="{71AD65CA-6786-4348-9444-18FD55FD9BE0}"/>
              </a:ext>
            </a:extLst>
          </p:cNvPr>
          <p:cNvSpPr>
            <a:spLocks xmlns:a="http://schemas.openxmlformats.org/drawingml/2006/main" noGrp="1"/>
          </p:cNvSpPr>
          <p:nvPr/>
        </p:nvSpPr>
        <p:spPr>
          <a:xfrm xmlns:a="http://schemas.openxmlformats.org/drawingml/2006/main">
            <a:off x="610552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81" name="">
            <a:extLst xmlns:a="http://schemas.openxmlformats.org/drawingml/2006/main">
              <a:ext uri="{FF2B5EF4-FFF2-40B4-BE49-F238E27FC236}">
                <a16:creationId xmlns:a16="http://schemas.microsoft.com/office/drawing/2014/main" id="{5E1D82FF-8431-43C5-897B-67802E00547B}"/>
              </a:ext>
            </a:extLst>
          </p:cNvPr>
          <p:cNvSpPr>
            <a:spLocks xmlns:a="http://schemas.openxmlformats.org/drawingml/2006/main" noGrp="1"/>
          </p:cNvSpPr>
          <p:nvPr/>
        </p:nvSpPr>
        <p:spPr>
          <a:xfrm xmlns:a="http://schemas.openxmlformats.org/drawingml/2006/main">
            <a:off x="614362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17766CE0-B317-47FD-9904-3CB30F2BB5D4}"/>
              </a:ext>
            </a:extLst>
          </p:cNvPr>
          <p:cNvSpPr>
            <a:spLocks xmlns:a="http://schemas.openxmlformats.org/drawingml/2006/main" noGrp="1"/>
          </p:cNvSpPr>
          <p:nvPr/>
        </p:nvSpPr>
        <p:spPr>
          <a:xfrm xmlns:a="http://schemas.openxmlformats.org/drawingml/2006/main">
            <a:off x="514350" y="6400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83" name="">
            <a:extLst xmlns:a="http://schemas.openxmlformats.org/drawingml/2006/main">
              <a:ext uri="{FF2B5EF4-FFF2-40B4-BE49-F238E27FC236}">
                <a16:creationId xmlns:a16="http://schemas.microsoft.com/office/drawing/2014/main" id="{A9FAF4C3-420D-4E37-95F6-35A8FF02E36A}"/>
              </a:ext>
            </a:extLst>
          </p:cNvPr>
          <p:cNvSpPr>
            <a:spLocks xmlns:a="http://schemas.openxmlformats.org/drawingml/2006/main" noGrp="1"/>
          </p:cNvSpPr>
          <p:nvPr/>
        </p:nvSpPr>
        <p:spPr>
          <a:xfrm xmlns:a="http://schemas.openxmlformats.org/drawingml/2006/main">
            <a:off x="628650" y="6534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6</a:t>
            </a:r>
          </a:p>
        </p:txBody>
      </p:sp>
      <p:sp>
        <p:nvSpPr>
          <p:cNvPr id="84" name="">
            <a:extLst xmlns:a="http://schemas.openxmlformats.org/drawingml/2006/main">
              <a:ext uri="{FF2B5EF4-FFF2-40B4-BE49-F238E27FC236}">
                <a16:creationId xmlns:a16="http://schemas.microsoft.com/office/drawing/2014/main" id="{90C66BBE-9041-4BD8-8D86-91D24E86F764}"/>
              </a:ext>
            </a:extLst>
          </p:cNvPr>
          <p:cNvSpPr>
            <a:spLocks xmlns:a="http://schemas.openxmlformats.org/drawingml/2006/main" noGrp="1"/>
          </p:cNvSpPr>
          <p:nvPr/>
        </p:nvSpPr>
        <p:spPr>
          <a:xfrm xmlns:a="http://schemas.openxmlformats.org/drawingml/2006/main">
            <a:off x="120015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85" name="">
            <a:extLst xmlns:a="http://schemas.openxmlformats.org/drawingml/2006/main">
              <a:ext uri="{FF2B5EF4-FFF2-40B4-BE49-F238E27FC236}">
                <a16:creationId xmlns:a16="http://schemas.microsoft.com/office/drawing/2014/main" id="{F29448B0-BC17-4640-AD8A-12B212ECFC89}"/>
              </a:ext>
            </a:extLst>
          </p:cNvPr>
          <p:cNvSpPr>
            <a:spLocks xmlns:a="http://schemas.openxmlformats.org/drawingml/2006/main" noGrp="1"/>
          </p:cNvSpPr>
          <p:nvPr/>
        </p:nvSpPr>
        <p:spPr>
          <a:xfrm xmlns:a="http://schemas.openxmlformats.org/drawingml/2006/main">
            <a:off x="123825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A6255F7A-BD30-4F2F-8990-8C0829A71C21}"/>
              </a:ext>
            </a:extLst>
          </p:cNvPr>
          <p:cNvSpPr>
            <a:spLocks xmlns:a="http://schemas.openxmlformats.org/drawingml/2006/main" noGrp="1"/>
          </p:cNvSpPr>
          <p:nvPr/>
        </p:nvSpPr>
        <p:spPr>
          <a:xfrm xmlns:a="http://schemas.openxmlformats.org/drawingml/2006/main">
            <a:off x="218122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87" name="">
            <a:extLst xmlns:a="http://schemas.openxmlformats.org/drawingml/2006/main">
              <a:ext uri="{FF2B5EF4-FFF2-40B4-BE49-F238E27FC236}">
                <a16:creationId xmlns:a16="http://schemas.microsoft.com/office/drawing/2014/main" id="{8BC9A682-531A-4087-B7F0-15E176736E8D}"/>
              </a:ext>
            </a:extLst>
          </p:cNvPr>
          <p:cNvSpPr>
            <a:spLocks xmlns:a="http://schemas.openxmlformats.org/drawingml/2006/main" noGrp="1"/>
          </p:cNvSpPr>
          <p:nvPr/>
        </p:nvSpPr>
        <p:spPr>
          <a:xfrm xmlns:a="http://schemas.openxmlformats.org/drawingml/2006/main">
            <a:off x="221932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784E1E55-9E3E-4934-BB18-ED6AEED30A38}"/>
              </a:ext>
            </a:extLst>
          </p:cNvPr>
          <p:cNvSpPr>
            <a:spLocks xmlns:a="http://schemas.openxmlformats.org/drawingml/2006/main" noGrp="1"/>
          </p:cNvSpPr>
          <p:nvPr/>
        </p:nvSpPr>
        <p:spPr>
          <a:xfrm xmlns:a="http://schemas.openxmlformats.org/drawingml/2006/main">
            <a:off x="316230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89" name="">
            <a:extLst xmlns:a="http://schemas.openxmlformats.org/drawingml/2006/main">
              <a:ext uri="{FF2B5EF4-FFF2-40B4-BE49-F238E27FC236}">
                <a16:creationId xmlns:a16="http://schemas.microsoft.com/office/drawing/2014/main" id="{69695FA0-6D00-4DC1-960F-8B514FD9AB0B}"/>
              </a:ext>
            </a:extLst>
          </p:cNvPr>
          <p:cNvSpPr>
            <a:spLocks xmlns:a="http://schemas.openxmlformats.org/drawingml/2006/main" noGrp="1"/>
          </p:cNvSpPr>
          <p:nvPr/>
        </p:nvSpPr>
        <p:spPr>
          <a:xfrm xmlns:a="http://schemas.openxmlformats.org/drawingml/2006/main">
            <a:off x="320040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0" name="">
            <a:extLst xmlns:a="http://schemas.openxmlformats.org/drawingml/2006/main">
              <a:ext uri="{FF2B5EF4-FFF2-40B4-BE49-F238E27FC236}">
                <a16:creationId xmlns:a16="http://schemas.microsoft.com/office/drawing/2014/main" id="{F0D56173-CEC7-4663-90F2-348C008F87BC}"/>
              </a:ext>
            </a:extLst>
          </p:cNvPr>
          <p:cNvSpPr>
            <a:spLocks xmlns:a="http://schemas.openxmlformats.org/drawingml/2006/main" noGrp="1"/>
          </p:cNvSpPr>
          <p:nvPr/>
        </p:nvSpPr>
        <p:spPr>
          <a:xfrm xmlns:a="http://schemas.openxmlformats.org/drawingml/2006/main">
            <a:off x="414337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91" name="">
            <a:extLst xmlns:a="http://schemas.openxmlformats.org/drawingml/2006/main">
              <a:ext uri="{FF2B5EF4-FFF2-40B4-BE49-F238E27FC236}">
                <a16:creationId xmlns:a16="http://schemas.microsoft.com/office/drawing/2014/main" id="{76AC0191-DF86-4D55-BE87-C366382E5A3A}"/>
              </a:ext>
            </a:extLst>
          </p:cNvPr>
          <p:cNvSpPr>
            <a:spLocks xmlns:a="http://schemas.openxmlformats.org/drawingml/2006/main" noGrp="1"/>
          </p:cNvSpPr>
          <p:nvPr/>
        </p:nvSpPr>
        <p:spPr>
          <a:xfrm xmlns:a="http://schemas.openxmlformats.org/drawingml/2006/main">
            <a:off x="418147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006CD35F-74FC-4284-8DB8-6FB6C2AD742F}"/>
              </a:ext>
            </a:extLst>
          </p:cNvPr>
          <p:cNvSpPr>
            <a:spLocks xmlns:a="http://schemas.openxmlformats.org/drawingml/2006/main" noGrp="1"/>
          </p:cNvSpPr>
          <p:nvPr/>
        </p:nvSpPr>
        <p:spPr>
          <a:xfrm xmlns:a="http://schemas.openxmlformats.org/drawingml/2006/main">
            <a:off x="512445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93" name="">
            <a:extLst xmlns:a="http://schemas.openxmlformats.org/drawingml/2006/main">
              <a:ext uri="{FF2B5EF4-FFF2-40B4-BE49-F238E27FC236}">
                <a16:creationId xmlns:a16="http://schemas.microsoft.com/office/drawing/2014/main" id="{30591046-C7A5-4C08-A17C-C3FE75D4EB29}"/>
              </a:ext>
            </a:extLst>
          </p:cNvPr>
          <p:cNvSpPr>
            <a:spLocks xmlns:a="http://schemas.openxmlformats.org/drawingml/2006/main" noGrp="1"/>
          </p:cNvSpPr>
          <p:nvPr/>
        </p:nvSpPr>
        <p:spPr>
          <a:xfrm xmlns:a="http://schemas.openxmlformats.org/drawingml/2006/main">
            <a:off x="516255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4" name="">
            <a:extLst xmlns:a="http://schemas.openxmlformats.org/drawingml/2006/main">
              <a:ext uri="{FF2B5EF4-FFF2-40B4-BE49-F238E27FC236}">
                <a16:creationId xmlns:a16="http://schemas.microsoft.com/office/drawing/2014/main" id="{2431840D-1DD3-4E1B-A780-731262E02473}"/>
              </a:ext>
            </a:extLst>
          </p:cNvPr>
          <p:cNvSpPr>
            <a:spLocks xmlns:a="http://schemas.openxmlformats.org/drawingml/2006/main" noGrp="1"/>
          </p:cNvSpPr>
          <p:nvPr/>
        </p:nvSpPr>
        <p:spPr>
          <a:xfrm xmlns:a="http://schemas.openxmlformats.org/drawingml/2006/main">
            <a:off x="610552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95" name="">
            <a:extLst xmlns:a="http://schemas.openxmlformats.org/drawingml/2006/main">
              <a:ext uri="{FF2B5EF4-FFF2-40B4-BE49-F238E27FC236}">
                <a16:creationId xmlns:a16="http://schemas.microsoft.com/office/drawing/2014/main" id="{03BE5FB8-5CEC-4846-B444-C91E315FEC90}"/>
              </a:ext>
            </a:extLst>
          </p:cNvPr>
          <p:cNvSpPr>
            <a:spLocks xmlns:a="http://schemas.openxmlformats.org/drawingml/2006/main" noGrp="1"/>
          </p:cNvSpPr>
          <p:nvPr/>
        </p:nvSpPr>
        <p:spPr>
          <a:xfrm xmlns:a="http://schemas.openxmlformats.org/drawingml/2006/main">
            <a:off x="614362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C354D26A-2133-4E9B-B058-5299BEB70BD3}"/>
              </a:ext>
            </a:extLst>
          </p:cNvPr>
          <p:cNvSpPr>
            <a:spLocks xmlns:a="http://schemas.openxmlformats.org/drawingml/2006/main" noGrp="1"/>
          </p:cNvSpPr>
          <p:nvPr/>
        </p:nvSpPr>
        <p:spPr>
          <a:xfrm xmlns:a="http://schemas.openxmlformats.org/drawingml/2006/main">
            <a:off x="514350" y="7239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97" name="">
            <a:extLst xmlns:a="http://schemas.openxmlformats.org/drawingml/2006/main">
              <a:ext uri="{FF2B5EF4-FFF2-40B4-BE49-F238E27FC236}">
                <a16:creationId xmlns:a16="http://schemas.microsoft.com/office/drawing/2014/main" id="{0D015AF4-7B3A-4D4D-930D-377FED3DB4E4}"/>
              </a:ext>
            </a:extLst>
          </p:cNvPr>
          <p:cNvSpPr>
            <a:spLocks xmlns:a="http://schemas.openxmlformats.org/drawingml/2006/main" noGrp="1"/>
          </p:cNvSpPr>
          <p:nvPr/>
        </p:nvSpPr>
        <p:spPr>
          <a:xfrm xmlns:a="http://schemas.openxmlformats.org/drawingml/2006/main">
            <a:off x="628650" y="7372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7</a:t>
            </a:r>
          </a:p>
        </p:txBody>
      </p:sp>
      <p:sp>
        <p:nvSpPr>
          <p:cNvPr id="98" name="">
            <a:extLst xmlns:a="http://schemas.openxmlformats.org/drawingml/2006/main">
              <a:ext uri="{FF2B5EF4-FFF2-40B4-BE49-F238E27FC236}">
                <a16:creationId xmlns:a16="http://schemas.microsoft.com/office/drawing/2014/main" id="{346740C8-3357-4C54-8ADB-6140AE48896E}"/>
              </a:ext>
            </a:extLst>
          </p:cNvPr>
          <p:cNvSpPr>
            <a:spLocks xmlns:a="http://schemas.openxmlformats.org/drawingml/2006/main" noGrp="1"/>
          </p:cNvSpPr>
          <p:nvPr/>
        </p:nvSpPr>
        <p:spPr>
          <a:xfrm xmlns:a="http://schemas.openxmlformats.org/drawingml/2006/main">
            <a:off x="120015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Water</a:t>
            </a:r>
          </a:p>
        </p:txBody>
      </p:sp>
      <p:sp>
        <p:nvSpPr>
          <p:cNvPr id="99" name="">
            <a:extLst xmlns:a="http://schemas.openxmlformats.org/drawingml/2006/main">
              <a:ext uri="{FF2B5EF4-FFF2-40B4-BE49-F238E27FC236}">
                <a16:creationId xmlns:a16="http://schemas.microsoft.com/office/drawing/2014/main" id="{C2ED8DBA-B4A0-411D-A769-512B39C20DCA}"/>
              </a:ext>
            </a:extLst>
          </p:cNvPr>
          <p:cNvSpPr>
            <a:spLocks xmlns:a="http://schemas.openxmlformats.org/drawingml/2006/main" noGrp="1"/>
          </p:cNvSpPr>
          <p:nvPr/>
        </p:nvSpPr>
        <p:spPr>
          <a:xfrm xmlns:a="http://schemas.openxmlformats.org/drawingml/2006/main">
            <a:off x="123825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6E23D321-AD14-4C3B-830D-4A1E4ABE7A00}"/>
              </a:ext>
            </a:extLst>
          </p:cNvPr>
          <p:cNvSpPr>
            <a:spLocks xmlns:a="http://schemas.openxmlformats.org/drawingml/2006/main" noGrp="1"/>
          </p:cNvSpPr>
          <p:nvPr/>
        </p:nvSpPr>
        <p:spPr>
          <a:xfrm xmlns:a="http://schemas.openxmlformats.org/drawingml/2006/main">
            <a:off x="218122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Sweet drinks</a:t>
            </a:r>
          </a:p>
        </p:txBody>
      </p:sp>
      <p:sp>
        <p:nvSpPr>
          <p:cNvPr id="101" name="">
            <a:extLst xmlns:a="http://schemas.openxmlformats.org/drawingml/2006/main">
              <a:ext uri="{FF2B5EF4-FFF2-40B4-BE49-F238E27FC236}">
                <a16:creationId xmlns:a16="http://schemas.microsoft.com/office/drawing/2014/main" id="{1D1F0DD6-5AD4-4240-8174-95482B517171}"/>
              </a:ext>
            </a:extLst>
          </p:cNvPr>
          <p:cNvSpPr>
            <a:spLocks xmlns:a="http://schemas.openxmlformats.org/drawingml/2006/main" noGrp="1"/>
          </p:cNvSpPr>
          <p:nvPr/>
        </p:nvSpPr>
        <p:spPr>
          <a:xfrm xmlns:a="http://schemas.openxmlformats.org/drawingml/2006/main">
            <a:off x="221932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0A9B24E3-9B56-4C7C-95C9-B9E6563CC994}"/>
              </a:ext>
            </a:extLst>
          </p:cNvPr>
          <p:cNvSpPr>
            <a:spLocks xmlns:a="http://schemas.openxmlformats.org/drawingml/2006/main" noGrp="1"/>
          </p:cNvSpPr>
          <p:nvPr/>
        </p:nvSpPr>
        <p:spPr>
          <a:xfrm xmlns:a="http://schemas.openxmlformats.org/drawingml/2006/main">
            <a:off x="316230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Coffee/tea additions</a:t>
            </a:r>
          </a:p>
        </p:txBody>
      </p:sp>
      <p:sp>
        <p:nvSpPr>
          <p:cNvPr id="103" name="">
            <a:extLst xmlns:a="http://schemas.openxmlformats.org/drawingml/2006/main">
              <a:ext uri="{FF2B5EF4-FFF2-40B4-BE49-F238E27FC236}">
                <a16:creationId xmlns:a16="http://schemas.microsoft.com/office/drawing/2014/main" id="{92BADF15-C686-42FC-A564-18968C9B5448}"/>
              </a:ext>
            </a:extLst>
          </p:cNvPr>
          <p:cNvSpPr>
            <a:spLocks xmlns:a="http://schemas.openxmlformats.org/drawingml/2006/main" noGrp="1"/>
          </p:cNvSpPr>
          <p:nvPr/>
        </p:nvSpPr>
        <p:spPr>
          <a:xfrm xmlns:a="http://schemas.openxmlformats.org/drawingml/2006/main">
            <a:off x="320040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4" name="">
            <a:extLst xmlns:a="http://schemas.openxmlformats.org/drawingml/2006/main">
              <a:ext uri="{FF2B5EF4-FFF2-40B4-BE49-F238E27FC236}">
                <a16:creationId xmlns:a16="http://schemas.microsoft.com/office/drawing/2014/main" id="{D9088025-306F-4D9E-AA8A-810EB087E962}"/>
              </a:ext>
            </a:extLst>
          </p:cNvPr>
          <p:cNvSpPr>
            <a:spLocks xmlns:a="http://schemas.openxmlformats.org/drawingml/2006/main" noGrp="1"/>
          </p:cNvSpPr>
          <p:nvPr/>
        </p:nvSpPr>
        <p:spPr>
          <a:xfrm xmlns:a="http://schemas.openxmlformats.org/drawingml/2006/main">
            <a:off x="414337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Juice</a:t>
            </a:r>
          </a:p>
        </p:txBody>
      </p:sp>
      <p:sp>
        <p:nvSpPr>
          <p:cNvPr id="105" name="">
            <a:extLst xmlns:a="http://schemas.openxmlformats.org/drawingml/2006/main">
              <a:ext uri="{FF2B5EF4-FFF2-40B4-BE49-F238E27FC236}">
                <a16:creationId xmlns:a16="http://schemas.microsoft.com/office/drawing/2014/main" id="{5498259D-8BA3-486D-84C6-5601BA1647CF}"/>
              </a:ext>
            </a:extLst>
          </p:cNvPr>
          <p:cNvSpPr>
            <a:spLocks xmlns:a="http://schemas.openxmlformats.org/drawingml/2006/main" noGrp="1"/>
          </p:cNvSpPr>
          <p:nvPr/>
        </p:nvSpPr>
        <p:spPr>
          <a:xfrm xmlns:a="http://schemas.openxmlformats.org/drawingml/2006/main">
            <a:off x="418147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6" name="">
            <a:extLst xmlns:a="http://schemas.openxmlformats.org/drawingml/2006/main">
              <a:ext uri="{FF2B5EF4-FFF2-40B4-BE49-F238E27FC236}">
                <a16:creationId xmlns:a16="http://schemas.microsoft.com/office/drawing/2014/main" id="{649C8C38-2571-4689-AF6F-9B2B9A4808EB}"/>
              </a:ext>
            </a:extLst>
          </p:cNvPr>
          <p:cNvSpPr>
            <a:spLocks xmlns:a="http://schemas.openxmlformats.org/drawingml/2006/main" noGrp="1"/>
          </p:cNvSpPr>
          <p:nvPr/>
        </p:nvSpPr>
        <p:spPr>
          <a:xfrm xmlns:a="http://schemas.openxmlformats.org/drawingml/2006/main">
            <a:off x="512445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Alcohol</a:t>
            </a:r>
          </a:p>
        </p:txBody>
      </p:sp>
      <p:sp>
        <p:nvSpPr>
          <p:cNvPr id="107" name="">
            <a:extLst xmlns:a="http://schemas.openxmlformats.org/drawingml/2006/main">
              <a:ext uri="{FF2B5EF4-FFF2-40B4-BE49-F238E27FC236}">
                <a16:creationId xmlns:a16="http://schemas.microsoft.com/office/drawing/2014/main" id="{BD767200-2A84-4326-AFA7-E485631EBDD1}"/>
              </a:ext>
            </a:extLst>
          </p:cNvPr>
          <p:cNvSpPr>
            <a:spLocks xmlns:a="http://schemas.openxmlformats.org/drawingml/2006/main" noGrp="1"/>
          </p:cNvSpPr>
          <p:nvPr/>
        </p:nvSpPr>
        <p:spPr>
          <a:xfrm xmlns:a="http://schemas.openxmlformats.org/drawingml/2006/main">
            <a:off x="516255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64E7DD6A-648D-4656-B22D-94AC0CC9E0E6}"/>
              </a:ext>
            </a:extLst>
          </p:cNvPr>
          <p:cNvSpPr>
            <a:spLocks xmlns:a="http://schemas.openxmlformats.org/drawingml/2006/main" noGrp="1"/>
          </p:cNvSpPr>
          <p:nvPr/>
        </p:nvSpPr>
        <p:spPr>
          <a:xfrm xmlns:a="http://schemas.openxmlformats.org/drawingml/2006/main">
            <a:off x="610552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Timing/notes</a:t>
            </a:r>
          </a:p>
        </p:txBody>
      </p:sp>
      <p:sp>
        <p:nvSpPr>
          <p:cNvPr id="109" name="">
            <a:extLst xmlns:a="http://schemas.openxmlformats.org/drawingml/2006/main">
              <a:ext uri="{FF2B5EF4-FFF2-40B4-BE49-F238E27FC236}">
                <a16:creationId xmlns:a16="http://schemas.microsoft.com/office/drawing/2014/main" id="{7BDE384A-EEA8-4338-9ABD-71E5D0A929E3}"/>
              </a:ext>
            </a:extLst>
          </p:cNvPr>
          <p:cNvSpPr>
            <a:spLocks xmlns:a="http://schemas.openxmlformats.org/drawingml/2006/main" noGrp="1"/>
          </p:cNvSpPr>
          <p:nvPr/>
        </p:nvSpPr>
        <p:spPr>
          <a:xfrm xmlns:a="http://schemas.openxmlformats.org/drawingml/2006/main">
            <a:off x="614362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0" name="">
            <a:extLst xmlns:a="http://schemas.openxmlformats.org/drawingml/2006/main">
              <a:ext uri="{FF2B5EF4-FFF2-40B4-BE49-F238E27FC236}">
                <a16:creationId xmlns:a16="http://schemas.microsoft.com/office/drawing/2014/main" id="{D43BBB6A-1E71-4146-A562-369E71B4B8E4}"/>
              </a:ext>
            </a:extLst>
          </p:cNvPr>
          <p:cNvSpPr>
            <a:spLocks xmlns:a="http://schemas.openxmlformats.org/drawingml/2006/main" noGrp="1"/>
          </p:cNvSpPr>
          <p:nvPr/>
        </p:nvSpPr>
        <p:spPr>
          <a:xfrm xmlns:a="http://schemas.openxmlformats.org/drawingml/2006/main">
            <a:off x="514350" y="8382000"/>
            <a:ext cx="6743700" cy="647700"/>
          </a:xfrm>
          <a:prstGeom xmlns:a="http://schemas.openxmlformats.org/drawingml/2006/main" prst="roundRect">
            <a:avLst>
              <a:gd name="adj" fmla="val 17647"/>
            </a:avLst>
          </a:prstGeom>
          <a:solidFill xmlns:a="http://schemas.openxmlformats.org/drawingml/2006/main">
            <a:srgbClr val="EDF8F1"/>
          </a:solidFill>
          <a:ln xmlns:a="http://schemas.openxmlformats.org/drawingml/2006/main" w="9525">
            <a:solidFill>
              <a:srgbClr val="D9DEEA"/>
            </a:solidFill>
            <a:prstDash val="solid"/>
          </a:ln>
        </p:spPr>
      </p:sp>
      <p:sp>
        <p:nvSpPr>
          <p:cNvPr id="111" name="">
            <a:extLst xmlns:a="http://schemas.openxmlformats.org/drawingml/2006/main">
              <a:ext uri="{FF2B5EF4-FFF2-40B4-BE49-F238E27FC236}">
                <a16:creationId xmlns:a16="http://schemas.microsoft.com/office/drawing/2014/main" id="{85EDC9B5-0505-40CD-B0E3-DE696E318600}"/>
              </a:ext>
            </a:extLst>
          </p:cNvPr>
          <p:cNvSpPr>
            <a:spLocks xmlns:a="http://schemas.openxmlformats.org/drawingml/2006/main" noGrp="1"/>
          </p:cNvSpPr>
          <p:nvPr/>
        </p:nvSpPr>
        <p:spPr>
          <a:xfrm xmlns:a="http://schemas.openxmlformats.org/drawingml/2006/main">
            <a:off x="514350" y="8382000"/>
            <a:ext cx="57150" cy="647700"/>
          </a:xfrm>
          <a:prstGeom xmlns:a="http://schemas.openxmlformats.org/drawingml/2006/main" prst="rect">
            <a:avLst/>
          </a:prstGeom>
          <a:solidFill xmlns:a="http://schemas.openxmlformats.org/drawingml/2006/main">
            <a:srgbClr val="005030"/>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23F7879E-DC3C-4FBF-832D-6AA9D2701BE7}"/>
              </a:ext>
            </a:extLst>
          </p:cNvPr>
          <p:cNvSpPr>
            <a:spLocks xmlns:a="http://schemas.openxmlformats.org/drawingml/2006/main" noGrp="1"/>
          </p:cNvSpPr>
          <p:nvPr/>
        </p:nvSpPr>
        <p:spPr>
          <a:xfrm xmlns:a="http://schemas.openxmlformats.org/drawingml/2006/main">
            <a:off x="685800" y="85153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Privacy reminder</a:t>
            </a:r>
          </a:p>
        </p:txBody>
      </p:sp>
      <p:sp>
        <p:nvSpPr>
          <p:cNvPr id="113" name="">
            <a:extLst xmlns:a="http://schemas.openxmlformats.org/drawingml/2006/main">
              <a:ext uri="{FF2B5EF4-FFF2-40B4-BE49-F238E27FC236}">
                <a16:creationId xmlns:a16="http://schemas.microsoft.com/office/drawing/2014/main" id="{81D227D4-F2C7-4C61-94E8-F3D3F5CD43EF}"/>
              </a:ext>
            </a:extLst>
          </p:cNvPr>
          <p:cNvSpPr>
            <a:spLocks xmlns:a="http://schemas.openxmlformats.org/drawingml/2006/main" noGrp="1"/>
          </p:cNvSpPr>
          <p:nvPr/>
        </p:nvSpPr>
        <p:spPr>
          <a:xfrm xmlns:a="http://schemas.openxmlformats.org/drawingml/2006/main">
            <a:off x="685800" y="8782050"/>
            <a:ext cx="6419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If you record personal health information, store or dispose of completed pages in a way that feels secure.</a:t>
            </a:r>
          </a:p>
        </p:txBody>
      </p:sp>
    </p:spTree>
    <p:extLst>
      <p:ext uri="{BB962C8B-B14F-4D97-AF65-F5344CB8AC3E}">
        <p14:creationId xmlns:p14="http://schemas.microsoft.com/office/powerpoint/2010/main" val="87048318"/>
      </p:ext>
    </p:extLst>
  </p:cSld>
</p:sld>
</file>

<file path=ppt/slides/slide1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0" name="">
            <a:extLst xmlns:a="http://schemas.openxmlformats.org/drawingml/2006/main">
              <a:ext uri="{FF2B5EF4-FFF2-40B4-BE49-F238E27FC236}">
                <a16:creationId xmlns:a16="http://schemas.microsoft.com/office/drawing/2014/main" id="{798C2ED3-21EF-4B05-AB19-5A3BDE5BE364}"/>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11" name=""/>
          <p:cNvPicPr>
            <a:picLocks xmlns:a="http://schemas.openxmlformats.org/drawingml/2006/main" noChangeAspect="1"/>
          </p:cNvPicPr>
          <p:nvPr/>
        </p:nvPicPr>
        <p:blipFill>
          <a:blip xmlns:r="http://schemas.openxmlformats.org/officeDocument/2006/relationships" xmlns:a="http://schemas.openxmlformats.org/drawingml/2006/main" r:embed="R76bd8bed4e764ea2"/>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C583D891-EFE4-4E15-A9C2-BB74A252F78B}"/>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B34A044A-4BC0-44E8-BA41-17220E7D83FA}"/>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E2AD6E81-B3FD-416F-8541-41F209EC702A}"/>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98E42B07-576E-4B2C-B668-4439AD1C7C68}"/>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834855EA-BA91-41B3-ADCA-536469B5DC2E}"/>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7afe7dbc63ce40c4"/>
              </a:rPr>
              <a:t>mindfuldiabetes.org</a:t>
            </a:r>
          </a:p>
        </p:txBody>
      </p:sp>
      <p:sp>
        <p:nvSpPr>
          <p:cNvPr id="8" name="">
            <a:extLst xmlns:a="http://schemas.openxmlformats.org/drawingml/2006/main">
              <a:ext uri="{FF2B5EF4-FFF2-40B4-BE49-F238E27FC236}">
                <a16:creationId xmlns:a16="http://schemas.microsoft.com/office/drawing/2014/main" id="{7E14B08A-69E0-43FE-8B55-9B97785919BE}"/>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13</a:t>
            </a:r>
          </a:p>
        </p:txBody>
      </p:sp>
      <p:sp>
        <p:nvSpPr>
          <p:cNvPr id="9" name="">
            <a:extLst xmlns:a="http://schemas.openxmlformats.org/drawingml/2006/main">
              <a:ext uri="{FF2B5EF4-FFF2-40B4-BE49-F238E27FC236}">
                <a16:creationId xmlns:a16="http://schemas.microsoft.com/office/drawing/2014/main" id="{9F3F88B8-ABED-44DA-AA23-57255C8BF63A}"/>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a:t>
            </a:r>
          </a:p>
        </p:txBody>
      </p:sp>
      <p:sp>
        <p:nvSpPr>
          <p:cNvPr id="10" name="">
            <a:extLst xmlns:a="http://schemas.openxmlformats.org/drawingml/2006/main">
              <a:ext uri="{FF2B5EF4-FFF2-40B4-BE49-F238E27FC236}">
                <a16:creationId xmlns:a16="http://schemas.microsoft.com/office/drawing/2014/main" id="{2D287239-A14A-49B7-B9BF-7871F54221D8}"/>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Movement Tracker</a:t>
            </a:r>
          </a:p>
        </p:txBody>
      </p:sp>
      <p:sp>
        <p:nvSpPr>
          <p:cNvPr id="11" name="">
            <a:extLst xmlns:a="http://schemas.openxmlformats.org/drawingml/2006/main">
              <a:ext uri="{FF2B5EF4-FFF2-40B4-BE49-F238E27FC236}">
                <a16:creationId xmlns:a16="http://schemas.microsoft.com/office/drawing/2014/main" id="{A625C093-B9B2-494B-AB3F-23E724FF04F6}"/>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Record movement that is safe for your body. Use short notes, not perfect logs.</a:t>
            </a:r>
          </a:p>
        </p:txBody>
      </p:sp>
      <p:sp>
        <p:nvSpPr>
          <p:cNvPr id="12" name="">
            <a:extLst xmlns:a="http://schemas.openxmlformats.org/drawingml/2006/main">
              <a:ext uri="{FF2B5EF4-FFF2-40B4-BE49-F238E27FC236}">
                <a16:creationId xmlns:a16="http://schemas.microsoft.com/office/drawing/2014/main" id="{307E5241-3886-4A1A-9449-D15EB5FB05B0}"/>
              </a:ext>
            </a:extLst>
          </p:cNvPr>
          <p:cNvSpPr>
            <a:spLocks xmlns:a="http://schemas.openxmlformats.org/drawingml/2006/main" noGrp="1"/>
          </p:cNvSpPr>
          <p:nvPr/>
        </p:nvSpPr>
        <p:spPr>
          <a:xfrm xmlns:a="http://schemas.openxmlformats.org/drawingml/2006/main">
            <a:off x="514350" y="219075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BCA4E6D5-6EFD-4AEE-A920-7ABB91086CD8}"/>
              </a:ext>
            </a:extLst>
          </p:cNvPr>
          <p:cNvSpPr>
            <a:spLocks xmlns:a="http://schemas.openxmlformats.org/drawingml/2006/main" noGrp="1"/>
          </p:cNvSpPr>
          <p:nvPr/>
        </p:nvSpPr>
        <p:spPr>
          <a:xfrm xmlns:a="http://schemas.openxmlformats.org/drawingml/2006/main">
            <a:off x="628650" y="2305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8B45D22E-6966-40F4-8B57-DCBCAAD65879}"/>
              </a:ext>
            </a:extLst>
          </p:cNvPr>
          <p:cNvSpPr>
            <a:spLocks xmlns:a="http://schemas.openxmlformats.org/drawingml/2006/main" noGrp="1"/>
          </p:cNvSpPr>
          <p:nvPr/>
        </p:nvSpPr>
        <p:spPr>
          <a:xfrm xmlns:a="http://schemas.openxmlformats.org/drawingml/2006/main">
            <a:off x="1238250" y="23050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15" name="">
            <a:extLst xmlns:a="http://schemas.openxmlformats.org/drawingml/2006/main">
              <a:ext uri="{FF2B5EF4-FFF2-40B4-BE49-F238E27FC236}">
                <a16:creationId xmlns:a16="http://schemas.microsoft.com/office/drawing/2014/main" id="{8982C1E3-E75D-415B-8324-00E364B886F6}"/>
              </a:ext>
            </a:extLst>
          </p:cNvPr>
          <p:cNvSpPr>
            <a:spLocks xmlns:a="http://schemas.openxmlformats.org/drawingml/2006/main" noGrp="1"/>
          </p:cNvSpPr>
          <p:nvPr/>
        </p:nvSpPr>
        <p:spPr>
          <a:xfrm xmlns:a="http://schemas.openxmlformats.org/drawingml/2006/main">
            <a:off x="1238250" y="255270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B204FF5F-2D66-4F6B-BCA9-C09F017B1BE6}"/>
              </a:ext>
            </a:extLst>
          </p:cNvPr>
          <p:cNvSpPr>
            <a:spLocks xmlns:a="http://schemas.openxmlformats.org/drawingml/2006/main" noGrp="1"/>
          </p:cNvSpPr>
          <p:nvPr/>
        </p:nvSpPr>
        <p:spPr>
          <a:xfrm xmlns:a="http://schemas.openxmlformats.org/drawingml/2006/main">
            <a:off x="685800" y="2705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7" name="">
            <a:extLst xmlns:a="http://schemas.openxmlformats.org/drawingml/2006/main">
              <a:ext uri="{FF2B5EF4-FFF2-40B4-BE49-F238E27FC236}">
                <a16:creationId xmlns:a16="http://schemas.microsoft.com/office/drawing/2014/main" id="{E6FEE44A-750E-47C3-891F-467C65EEAAD1}"/>
              </a:ext>
            </a:extLst>
          </p:cNvPr>
          <p:cNvSpPr>
            <a:spLocks xmlns:a="http://schemas.openxmlformats.org/drawingml/2006/main" noGrp="1"/>
          </p:cNvSpPr>
          <p:nvPr/>
        </p:nvSpPr>
        <p:spPr>
          <a:xfrm xmlns:a="http://schemas.openxmlformats.org/drawingml/2006/main">
            <a:off x="895350" y="2686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18" name="">
            <a:extLst xmlns:a="http://schemas.openxmlformats.org/drawingml/2006/main">
              <a:ext uri="{FF2B5EF4-FFF2-40B4-BE49-F238E27FC236}">
                <a16:creationId xmlns:a16="http://schemas.microsoft.com/office/drawing/2014/main" id="{48D8637B-36FC-4BF6-B24C-3BFC9BE4C7D6}"/>
              </a:ext>
            </a:extLst>
          </p:cNvPr>
          <p:cNvSpPr>
            <a:spLocks xmlns:a="http://schemas.openxmlformats.org/drawingml/2006/main" noGrp="1"/>
          </p:cNvSpPr>
          <p:nvPr/>
        </p:nvSpPr>
        <p:spPr>
          <a:xfrm xmlns:a="http://schemas.openxmlformats.org/drawingml/2006/main">
            <a:off x="2038350" y="2705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9" name="">
            <a:extLst xmlns:a="http://schemas.openxmlformats.org/drawingml/2006/main">
              <a:ext uri="{FF2B5EF4-FFF2-40B4-BE49-F238E27FC236}">
                <a16:creationId xmlns:a16="http://schemas.microsoft.com/office/drawing/2014/main" id="{06E4690F-7679-4C4E-8844-1A3DC40A0592}"/>
              </a:ext>
            </a:extLst>
          </p:cNvPr>
          <p:cNvSpPr>
            <a:spLocks xmlns:a="http://schemas.openxmlformats.org/drawingml/2006/main" noGrp="1"/>
          </p:cNvSpPr>
          <p:nvPr/>
        </p:nvSpPr>
        <p:spPr>
          <a:xfrm xmlns:a="http://schemas.openxmlformats.org/drawingml/2006/main">
            <a:off x="2247900" y="2686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20" name="">
            <a:extLst xmlns:a="http://schemas.openxmlformats.org/drawingml/2006/main">
              <a:ext uri="{FF2B5EF4-FFF2-40B4-BE49-F238E27FC236}">
                <a16:creationId xmlns:a16="http://schemas.microsoft.com/office/drawing/2014/main" id="{A4EAFA2E-F2A3-4198-8A2D-6BE747DE6161}"/>
              </a:ext>
            </a:extLst>
          </p:cNvPr>
          <p:cNvSpPr>
            <a:spLocks xmlns:a="http://schemas.openxmlformats.org/drawingml/2006/main" noGrp="1"/>
          </p:cNvSpPr>
          <p:nvPr/>
        </p:nvSpPr>
        <p:spPr>
          <a:xfrm xmlns:a="http://schemas.openxmlformats.org/drawingml/2006/main">
            <a:off x="685800" y="2952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21" name="">
            <a:extLst xmlns:a="http://schemas.openxmlformats.org/drawingml/2006/main">
              <a:ext uri="{FF2B5EF4-FFF2-40B4-BE49-F238E27FC236}">
                <a16:creationId xmlns:a16="http://schemas.microsoft.com/office/drawing/2014/main" id="{1ED09414-95FF-4237-8C82-6228B98C8AE1}"/>
              </a:ext>
            </a:extLst>
          </p:cNvPr>
          <p:cNvSpPr>
            <a:spLocks xmlns:a="http://schemas.openxmlformats.org/drawingml/2006/main" noGrp="1"/>
          </p:cNvSpPr>
          <p:nvPr/>
        </p:nvSpPr>
        <p:spPr>
          <a:xfrm xmlns:a="http://schemas.openxmlformats.org/drawingml/2006/main">
            <a:off x="895350" y="2933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22" name="">
            <a:extLst xmlns:a="http://schemas.openxmlformats.org/drawingml/2006/main">
              <a:ext uri="{FF2B5EF4-FFF2-40B4-BE49-F238E27FC236}">
                <a16:creationId xmlns:a16="http://schemas.microsoft.com/office/drawing/2014/main" id="{E8196AED-3792-44ED-B38A-8D3CD8EB337F}"/>
              </a:ext>
            </a:extLst>
          </p:cNvPr>
          <p:cNvSpPr>
            <a:spLocks xmlns:a="http://schemas.openxmlformats.org/drawingml/2006/main" noGrp="1"/>
          </p:cNvSpPr>
          <p:nvPr/>
        </p:nvSpPr>
        <p:spPr>
          <a:xfrm xmlns:a="http://schemas.openxmlformats.org/drawingml/2006/main">
            <a:off x="2038350" y="2952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23" name="">
            <a:extLst xmlns:a="http://schemas.openxmlformats.org/drawingml/2006/main">
              <a:ext uri="{FF2B5EF4-FFF2-40B4-BE49-F238E27FC236}">
                <a16:creationId xmlns:a16="http://schemas.microsoft.com/office/drawing/2014/main" id="{92A4FF06-6A3F-4158-96B7-3BCD38E9E534}"/>
              </a:ext>
            </a:extLst>
          </p:cNvPr>
          <p:cNvSpPr>
            <a:spLocks xmlns:a="http://schemas.openxmlformats.org/drawingml/2006/main" noGrp="1"/>
          </p:cNvSpPr>
          <p:nvPr/>
        </p:nvSpPr>
        <p:spPr>
          <a:xfrm xmlns:a="http://schemas.openxmlformats.org/drawingml/2006/main">
            <a:off x="2247900" y="2933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24" name="">
            <a:extLst xmlns:a="http://schemas.openxmlformats.org/drawingml/2006/main">
              <a:ext uri="{FF2B5EF4-FFF2-40B4-BE49-F238E27FC236}">
                <a16:creationId xmlns:a16="http://schemas.microsoft.com/office/drawing/2014/main" id="{ECAA1C13-DDA3-46E6-9997-95BC67C533CB}"/>
              </a:ext>
            </a:extLst>
          </p:cNvPr>
          <p:cNvSpPr>
            <a:spLocks xmlns:a="http://schemas.openxmlformats.org/drawingml/2006/main" noGrp="1"/>
          </p:cNvSpPr>
          <p:nvPr/>
        </p:nvSpPr>
        <p:spPr>
          <a:xfrm xmlns:a="http://schemas.openxmlformats.org/drawingml/2006/main">
            <a:off x="685800" y="321945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25" name="">
            <a:extLst xmlns:a="http://schemas.openxmlformats.org/drawingml/2006/main">
              <a:ext uri="{FF2B5EF4-FFF2-40B4-BE49-F238E27FC236}">
                <a16:creationId xmlns:a16="http://schemas.microsoft.com/office/drawing/2014/main" id="{6C8A741E-F1FB-4186-B002-35418AC180D5}"/>
              </a:ext>
            </a:extLst>
          </p:cNvPr>
          <p:cNvSpPr>
            <a:spLocks xmlns:a="http://schemas.openxmlformats.org/drawingml/2006/main" noGrp="1"/>
          </p:cNvSpPr>
          <p:nvPr/>
        </p:nvSpPr>
        <p:spPr>
          <a:xfrm xmlns:a="http://schemas.openxmlformats.org/drawingml/2006/main">
            <a:off x="685800" y="346710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C354F688-AF88-46E1-ABE4-8EDE3ABF4B98}"/>
              </a:ext>
            </a:extLst>
          </p:cNvPr>
          <p:cNvSpPr>
            <a:spLocks xmlns:a="http://schemas.openxmlformats.org/drawingml/2006/main" noGrp="1"/>
          </p:cNvSpPr>
          <p:nvPr/>
        </p:nvSpPr>
        <p:spPr>
          <a:xfrm xmlns:a="http://schemas.openxmlformats.org/drawingml/2006/main">
            <a:off x="3886200" y="219075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D4D030E8-9282-4353-9D33-5EC233BC6C64}"/>
              </a:ext>
            </a:extLst>
          </p:cNvPr>
          <p:cNvSpPr>
            <a:spLocks xmlns:a="http://schemas.openxmlformats.org/drawingml/2006/main" noGrp="1"/>
          </p:cNvSpPr>
          <p:nvPr/>
        </p:nvSpPr>
        <p:spPr>
          <a:xfrm xmlns:a="http://schemas.openxmlformats.org/drawingml/2006/main">
            <a:off x="4000500" y="23050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2</a:t>
            </a:r>
          </a:p>
        </p:txBody>
      </p:sp>
      <p:sp>
        <p:nvSpPr>
          <p:cNvPr id="28" name="">
            <a:extLst xmlns:a="http://schemas.openxmlformats.org/drawingml/2006/main">
              <a:ext uri="{FF2B5EF4-FFF2-40B4-BE49-F238E27FC236}">
                <a16:creationId xmlns:a16="http://schemas.microsoft.com/office/drawing/2014/main" id="{39D32666-3FF3-4289-BBB1-697A8B4ACD85}"/>
              </a:ext>
            </a:extLst>
          </p:cNvPr>
          <p:cNvSpPr>
            <a:spLocks xmlns:a="http://schemas.openxmlformats.org/drawingml/2006/main" noGrp="1"/>
          </p:cNvSpPr>
          <p:nvPr/>
        </p:nvSpPr>
        <p:spPr>
          <a:xfrm xmlns:a="http://schemas.openxmlformats.org/drawingml/2006/main">
            <a:off x="4610100" y="23050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29" name="">
            <a:extLst xmlns:a="http://schemas.openxmlformats.org/drawingml/2006/main">
              <a:ext uri="{FF2B5EF4-FFF2-40B4-BE49-F238E27FC236}">
                <a16:creationId xmlns:a16="http://schemas.microsoft.com/office/drawing/2014/main" id="{2711BB92-6F96-47FF-97F1-3CE42B1401AD}"/>
              </a:ext>
            </a:extLst>
          </p:cNvPr>
          <p:cNvSpPr>
            <a:spLocks xmlns:a="http://schemas.openxmlformats.org/drawingml/2006/main" noGrp="1"/>
          </p:cNvSpPr>
          <p:nvPr/>
        </p:nvSpPr>
        <p:spPr>
          <a:xfrm xmlns:a="http://schemas.openxmlformats.org/drawingml/2006/main">
            <a:off x="4610100" y="255270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3AFBF9F1-AD7E-4A7C-B19C-825E7A3A313A}"/>
              </a:ext>
            </a:extLst>
          </p:cNvPr>
          <p:cNvSpPr>
            <a:spLocks xmlns:a="http://schemas.openxmlformats.org/drawingml/2006/main" noGrp="1"/>
          </p:cNvSpPr>
          <p:nvPr/>
        </p:nvSpPr>
        <p:spPr>
          <a:xfrm xmlns:a="http://schemas.openxmlformats.org/drawingml/2006/main">
            <a:off x="4057650" y="2705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31" name="">
            <a:extLst xmlns:a="http://schemas.openxmlformats.org/drawingml/2006/main">
              <a:ext uri="{FF2B5EF4-FFF2-40B4-BE49-F238E27FC236}">
                <a16:creationId xmlns:a16="http://schemas.microsoft.com/office/drawing/2014/main" id="{1335B8EF-FA1E-4C8A-B9E8-785FE8D3DFAB}"/>
              </a:ext>
            </a:extLst>
          </p:cNvPr>
          <p:cNvSpPr>
            <a:spLocks xmlns:a="http://schemas.openxmlformats.org/drawingml/2006/main" noGrp="1"/>
          </p:cNvSpPr>
          <p:nvPr/>
        </p:nvSpPr>
        <p:spPr>
          <a:xfrm xmlns:a="http://schemas.openxmlformats.org/drawingml/2006/main">
            <a:off x="4267200" y="2686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32" name="">
            <a:extLst xmlns:a="http://schemas.openxmlformats.org/drawingml/2006/main">
              <a:ext uri="{FF2B5EF4-FFF2-40B4-BE49-F238E27FC236}">
                <a16:creationId xmlns:a16="http://schemas.microsoft.com/office/drawing/2014/main" id="{BCD5007D-266A-40DC-AEAA-337BF649F9FA}"/>
              </a:ext>
            </a:extLst>
          </p:cNvPr>
          <p:cNvSpPr>
            <a:spLocks xmlns:a="http://schemas.openxmlformats.org/drawingml/2006/main" noGrp="1"/>
          </p:cNvSpPr>
          <p:nvPr/>
        </p:nvSpPr>
        <p:spPr>
          <a:xfrm xmlns:a="http://schemas.openxmlformats.org/drawingml/2006/main">
            <a:off x="5410200" y="2705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33" name="">
            <a:extLst xmlns:a="http://schemas.openxmlformats.org/drawingml/2006/main">
              <a:ext uri="{FF2B5EF4-FFF2-40B4-BE49-F238E27FC236}">
                <a16:creationId xmlns:a16="http://schemas.microsoft.com/office/drawing/2014/main" id="{245A3D83-8E90-4FDC-85C9-F40A5E652441}"/>
              </a:ext>
            </a:extLst>
          </p:cNvPr>
          <p:cNvSpPr>
            <a:spLocks xmlns:a="http://schemas.openxmlformats.org/drawingml/2006/main" noGrp="1"/>
          </p:cNvSpPr>
          <p:nvPr/>
        </p:nvSpPr>
        <p:spPr>
          <a:xfrm xmlns:a="http://schemas.openxmlformats.org/drawingml/2006/main">
            <a:off x="5619750" y="2686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34" name="">
            <a:extLst xmlns:a="http://schemas.openxmlformats.org/drawingml/2006/main">
              <a:ext uri="{FF2B5EF4-FFF2-40B4-BE49-F238E27FC236}">
                <a16:creationId xmlns:a16="http://schemas.microsoft.com/office/drawing/2014/main" id="{A60ED0D3-5A00-4E5A-861B-C9768E9C09A0}"/>
              </a:ext>
            </a:extLst>
          </p:cNvPr>
          <p:cNvSpPr>
            <a:spLocks xmlns:a="http://schemas.openxmlformats.org/drawingml/2006/main" noGrp="1"/>
          </p:cNvSpPr>
          <p:nvPr/>
        </p:nvSpPr>
        <p:spPr>
          <a:xfrm xmlns:a="http://schemas.openxmlformats.org/drawingml/2006/main">
            <a:off x="4057650" y="2952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35" name="">
            <a:extLst xmlns:a="http://schemas.openxmlformats.org/drawingml/2006/main">
              <a:ext uri="{FF2B5EF4-FFF2-40B4-BE49-F238E27FC236}">
                <a16:creationId xmlns:a16="http://schemas.microsoft.com/office/drawing/2014/main" id="{4D3E8BBB-740D-49B1-B74D-26BB05F56B07}"/>
              </a:ext>
            </a:extLst>
          </p:cNvPr>
          <p:cNvSpPr>
            <a:spLocks xmlns:a="http://schemas.openxmlformats.org/drawingml/2006/main" noGrp="1"/>
          </p:cNvSpPr>
          <p:nvPr/>
        </p:nvSpPr>
        <p:spPr>
          <a:xfrm xmlns:a="http://schemas.openxmlformats.org/drawingml/2006/main">
            <a:off x="4267200" y="2933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36" name="">
            <a:extLst xmlns:a="http://schemas.openxmlformats.org/drawingml/2006/main">
              <a:ext uri="{FF2B5EF4-FFF2-40B4-BE49-F238E27FC236}">
                <a16:creationId xmlns:a16="http://schemas.microsoft.com/office/drawing/2014/main" id="{D0B0C084-81E9-424E-AC14-4B570341DFAC}"/>
              </a:ext>
            </a:extLst>
          </p:cNvPr>
          <p:cNvSpPr>
            <a:spLocks xmlns:a="http://schemas.openxmlformats.org/drawingml/2006/main" noGrp="1"/>
          </p:cNvSpPr>
          <p:nvPr/>
        </p:nvSpPr>
        <p:spPr>
          <a:xfrm xmlns:a="http://schemas.openxmlformats.org/drawingml/2006/main">
            <a:off x="5410200" y="29527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37" name="">
            <a:extLst xmlns:a="http://schemas.openxmlformats.org/drawingml/2006/main">
              <a:ext uri="{FF2B5EF4-FFF2-40B4-BE49-F238E27FC236}">
                <a16:creationId xmlns:a16="http://schemas.microsoft.com/office/drawing/2014/main" id="{7828A1CF-3CF9-4256-BF63-0CBAEE9FC68D}"/>
              </a:ext>
            </a:extLst>
          </p:cNvPr>
          <p:cNvSpPr>
            <a:spLocks xmlns:a="http://schemas.openxmlformats.org/drawingml/2006/main" noGrp="1"/>
          </p:cNvSpPr>
          <p:nvPr/>
        </p:nvSpPr>
        <p:spPr>
          <a:xfrm xmlns:a="http://schemas.openxmlformats.org/drawingml/2006/main">
            <a:off x="5619750" y="29337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38" name="">
            <a:extLst xmlns:a="http://schemas.openxmlformats.org/drawingml/2006/main">
              <a:ext uri="{FF2B5EF4-FFF2-40B4-BE49-F238E27FC236}">
                <a16:creationId xmlns:a16="http://schemas.microsoft.com/office/drawing/2014/main" id="{DFEA4705-8280-4032-BC82-A3E62649AF47}"/>
              </a:ext>
            </a:extLst>
          </p:cNvPr>
          <p:cNvSpPr>
            <a:spLocks xmlns:a="http://schemas.openxmlformats.org/drawingml/2006/main" noGrp="1"/>
          </p:cNvSpPr>
          <p:nvPr/>
        </p:nvSpPr>
        <p:spPr>
          <a:xfrm xmlns:a="http://schemas.openxmlformats.org/drawingml/2006/main">
            <a:off x="4057650" y="321945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39" name="">
            <a:extLst xmlns:a="http://schemas.openxmlformats.org/drawingml/2006/main">
              <a:ext uri="{FF2B5EF4-FFF2-40B4-BE49-F238E27FC236}">
                <a16:creationId xmlns:a16="http://schemas.microsoft.com/office/drawing/2014/main" id="{D4276AAF-77A4-4EC0-83C9-8D5DDB5FAD72}"/>
              </a:ext>
            </a:extLst>
          </p:cNvPr>
          <p:cNvSpPr>
            <a:spLocks xmlns:a="http://schemas.openxmlformats.org/drawingml/2006/main" noGrp="1"/>
          </p:cNvSpPr>
          <p:nvPr/>
        </p:nvSpPr>
        <p:spPr>
          <a:xfrm xmlns:a="http://schemas.openxmlformats.org/drawingml/2006/main">
            <a:off x="4057650" y="346710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1556705C-BB7C-4B5C-9073-B2AAEBF64F76}"/>
              </a:ext>
            </a:extLst>
          </p:cNvPr>
          <p:cNvSpPr>
            <a:spLocks xmlns:a="http://schemas.openxmlformats.org/drawingml/2006/main" noGrp="1"/>
          </p:cNvSpPr>
          <p:nvPr/>
        </p:nvSpPr>
        <p:spPr>
          <a:xfrm xmlns:a="http://schemas.openxmlformats.org/drawingml/2006/main">
            <a:off x="514350" y="384810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AD7F8170-33F6-4638-B123-337685264698}"/>
              </a:ext>
            </a:extLst>
          </p:cNvPr>
          <p:cNvSpPr>
            <a:spLocks xmlns:a="http://schemas.openxmlformats.org/drawingml/2006/main" noGrp="1"/>
          </p:cNvSpPr>
          <p:nvPr/>
        </p:nvSpPr>
        <p:spPr>
          <a:xfrm xmlns:a="http://schemas.openxmlformats.org/drawingml/2006/main">
            <a:off x="628650" y="39624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3</a:t>
            </a:r>
          </a:p>
        </p:txBody>
      </p:sp>
      <p:sp>
        <p:nvSpPr>
          <p:cNvPr id="42" name="">
            <a:extLst xmlns:a="http://schemas.openxmlformats.org/drawingml/2006/main">
              <a:ext uri="{FF2B5EF4-FFF2-40B4-BE49-F238E27FC236}">
                <a16:creationId xmlns:a16="http://schemas.microsoft.com/office/drawing/2014/main" id="{B84292EB-984D-4A6A-8DA7-C6C4606A2215}"/>
              </a:ext>
            </a:extLst>
          </p:cNvPr>
          <p:cNvSpPr>
            <a:spLocks xmlns:a="http://schemas.openxmlformats.org/drawingml/2006/main" noGrp="1"/>
          </p:cNvSpPr>
          <p:nvPr/>
        </p:nvSpPr>
        <p:spPr>
          <a:xfrm xmlns:a="http://schemas.openxmlformats.org/drawingml/2006/main">
            <a:off x="1238250" y="39624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43" name="">
            <a:extLst xmlns:a="http://schemas.openxmlformats.org/drawingml/2006/main">
              <a:ext uri="{FF2B5EF4-FFF2-40B4-BE49-F238E27FC236}">
                <a16:creationId xmlns:a16="http://schemas.microsoft.com/office/drawing/2014/main" id="{DA4E293D-F3E0-4213-8E77-E1A2A13DB08C}"/>
              </a:ext>
            </a:extLst>
          </p:cNvPr>
          <p:cNvSpPr>
            <a:spLocks xmlns:a="http://schemas.openxmlformats.org/drawingml/2006/main" noGrp="1"/>
          </p:cNvSpPr>
          <p:nvPr/>
        </p:nvSpPr>
        <p:spPr>
          <a:xfrm xmlns:a="http://schemas.openxmlformats.org/drawingml/2006/main">
            <a:off x="1238250" y="421005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D8B24552-E84F-4D96-8D81-B0F6F8006D27}"/>
              </a:ext>
            </a:extLst>
          </p:cNvPr>
          <p:cNvSpPr>
            <a:spLocks xmlns:a="http://schemas.openxmlformats.org/drawingml/2006/main" noGrp="1"/>
          </p:cNvSpPr>
          <p:nvPr/>
        </p:nvSpPr>
        <p:spPr>
          <a:xfrm xmlns:a="http://schemas.openxmlformats.org/drawingml/2006/main">
            <a:off x="685800" y="4362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45" name="">
            <a:extLst xmlns:a="http://schemas.openxmlformats.org/drawingml/2006/main">
              <a:ext uri="{FF2B5EF4-FFF2-40B4-BE49-F238E27FC236}">
                <a16:creationId xmlns:a16="http://schemas.microsoft.com/office/drawing/2014/main" id="{4A52C8C2-2EA1-4CD8-88F9-4011C162595E}"/>
              </a:ext>
            </a:extLst>
          </p:cNvPr>
          <p:cNvSpPr>
            <a:spLocks xmlns:a="http://schemas.openxmlformats.org/drawingml/2006/main" noGrp="1"/>
          </p:cNvSpPr>
          <p:nvPr/>
        </p:nvSpPr>
        <p:spPr>
          <a:xfrm xmlns:a="http://schemas.openxmlformats.org/drawingml/2006/main">
            <a:off x="895350" y="4343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46" name="">
            <a:extLst xmlns:a="http://schemas.openxmlformats.org/drawingml/2006/main">
              <a:ext uri="{FF2B5EF4-FFF2-40B4-BE49-F238E27FC236}">
                <a16:creationId xmlns:a16="http://schemas.microsoft.com/office/drawing/2014/main" id="{57B69193-E1B6-4AF7-98F0-6D55D1292DDC}"/>
              </a:ext>
            </a:extLst>
          </p:cNvPr>
          <p:cNvSpPr>
            <a:spLocks xmlns:a="http://schemas.openxmlformats.org/drawingml/2006/main" noGrp="1"/>
          </p:cNvSpPr>
          <p:nvPr/>
        </p:nvSpPr>
        <p:spPr>
          <a:xfrm xmlns:a="http://schemas.openxmlformats.org/drawingml/2006/main">
            <a:off x="2038350" y="4362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47" name="">
            <a:extLst xmlns:a="http://schemas.openxmlformats.org/drawingml/2006/main">
              <a:ext uri="{FF2B5EF4-FFF2-40B4-BE49-F238E27FC236}">
                <a16:creationId xmlns:a16="http://schemas.microsoft.com/office/drawing/2014/main" id="{F9812FA8-E71C-4BF7-A711-7A0C45625503}"/>
              </a:ext>
            </a:extLst>
          </p:cNvPr>
          <p:cNvSpPr>
            <a:spLocks xmlns:a="http://schemas.openxmlformats.org/drawingml/2006/main" noGrp="1"/>
          </p:cNvSpPr>
          <p:nvPr/>
        </p:nvSpPr>
        <p:spPr>
          <a:xfrm xmlns:a="http://schemas.openxmlformats.org/drawingml/2006/main">
            <a:off x="2247900" y="4343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48" name="">
            <a:extLst xmlns:a="http://schemas.openxmlformats.org/drawingml/2006/main">
              <a:ext uri="{FF2B5EF4-FFF2-40B4-BE49-F238E27FC236}">
                <a16:creationId xmlns:a16="http://schemas.microsoft.com/office/drawing/2014/main" id="{49F2112D-96DF-443C-94F9-AD4AFB89CFE8}"/>
              </a:ext>
            </a:extLst>
          </p:cNvPr>
          <p:cNvSpPr>
            <a:spLocks xmlns:a="http://schemas.openxmlformats.org/drawingml/2006/main" noGrp="1"/>
          </p:cNvSpPr>
          <p:nvPr/>
        </p:nvSpPr>
        <p:spPr>
          <a:xfrm xmlns:a="http://schemas.openxmlformats.org/drawingml/2006/main">
            <a:off x="685800" y="4610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49" name="">
            <a:extLst xmlns:a="http://schemas.openxmlformats.org/drawingml/2006/main">
              <a:ext uri="{FF2B5EF4-FFF2-40B4-BE49-F238E27FC236}">
                <a16:creationId xmlns:a16="http://schemas.microsoft.com/office/drawing/2014/main" id="{FAB41BC1-5DC9-495C-A6D3-5E89FFD10C72}"/>
              </a:ext>
            </a:extLst>
          </p:cNvPr>
          <p:cNvSpPr>
            <a:spLocks xmlns:a="http://schemas.openxmlformats.org/drawingml/2006/main" noGrp="1"/>
          </p:cNvSpPr>
          <p:nvPr/>
        </p:nvSpPr>
        <p:spPr>
          <a:xfrm xmlns:a="http://schemas.openxmlformats.org/drawingml/2006/main">
            <a:off x="895350" y="4591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50" name="">
            <a:extLst xmlns:a="http://schemas.openxmlformats.org/drawingml/2006/main">
              <a:ext uri="{FF2B5EF4-FFF2-40B4-BE49-F238E27FC236}">
                <a16:creationId xmlns:a16="http://schemas.microsoft.com/office/drawing/2014/main" id="{B274F578-572E-413E-B896-0A67B1D1F717}"/>
              </a:ext>
            </a:extLst>
          </p:cNvPr>
          <p:cNvSpPr>
            <a:spLocks xmlns:a="http://schemas.openxmlformats.org/drawingml/2006/main" noGrp="1"/>
          </p:cNvSpPr>
          <p:nvPr/>
        </p:nvSpPr>
        <p:spPr>
          <a:xfrm xmlns:a="http://schemas.openxmlformats.org/drawingml/2006/main">
            <a:off x="2038350" y="4610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51" name="">
            <a:extLst xmlns:a="http://schemas.openxmlformats.org/drawingml/2006/main">
              <a:ext uri="{FF2B5EF4-FFF2-40B4-BE49-F238E27FC236}">
                <a16:creationId xmlns:a16="http://schemas.microsoft.com/office/drawing/2014/main" id="{875C5D9A-833F-4663-BFC9-9D52C0D84FC9}"/>
              </a:ext>
            </a:extLst>
          </p:cNvPr>
          <p:cNvSpPr>
            <a:spLocks xmlns:a="http://schemas.openxmlformats.org/drawingml/2006/main" noGrp="1"/>
          </p:cNvSpPr>
          <p:nvPr/>
        </p:nvSpPr>
        <p:spPr>
          <a:xfrm xmlns:a="http://schemas.openxmlformats.org/drawingml/2006/main">
            <a:off x="2247900" y="4591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52" name="">
            <a:extLst xmlns:a="http://schemas.openxmlformats.org/drawingml/2006/main">
              <a:ext uri="{FF2B5EF4-FFF2-40B4-BE49-F238E27FC236}">
                <a16:creationId xmlns:a16="http://schemas.microsoft.com/office/drawing/2014/main" id="{67936993-E28B-4CF4-812A-34497487940E}"/>
              </a:ext>
            </a:extLst>
          </p:cNvPr>
          <p:cNvSpPr>
            <a:spLocks xmlns:a="http://schemas.openxmlformats.org/drawingml/2006/main" noGrp="1"/>
          </p:cNvSpPr>
          <p:nvPr/>
        </p:nvSpPr>
        <p:spPr>
          <a:xfrm xmlns:a="http://schemas.openxmlformats.org/drawingml/2006/main">
            <a:off x="685800" y="487680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53" name="">
            <a:extLst xmlns:a="http://schemas.openxmlformats.org/drawingml/2006/main">
              <a:ext uri="{FF2B5EF4-FFF2-40B4-BE49-F238E27FC236}">
                <a16:creationId xmlns:a16="http://schemas.microsoft.com/office/drawing/2014/main" id="{A97149B1-9F46-45F2-89DB-2CC36FAD1CF3}"/>
              </a:ext>
            </a:extLst>
          </p:cNvPr>
          <p:cNvSpPr>
            <a:spLocks xmlns:a="http://schemas.openxmlformats.org/drawingml/2006/main" noGrp="1"/>
          </p:cNvSpPr>
          <p:nvPr/>
        </p:nvSpPr>
        <p:spPr>
          <a:xfrm xmlns:a="http://schemas.openxmlformats.org/drawingml/2006/main">
            <a:off x="685800" y="512445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0E552631-EF30-4D66-B163-E73DC561BF52}"/>
              </a:ext>
            </a:extLst>
          </p:cNvPr>
          <p:cNvSpPr>
            <a:spLocks xmlns:a="http://schemas.openxmlformats.org/drawingml/2006/main" noGrp="1"/>
          </p:cNvSpPr>
          <p:nvPr/>
        </p:nvSpPr>
        <p:spPr>
          <a:xfrm xmlns:a="http://schemas.openxmlformats.org/drawingml/2006/main">
            <a:off x="3886200" y="384810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3E7E1ECB-876B-4FF7-8D2A-DFA4B680D164}"/>
              </a:ext>
            </a:extLst>
          </p:cNvPr>
          <p:cNvSpPr>
            <a:spLocks xmlns:a="http://schemas.openxmlformats.org/drawingml/2006/main" noGrp="1"/>
          </p:cNvSpPr>
          <p:nvPr/>
        </p:nvSpPr>
        <p:spPr>
          <a:xfrm xmlns:a="http://schemas.openxmlformats.org/drawingml/2006/main">
            <a:off x="4000500" y="39624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4</a:t>
            </a:r>
          </a:p>
        </p:txBody>
      </p:sp>
      <p:sp>
        <p:nvSpPr>
          <p:cNvPr id="56" name="">
            <a:extLst xmlns:a="http://schemas.openxmlformats.org/drawingml/2006/main">
              <a:ext uri="{FF2B5EF4-FFF2-40B4-BE49-F238E27FC236}">
                <a16:creationId xmlns:a16="http://schemas.microsoft.com/office/drawing/2014/main" id="{EC7B61D9-0C4B-46E1-A019-0FF2CCF70A55}"/>
              </a:ext>
            </a:extLst>
          </p:cNvPr>
          <p:cNvSpPr>
            <a:spLocks xmlns:a="http://schemas.openxmlformats.org/drawingml/2006/main" noGrp="1"/>
          </p:cNvSpPr>
          <p:nvPr/>
        </p:nvSpPr>
        <p:spPr>
          <a:xfrm xmlns:a="http://schemas.openxmlformats.org/drawingml/2006/main">
            <a:off x="4610100" y="39624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57" name="">
            <a:extLst xmlns:a="http://schemas.openxmlformats.org/drawingml/2006/main">
              <a:ext uri="{FF2B5EF4-FFF2-40B4-BE49-F238E27FC236}">
                <a16:creationId xmlns:a16="http://schemas.microsoft.com/office/drawing/2014/main" id="{6EF871E5-7DA6-4B4E-913B-298FA50CA73D}"/>
              </a:ext>
            </a:extLst>
          </p:cNvPr>
          <p:cNvSpPr>
            <a:spLocks xmlns:a="http://schemas.openxmlformats.org/drawingml/2006/main" noGrp="1"/>
          </p:cNvSpPr>
          <p:nvPr/>
        </p:nvSpPr>
        <p:spPr>
          <a:xfrm xmlns:a="http://schemas.openxmlformats.org/drawingml/2006/main">
            <a:off x="4610100" y="421005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144548F0-AC13-4368-A4A6-2F19029EFEAE}"/>
              </a:ext>
            </a:extLst>
          </p:cNvPr>
          <p:cNvSpPr>
            <a:spLocks xmlns:a="http://schemas.openxmlformats.org/drawingml/2006/main" noGrp="1"/>
          </p:cNvSpPr>
          <p:nvPr/>
        </p:nvSpPr>
        <p:spPr>
          <a:xfrm xmlns:a="http://schemas.openxmlformats.org/drawingml/2006/main">
            <a:off x="4057650" y="4362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59" name="">
            <a:extLst xmlns:a="http://schemas.openxmlformats.org/drawingml/2006/main">
              <a:ext uri="{FF2B5EF4-FFF2-40B4-BE49-F238E27FC236}">
                <a16:creationId xmlns:a16="http://schemas.microsoft.com/office/drawing/2014/main" id="{C1B76D96-DAAA-4B10-97BA-720C8087DDE1}"/>
              </a:ext>
            </a:extLst>
          </p:cNvPr>
          <p:cNvSpPr>
            <a:spLocks xmlns:a="http://schemas.openxmlformats.org/drawingml/2006/main" noGrp="1"/>
          </p:cNvSpPr>
          <p:nvPr/>
        </p:nvSpPr>
        <p:spPr>
          <a:xfrm xmlns:a="http://schemas.openxmlformats.org/drawingml/2006/main">
            <a:off x="4267200" y="4343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60" name="">
            <a:extLst xmlns:a="http://schemas.openxmlformats.org/drawingml/2006/main">
              <a:ext uri="{FF2B5EF4-FFF2-40B4-BE49-F238E27FC236}">
                <a16:creationId xmlns:a16="http://schemas.microsoft.com/office/drawing/2014/main" id="{CAEDF37F-7EB1-4C69-A567-D48191CD6512}"/>
              </a:ext>
            </a:extLst>
          </p:cNvPr>
          <p:cNvSpPr>
            <a:spLocks xmlns:a="http://schemas.openxmlformats.org/drawingml/2006/main" noGrp="1"/>
          </p:cNvSpPr>
          <p:nvPr/>
        </p:nvSpPr>
        <p:spPr>
          <a:xfrm xmlns:a="http://schemas.openxmlformats.org/drawingml/2006/main">
            <a:off x="5410200" y="4362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61" name="">
            <a:extLst xmlns:a="http://schemas.openxmlformats.org/drawingml/2006/main">
              <a:ext uri="{FF2B5EF4-FFF2-40B4-BE49-F238E27FC236}">
                <a16:creationId xmlns:a16="http://schemas.microsoft.com/office/drawing/2014/main" id="{F4973851-FF7B-4AC3-BFD9-8A4CC11655FE}"/>
              </a:ext>
            </a:extLst>
          </p:cNvPr>
          <p:cNvSpPr>
            <a:spLocks xmlns:a="http://schemas.openxmlformats.org/drawingml/2006/main" noGrp="1"/>
          </p:cNvSpPr>
          <p:nvPr/>
        </p:nvSpPr>
        <p:spPr>
          <a:xfrm xmlns:a="http://schemas.openxmlformats.org/drawingml/2006/main">
            <a:off x="5619750" y="4343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62" name="">
            <a:extLst xmlns:a="http://schemas.openxmlformats.org/drawingml/2006/main">
              <a:ext uri="{FF2B5EF4-FFF2-40B4-BE49-F238E27FC236}">
                <a16:creationId xmlns:a16="http://schemas.microsoft.com/office/drawing/2014/main" id="{93691990-A756-4443-AAD8-2B13EC836065}"/>
              </a:ext>
            </a:extLst>
          </p:cNvPr>
          <p:cNvSpPr>
            <a:spLocks xmlns:a="http://schemas.openxmlformats.org/drawingml/2006/main" noGrp="1"/>
          </p:cNvSpPr>
          <p:nvPr/>
        </p:nvSpPr>
        <p:spPr>
          <a:xfrm xmlns:a="http://schemas.openxmlformats.org/drawingml/2006/main">
            <a:off x="4057650" y="4610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63" name="">
            <a:extLst xmlns:a="http://schemas.openxmlformats.org/drawingml/2006/main">
              <a:ext uri="{FF2B5EF4-FFF2-40B4-BE49-F238E27FC236}">
                <a16:creationId xmlns:a16="http://schemas.microsoft.com/office/drawing/2014/main" id="{7C728B25-B102-48B7-AADA-56E5F51DC6C7}"/>
              </a:ext>
            </a:extLst>
          </p:cNvPr>
          <p:cNvSpPr>
            <a:spLocks xmlns:a="http://schemas.openxmlformats.org/drawingml/2006/main" noGrp="1"/>
          </p:cNvSpPr>
          <p:nvPr/>
        </p:nvSpPr>
        <p:spPr>
          <a:xfrm xmlns:a="http://schemas.openxmlformats.org/drawingml/2006/main">
            <a:off x="4267200" y="4591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64" name="">
            <a:extLst xmlns:a="http://schemas.openxmlformats.org/drawingml/2006/main">
              <a:ext uri="{FF2B5EF4-FFF2-40B4-BE49-F238E27FC236}">
                <a16:creationId xmlns:a16="http://schemas.microsoft.com/office/drawing/2014/main" id="{634D7DDB-9822-429F-8389-64427883C074}"/>
              </a:ext>
            </a:extLst>
          </p:cNvPr>
          <p:cNvSpPr>
            <a:spLocks xmlns:a="http://schemas.openxmlformats.org/drawingml/2006/main" noGrp="1"/>
          </p:cNvSpPr>
          <p:nvPr/>
        </p:nvSpPr>
        <p:spPr>
          <a:xfrm xmlns:a="http://schemas.openxmlformats.org/drawingml/2006/main">
            <a:off x="5410200" y="46101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65" name="">
            <a:extLst xmlns:a="http://schemas.openxmlformats.org/drawingml/2006/main">
              <a:ext uri="{FF2B5EF4-FFF2-40B4-BE49-F238E27FC236}">
                <a16:creationId xmlns:a16="http://schemas.microsoft.com/office/drawing/2014/main" id="{80D93C6E-76F2-4A94-BCD5-CB9E7A17A6BA}"/>
              </a:ext>
            </a:extLst>
          </p:cNvPr>
          <p:cNvSpPr>
            <a:spLocks xmlns:a="http://schemas.openxmlformats.org/drawingml/2006/main" noGrp="1"/>
          </p:cNvSpPr>
          <p:nvPr/>
        </p:nvSpPr>
        <p:spPr>
          <a:xfrm xmlns:a="http://schemas.openxmlformats.org/drawingml/2006/main">
            <a:off x="5619750" y="45910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66" name="">
            <a:extLst xmlns:a="http://schemas.openxmlformats.org/drawingml/2006/main">
              <a:ext uri="{FF2B5EF4-FFF2-40B4-BE49-F238E27FC236}">
                <a16:creationId xmlns:a16="http://schemas.microsoft.com/office/drawing/2014/main" id="{ABFD8BC7-220A-4CEF-9053-57A52A2D6522}"/>
              </a:ext>
            </a:extLst>
          </p:cNvPr>
          <p:cNvSpPr>
            <a:spLocks xmlns:a="http://schemas.openxmlformats.org/drawingml/2006/main" noGrp="1"/>
          </p:cNvSpPr>
          <p:nvPr/>
        </p:nvSpPr>
        <p:spPr>
          <a:xfrm xmlns:a="http://schemas.openxmlformats.org/drawingml/2006/main">
            <a:off x="4057650" y="487680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67" name="">
            <a:extLst xmlns:a="http://schemas.openxmlformats.org/drawingml/2006/main">
              <a:ext uri="{FF2B5EF4-FFF2-40B4-BE49-F238E27FC236}">
                <a16:creationId xmlns:a16="http://schemas.microsoft.com/office/drawing/2014/main" id="{A2E2FEA2-2F30-48F4-8513-8757878D6BDD}"/>
              </a:ext>
            </a:extLst>
          </p:cNvPr>
          <p:cNvSpPr>
            <a:spLocks xmlns:a="http://schemas.openxmlformats.org/drawingml/2006/main" noGrp="1"/>
          </p:cNvSpPr>
          <p:nvPr/>
        </p:nvSpPr>
        <p:spPr>
          <a:xfrm xmlns:a="http://schemas.openxmlformats.org/drawingml/2006/main">
            <a:off x="4057650" y="512445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9286697C-EAE5-4F76-9125-99ECB502C253}"/>
              </a:ext>
            </a:extLst>
          </p:cNvPr>
          <p:cNvSpPr>
            <a:spLocks xmlns:a="http://schemas.openxmlformats.org/drawingml/2006/main" noGrp="1"/>
          </p:cNvSpPr>
          <p:nvPr/>
        </p:nvSpPr>
        <p:spPr>
          <a:xfrm xmlns:a="http://schemas.openxmlformats.org/drawingml/2006/main">
            <a:off x="514350" y="550545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69" name="">
            <a:extLst xmlns:a="http://schemas.openxmlformats.org/drawingml/2006/main">
              <a:ext uri="{FF2B5EF4-FFF2-40B4-BE49-F238E27FC236}">
                <a16:creationId xmlns:a16="http://schemas.microsoft.com/office/drawing/2014/main" id="{0364EE9E-3D5D-4C81-B0C2-CBA3F512246E}"/>
              </a:ext>
            </a:extLst>
          </p:cNvPr>
          <p:cNvSpPr>
            <a:spLocks xmlns:a="http://schemas.openxmlformats.org/drawingml/2006/main" noGrp="1"/>
          </p:cNvSpPr>
          <p:nvPr/>
        </p:nvSpPr>
        <p:spPr>
          <a:xfrm xmlns:a="http://schemas.openxmlformats.org/drawingml/2006/main">
            <a:off x="628650" y="56197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5</a:t>
            </a:r>
          </a:p>
        </p:txBody>
      </p:sp>
      <p:sp>
        <p:nvSpPr>
          <p:cNvPr id="70" name="">
            <a:extLst xmlns:a="http://schemas.openxmlformats.org/drawingml/2006/main">
              <a:ext uri="{FF2B5EF4-FFF2-40B4-BE49-F238E27FC236}">
                <a16:creationId xmlns:a16="http://schemas.microsoft.com/office/drawing/2014/main" id="{BA30800A-C3A4-4DDA-8D12-2F02E3E9E522}"/>
              </a:ext>
            </a:extLst>
          </p:cNvPr>
          <p:cNvSpPr>
            <a:spLocks xmlns:a="http://schemas.openxmlformats.org/drawingml/2006/main" noGrp="1"/>
          </p:cNvSpPr>
          <p:nvPr/>
        </p:nvSpPr>
        <p:spPr>
          <a:xfrm xmlns:a="http://schemas.openxmlformats.org/drawingml/2006/main">
            <a:off x="1238250" y="56197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71" name="">
            <a:extLst xmlns:a="http://schemas.openxmlformats.org/drawingml/2006/main">
              <a:ext uri="{FF2B5EF4-FFF2-40B4-BE49-F238E27FC236}">
                <a16:creationId xmlns:a16="http://schemas.microsoft.com/office/drawing/2014/main" id="{B886E429-356D-4F87-9E96-25D74529D58A}"/>
              </a:ext>
            </a:extLst>
          </p:cNvPr>
          <p:cNvSpPr>
            <a:spLocks xmlns:a="http://schemas.openxmlformats.org/drawingml/2006/main" noGrp="1"/>
          </p:cNvSpPr>
          <p:nvPr/>
        </p:nvSpPr>
        <p:spPr>
          <a:xfrm xmlns:a="http://schemas.openxmlformats.org/drawingml/2006/main">
            <a:off x="1238250" y="586740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CF20E473-3B1D-4D4E-9508-D7EFC8ED4217}"/>
              </a:ext>
            </a:extLst>
          </p:cNvPr>
          <p:cNvSpPr>
            <a:spLocks xmlns:a="http://schemas.openxmlformats.org/drawingml/2006/main" noGrp="1"/>
          </p:cNvSpPr>
          <p:nvPr/>
        </p:nvSpPr>
        <p:spPr>
          <a:xfrm xmlns:a="http://schemas.openxmlformats.org/drawingml/2006/main">
            <a:off x="685800" y="6019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73" name="">
            <a:extLst xmlns:a="http://schemas.openxmlformats.org/drawingml/2006/main">
              <a:ext uri="{FF2B5EF4-FFF2-40B4-BE49-F238E27FC236}">
                <a16:creationId xmlns:a16="http://schemas.microsoft.com/office/drawing/2014/main" id="{385DB5F5-1B64-4EFA-AF9E-603754F3CCB8}"/>
              </a:ext>
            </a:extLst>
          </p:cNvPr>
          <p:cNvSpPr>
            <a:spLocks xmlns:a="http://schemas.openxmlformats.org/drawingml/2006/main" noGrp="1"/>
          </p:cNvSpPr>
          <p:nvPr/>
        </p:nvSpPr>
        <p:spPr>
          <a:xfrm xmlns:a="http://schemas.openxmlformats.org/drawingml/2006/main">
            <a:off x="895350" y="6000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74" name="">
            <a:extLst xmlns:a="http://schemas.openxmlformats.org/drawingml/2006/main">
              <a:ext uri="{FF2B5EF4-FFF2-40B4-BE49-F238E27FC236}">
                <a16:creationId xmlns:a16="http://schemas.microsoft.com/office/drawing/2014/main" id="{DBCC69E9-CF2A-499D-BA23-22420ACA48DD}"/>
              </a:ext>
            </a:extLst>
          </p:cNvPr>
          <p:cNvSpPr>
            <a:spLocks xmlns:a="http://schemas.openxmlformats.org/drawingml/2006/main" noGrp="1"/>
          </p:cNvSpPr>
          <p:nvPr/>
        </p:nvSpPr>
        <p:spPr>
          <a:xfrm xmlns:a="http://schemas.openxmlformats.org/drawingml/2006/main">
            <a:off x="2038350" y="6019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75" name="">
            <a:extLst xmlns:a="http://schemas.openxmlformats.org/drawingml/2006/main">
              <a:ext uri="{FF2B5EF4-FFF2-40B4-BE49-F238E27FC236}">
                <a16:creationId xmlns:a16="http://schemas.microsoft.com/office/drawing/2014/main" id="{3E6ADB42-279E-4B53-BABD-2C59ACE9152A}"/>
              </a:ext>
            </a:extLst>
          </p:cNvPr>
          <p:cNvSpPr>
            <a:spLocks xmlns:a="http://schemas.openxmlformats.org/drawingml/2006/main" noGrp="1"/>
          </p:cNvSpPr>
          <p:nvPr/>
        </p:nvSpPr>
        <p:spPr>
          <a:xfrm xmlns:a="http://schemas.openxmlformats.org/drawingml/2006/main">
            <a:off x="2247900" y="6000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76" name="">
            <a:extLst xmlns:a="http://schemas.openxmlformats.org/drawingml/2006/main">
              <a:ext uri="{FF2B5EF4-FFF2-40B4-BE49-F238E27FC236}">
                <a16:creationId xmlns:a16="http://schemas.microsoft.com/office/drawing/2014/main" id="{4E07A8DE-615D-449C-AAA0-ABEC8046C84C}"/>
              </a:ext>
            </a:extLst>
          </p:cNvPr>
          <p:cNvSpPr>
            <a:spLocks xmlns:a="http://schemas.openxmlformats.org/drawingml/2006/main" noGrp="1"/>
          </p:cNvSpPr>
          <p:nvPr/>
        </p:nvSpPr>
        <p:spPr>
          <a:xfrm xmlns:a="http://schemas.openxmlformats.org/drawingml/2006/main">
            <a:off x="685800" y="6267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77" name="">
            <a:extLst xmlns:a="http://schemas.openxmlformats.org/drawingml/2006/main">
              <a:ext uri="{FF2B5EF4-FFF2-40B4-BE49-F238E27FC236}">
                <a16:creationId xmlns:a16="http://schemas.microsoft.com/office/drawing/2014/main" id="{888E6320-1E90-4FBD-8636-EE343EE58EEB}"/>
              </a:ext>
            </a:extLst>
          </p:cNvPr>
          <p:cNvSpPr>
            <a:spLocks xmlns:a="http://schemas.openxmlformats.org/drawingml/2006/main" noGrp="1"/>
          </p:cNvSpPr>
          <p:nvPr/>
        </p:nvSpPr>
        <p:spPr>
          <a:xfrm xmlns:a="http://schemas.openxmlformats.org/drawingml/2006/main">
            <a:off x="895350" y="6248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78" name="">
            <a:extLst xmlns:a="http://schemas.openxmlformats.org/drawingml/2006/main">
              <a:ext uri="{FF2B5EF4-FFF2-40B4-BE49-F238E27FC236}">
                <a16:creationId xmlns:a16="http://schemas.microsoft.com/office/drawing/2014/main" id="{078952D7-6172-4C88-ABAF-46C659960822}"/>
              </a:ext>
            </a:extLst>
          </p:cNvPr>
          <p:cNvSpPr>
            <a:spLocks xmlns:a="http://schemas.openxmlformats.org/drawingml/2006/main" noGrp="1"/>
          </p:cNvSpPr>
          <p:nvPr/>
        </p:nvSpPr>
        <p:spPr>
          <a:xfrm xmlns:a="http://schemas.openxmlformats.org/drawingml/2006/main">
            <a:off x="2038350" y="6267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79" name="">
            <a:extLst xmlns:a="http://schemas.openxmlformats.org/drawingml/2006/main">
              <a:ext uri="{FF2B5EF4-FFF2-40B4-BE49-F238E27FC236}">
                <a16:creationId xmlns:a16="http://schemas.microsoft.com/office/drawing/2014/main" id="{402E3EEF-FE57-44D6-A26C-6D8FE4AEB67F}"/>
              </a:ext>
            </a:extLst>
          </p:cNvPr>
          <p:cNvSpPr>
            <a:spLocks xmlns:a="http://schemas.openxmlformats.org/drawingml/2006/main" noGrp="1"/>
          </p:cNvSpPr>
          <p:nvPr/>
        </p:nvSpPr>
        <p:spPr>
          <a:xfrm xmlns:a="http://schemas.openxmlformats.org/drawingml/2006/main">
            <a:off x="2247900" y="6248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80" name="">
            <a:extLst xmlns:a="http://schemas.openxmlformats.org/drawingml/2006/main">
              <a:ext uri="{FF2B5EF4-FFF2-40B4-BE49-F238E27FC236}">
                <a16:creationId xmlns:a16="http://schemas.microsoft.com/office/drawing/2014/main" id="{68252747-0B93-47A6-BC5E-7A47F45CFFCF}"/>
              </a:ext>
            </a:extLst>
          </p:cNvPr>
          <p:cNvSpPr>
            <a:spLocks xmlns:a="http://schemas.openxmlformats.org/drawingml/2006/main" noGrp="1"/>
          </p:cNvSpPr>
          <p:nvPr/>
        </p:nvSpPr>
        <p:spPr>
          <a:xfrm xmlns:a="http://schemas.openxmlformats.org/drawingml/2006/main">
            <a:off x="685800" y="653415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81" name="">
            <a:extLst xmlns:a="http://schemas.openxmlformats.org/drawingml/2006/main">
              <a:ext uri="{FF2B5EF4-FFF2-40B4-BE49-F238E27FC236}">
                <a16:creationId xmlns:a16="http://schemas.microsoft.com/office/drawing/2014/main" id="{485E0281-0C79-4F56-88CF-293FEA159F7C}"/>
              </a:ext>
            </a:extLst>
          </p:cNvPr>
          <p:cNvSpPr>
            <a:spLocks xmlns:a="http://schemas.openxmlformats.org/drawingml/2006/main" noGrp="1"/>
          </p:cNvSpPr>
          <p:nvPr/>
        </p:nvSpPr>
        <p:spPr>
          <a:xfrm xmlns:a="http://schemas.openxmlformats.org/drawingml/2006/main">
            <a:off x="685800" y="678180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9F22F32A-EA0F-446B-BDC8-EE1FDF8EB010}"/>
              </a:ext>
            </a:extLst>
          </p:cNvPr>
          <p:cNvSpPr>
            <a:spLocks xmlns:a="http://schemas.openxmlformats.org/drawingml/2006/main" noGrp="1"/>
          </p:cNvSpPr>
          <p:nvPr/>
        </p:nvSpPr>
        <p:spPr>
          <a:xfrm xmlns:a="http://schemas.openxmlformats.org/drawingml/2006/main">
            <a:off x="3886200" y="550545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83" name="">
            <a:extLst xmlns:a="http://schemas.openxmlformats.org/drawingml/2006/main">
              <a:ext uri="{FF2B5EF4-FFF2-40B4-BE49-F238E27FC236}">
                <a16:creationId xmlns:a16="http://schemas.microsoft.com/office/drawing/2014/main" id="{57E81389-DE9C-46C5-B0E7-75A931D2AECE}"/>
              </a:ext>
            </a:extLst>
          </p:cNvPr>
          <p:cNvSpPr>
            <a:spLocks xmlns:a="http://schemas.openxmlformats.org/drawingml/2006/main" noGrp="1"/>
          </p:cNvSpPr>
          <p:nvPr/>
        </p:nvSpPr>
        <p:spPr>
          <a:xfrm xmlns:a="http://schemas.openxmlformats.org/drawingml/2006/main">
            <a:off x="4000500" y="56197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6</a:t>
            </a:r>
          </a:p>
        </p:txBody>
      </p:sp>
      <p:sp>
        <p:nvSpPr>
          <p:cNvPr id="84" name="">
            <a:extLst xmlns:a="http://schemas.openxmlformats.org/drawingml/2006/main">
              <a:ext uri="{FF2B5EF4-FFF2-40B4-BE49-F238E27FC236}">
                <a16:creationId xmlns:a16="http://schemas.microsoft.com/office/drawing/2014/main" id="{DA17320A-013D-4C5D-B49F-8413C5B2A101}"/>
              </a:ext>
            </a:extLst>
          </p:cNvPr>
          <p:cNvSpPr>
            <a:spLocks xmlns:a="http://schemas.openxmlformats.org/drawingml/2006/main" noGrp="1"/>
          </p:cNvSpPr>
          <p:nvPr/>
        </p:nvSpPr>
        <p:spPr>
          <a:xfrm xmlns:a="http://schemas.openxmlformats.org/drawingml/2006/main">
            <a:off x="4610100" y="56197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85" name="">
            <a:extLst xmlns:a="http://schemas.openxmlformats.org/drawingml/2006/main">
              <a:ext uri="{FF2B5EF4-FFF2-40B4-BE49-F238E27FC236}">
                <a16:creationId xmlns:a16="http://schemas.microsoft.com/office/drawing/2014/main" id="{E95C4079-CCBA-46AC-B3E0-801FD4EA480A}"/>
              </a:ext>
            </a:extLst>
          </p:cNvPr>
          <p:cNvSpPr>
            <a:spLocks xmlns:a="http://schemas.openxmlformats.org/drawingml/2006/main" noGrp="1"/>
          </p:cNvSpPr>
          <p:nvPr/>
        </p:nvSpPr>
        <p:spPr>
          <a:xfrm xmlns:a="http://schemas.openxmlformats.org/drawingml/2006/main">
            <a:off x="4610100" y="586740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D2EC4860-E206-4243-AA3B-2ACD51BBC9FD}"/>
              </a:ext>
            </a:extLst>
          </p:cNvPr>
          <p:cNvSpPr>
            <a:spLocks xmlns:a="http://schemas.openxmlformats.org/drawingml/2006/main" noGrp="1"/>
          </p:cNvSpPr>
          <p:nvPr/>
        </p:nvSpPr>
        <p:spPr>
          <a:xfrm xmlns:a="http://schemas.openxmlformats.org/drawingml/2006/main">
            <a:off x="4057650" y="6019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87" name="">
            <a:extLst xmlns:a="http://schemas.openxmlformats.org/drawingml/2006/main">
              <a:ext uri="{FF2B5EF4-FFF2-40B4-BE49-F238E27FC236}">
                <a16:creationId xmlns:a16="http://schemas.microsoft.com/office/drawing/2014/main" id="{6F92EB6D-191C-4E79-AA0B-A3596DFC7FBF}"/>
              </a:ext>
            </a:extLst>
          </p:cNvPr>
          <p:cNvSpPr>
            <a:spLocks xmlns:a="http://schemas.openxmlformats.org/drawingml/2006/main" noGrp="1"/>
          </p:cNvSpPr>
          <p:nvPr/>
        </p:nvSpPr>
        <p:spPr>
          <a:xfrm xmlns:a="http://schemas.openxmlformats.org/drawingml/2006/main">
            <a:off x="4267200" y="6000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88" name="">
            <a:extLst xmlns:a="http://schemas.openxmlformats.org/drawingml/2006/main">
              <a:ext uri="{FF2B5EF4-FFF2-40B4-BE49-F238E27FC236}">
                <a16:creationId xmlns:a16="http://schemas.microsoft.com/office/drawing/2014/main" id="{4526C7BB-239E-41CC-B3B5-9D252DEB54FF}"/>
              </a:ext>
            </a:extLst>
          </p:cNvPr>
          <p:cNvSpPr>
            <a:spLocks xmlns:a="http://schemas.openxmlformats.org/drawingml/2006/main" noGrp="1"/>
          </p:cNvSpPr>
          <p:nvPr/>
        </p:nvSpPr>
        <p:spPr>
          <a:xfrm xmlns:a="http://schemas.openxmlformats.org/drawingml/2006/main">
            <a:off x="5410200" y="6019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89" name="">
            <a:extLst xmlns:a="http://schemas.openxmlformats.org/drawingml/2006/main">
              <a:ext uri="{FF2B5EF4-FFF2-40B4-BE49-F238E27FC236}">
                <a16:creationId xmlns:a16="http://schemas.microsoft.com/office/drawing/2014/main" id="{E115A492-9E22-4AEA-8EA8-1C46B1DB2ECA}"/>
              </a:ext>
            </a:extLst>
          </p:cNvPr>
          <p:cNvSpPr>
            <a:spLocks xmlns:a="http://schemas.openxmlformats.org/drawingml/2006/main" noGrp="1"/>
          </p:cNvSpPr>
          <p:nvPr/>
        </p:nvSpPr>
        <p:spPr>
          <a:xfrm xmlns:a="http://schemas.openxmlformats.org/drawingml/2006/main">
            <a:off x="5619750" y="6000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90" name="">
            <a:extLst xmlns:a="http://schemas.openxmlformats.org/drawingml/2006/main">
              <a:ext uri="{FF2B5EF4-FFF2-40B4-BE49-F238E27FC236}">
                <a16:creationId xmlns:a16="http://schemas.microsoft.com/office/drawing/2014/main" id="{63EB7F44-2B7D-4ABF-BB21-E87DA68F8D55}"/>
              </a:ext>
            </a:extLst>
          </p:cNvPr>
          <p:cNvSpPr>
            <a:spLocks xmlns:a="http://schemas.openxmlformats.org/drawingml/2006/main" noGrp="1"/>
          </p:cNvSpPr>
          <p:nvPr/>
        </p:nvSpPr>
        <p:spPr>
          <a:xfrm xmlns:a="http://schemas.openxmlformats.org/drawingml/2006/main">
            <a:off x="4057650" y="6267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91" name="">
            <a:extLst xmlns:a="http://schemas.openxmlformats.org/drawingml/2006/main">
              <a:ext uri="{FF2B5EF4-FFF2-40B4-BE49-F238E27FC236}">
                <a16:creationId xmlns:a16="http://schemas.microsoft.com/office/drawing/2014/main" id="{193559B6-6825-4D23-830B-4F86619BF1CE}"/>
              </a:ext>
            </a:extLst>
          </p:cNvPr>
          <p:cNvSpPr>
            <a:spLocks xmlns:a="http://schemas.openxmlformats.org/drawingml/2006/main" noGrp="1"/>
          </p:cNvSpPr>
          <p:nvPr/>
        </p:nvSpPr>
        <p:spPr>
          <a:xfrm xmlns:a="http://schemas.openxmlformats.org/drawingml/2006/main">
            <a:off x="4267200" y="6248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92" name="">
            <a:extLst xmlns:a="http://schemas.openxmlformats.org/drawingml/2006/main">
              <a:ext uri="{FF2B5EF4-FFF2-40B4-BE49-F238E27FC236}">
                <a16:creationId xmlns:a16="http://schemas.microsoft.com/office/drawing/2014/main" id="{9AF5428D-B9E7-46A7-8B9C-EE1629800721}"/>
              </a:ext>
            </a:extLst>
          </p:cNvPr>
          <p:cNvSpPr>
            <a:spLocks xmlns:a="http://schemas.openxmlformats.org/drawingml/2006/main" noGrp="1"/>
          </p:cNvSpPr>
          <p:nvPr/>
        </p:nvSpPr>
        <p:spPr>
          <a:xfrm xmlns:a="http://schemas.openxmlformats.org/drawingml/2006/main">
            <a:off x="5410200" y="62674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93" name="">
            <a:extLst xmlns:a="http://schemas.openxmlformats.org/drawingml/2006/main">
              <a:ext uri="{FF2B5EF4-FFF2-40B4-BE49-F238E27FC236}">
                <a16:creationId xmlns:a16="http://schemas.microsoft.com/office/drawing/2014/main" id="{D97486A6-1AA3-43B4-9E25-F7445F9967B9}"/>
              </a:ext>
            </a:extLst>
          </p:cNvPr>
          <p:cNvSpPr>
            <a:spLocks xmlns:a="http://schemas.openxmlformats.org/drawingml/2006/main" noGrp="1"/>
          </p:cNvSpPr>
          <p:nvPr/>
        </p:nvSpPr>
        <p:spPr>
          <a:xfrm xmlns:a="http://schemas.openxmlformats.org/drawingml/2006/main">
            <a:off x="5619750" y="6248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94" name="">
            <a:extLst xmlns:a="http://schemas.openxmlformats.org/drawingml/2006/main">
              <a:ext uri="{FF2B5EF4-FFF2-40B4-BE49-F238E27FC236}">
                <a16:creationId xmlns:a16="http://schemas.microsoft.com/office/drawing/2014/main" id="{29374812-16F2-4264-B0A1-BE15FF085FD1}"/>
              </a:ext>
            </a:extLst>
          </p:cNvPr>
          <p:cNvSpPr>
            <a:spLocks xmlns:a="http://schemas.openxmlformats.org/drawingml/2006/main" noGrp="1"/>
          </p:cNvSpPr>
          <p:nvPr/>
        </p:nvSpPr>
        <p:spPr>
          <a:xfrm xmlns:a="http://schemas.openxmlformats.org/drawingml/2006/main">
            <a:off x="4057650" y="653415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95" name="">
            <a:extLst xmlns:a="http://schemas.openxmlformats.org/drawingml/2006/main">
              <a:ext uri="{FF2B5EF4-FFF2-40B4-BE49-F238E27FC236}">
                <a16:creationId xmlns:a16="http://schemas.microsoft.com/office/drawing/2014/main" id="{EC9493F1-BA4F-4AFF-9845-DE9B78CD627A}"/>
              </a:ext>
            </a:extLst>
          </p:cNvPr>
          <p:cNvSpPr>
            <a:spLocks xmlns:a="http://schemas.openxmlformats.org/drawingml/2006/main" noGrp="1"/>
          </p:cNvSpPr>
          <p:nvPr/>
        </p:nvSpPr>
        <p:spPr>
          <a:xfrm xmlns:a="http://schemas.openxmlformats.org/drawingml/2006/main">
            <a:off x="4057650" y="678180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3408FF78-A539-4CB2-9F44-1370B4875BDF}"/>
              </a:ext>
            </a:extLst>
          </p:cNvPr>
          <p:cNvSpPr>
            <a:spLocks xmlns:a="http://schemas.openxmlformats.org/drawingml/2006/main" noGrp="1"/>
          </p:cNvSpPr>
          <p:nvPr/>
        </p:nvSpPr>
        <p:spPr>
          <a:xfrm xmlns:a="http://schemas.openxmlformats.org/drawingml/2006/main">
            <a:off x="514350" y="7162800"/>
            <a:ext cx="3028950" cy="1409700"/>
          </a:xfrm>
          <a:prstGeom xmlns:a="http://schemas.openxmlformats.org/drawingml/2006/main" prst="roundRect">
            <a:avLst>
              <a:gd name="adj" fmla="val 6757"/>
            </a:avLst>
          </a:prstGeom>
          <a:solidFill xmlns:a="http://schemas.openxmlformats.org/drawingml/2006/main">
            <a:srgbClr val="FFFFFF"/>
          </a:solidFill>
          <a:ln xmlns:a="http://schemas.openxmlformats.org/drawingml/2006/main" w="9525">
            <a:solidFill>
              <a:srgbClr val="D9DEEA"/>
            </a:solidFill>
            <a:prstDash val="solid"/>
          </a:ln>
        </p:spPr>
      </p:sp>
      <p:sp>
        <p:nvSpPr>
          <p:cNvPr id="97" name="">
            <a:extLst xmlns:a="http://schemas.openxmlformats.org/drawingml/2006/main">
              <a:ext uri="{FF2B5EF4-FFF2-40B4-BE49-F238E27FC236}">
                <a16:creationId xmlns:a16="http://schemas.microsoft.com/office/drawing/2014/main" id="{D1F36EFA-0E9B-467A-AFBD-0E9DC60045A7}"/>
              </a:ext>
            </a:extLst>
          </p:cNvPr>
          <p:cNvSpPr>
            <a:spLocks xmlns:a="http://schemas.openxmlformats.org/drawingml/2006/main" noGrp="1"/>
          </p:cNvSpPr>
          <p:nvPr/>
        </p:nvSpPr>
        <p:spPr>
          <a:xfrm xmlns:a="http://schemas.openxmlformats.org/drawingml/2006/main">
            <a:off x="628650" y="72771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Day 7</a:t>
            </a:r>
          </a:p>
        </p:txBody>
      </p:sp>
      <p:sp>
        <p:nvSpPr>
          <p:cNvPr id="98" name="">
            <a:extLst xmlns:a="http://schemas.openxmlformats.org/drawingml/2006/main">
              <a:ext uri="{FF2B5EF4-FFF2-40B4-BE49-F238E27FC236}">
                <a16:creationId xmlns:a16="http://schemas.microsoft.com/office/drawing/2014/main" id="{50F9E604-DC27-4850-944F-58CBAD82AB12}"/>
              </a:ext>
            </a:extLst>
          </p:cNvPr>
          <p:cNvSpPr>
            <a:spLocks xmlns:a="http://schemas.openxmlformats.org/drawingml/2006/main" noGrp="1"/>
          </p:cNvSpPr>
          <p:nvPr/>
        </p:nvSpPr>
        <p:spPr>
          <a:xfrm xmlns:a="http://schemas.openxmlformats.org/drawingml/2006/main">
            <a:off x="1238250" y="727710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1" i="0">
                <a:solidFill>
                  <a:srgbClr val="5F6878"/>
                </a:solidFill>
                <a:latin typeface="Verdana"/>
                <a:ea typeface="Verdana"/>
                <a:cs typeface="Verdana"/>
              </a:defRPr>
            </a:pPr>
            <a:r>
              <a:rPr sz="713" b="1" i="0">
                <a:solidFill>
                  <a:srgbClr val="5F6878"/>
                </a:solidFill>
                <a:latin typeface="Verdana"/>
                <a:ea typeface="Verdana"/>
                <a:cs typeface="Verdana"/>
              </a:rPr>
              <a:t>Activity</a:t>
            </a:r>
          </a:p>
        </p:txBody>
      </p:sp>
      <p:sp>
        <p:nvSpPr>
          <p:cNvPr id="99" name="">
            <a:extLst xmlns:a="http://schemas.openxmlformats.org/drawingml/2006/main">
              <a:ext uri="{FF2B5EF4-FFF2-40B4-BE49-F238E27FC236}">
                <a16:creationId xmlns:a16="http://schemas.microsoft.com/office/drawing/2014/main" id="{CB228A98-598D-4326-95D8-FF393E9B5305}"/>
              </a:ext>
            </a:extLst>
          </p:cNvPr>
          <p:cNvSpPr>
            <a:spLocks xmlns:a="http://schemas.openxmlformats.org/drawingml/2006/main" noGrp="1"/>
          </p:cNvSpPr>
          <p:nvPr/>
        </p:nvSpPr>
        <p:spPr>
          <a:xfrm xmlns:a="http://schemas.openxmlformats.org/drawingml/2006/main">
            <a:off x="1238250" y="7524750"/>
            <a:ext cx="20574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BA36EFA9-20CC-40BA-A8F7-4B8691099759}"/>
              </a:ext>
            </a:extLst>
          </p:cNvPr>
          <p:cNvSpPr>
            <a:spLocks xmlns:a="http://schemas.openxmlformats.org/drawingml/2006/main" noGrp="1"/>
          </p:cNvSpPr>
          <p:nvPr/>
        </p:nvSpPr>
        <p:spPr>
          <a:xfrm xmlns:a="http://schemas.openxmlformats.org/drawingml/2006/main">
            <a:off x="685800" y="76771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01" name="">
            <a:extLst xmlns:a="http://schemas.openxmlformats.org/drawingml/2006/main">
              <a:ext uri="{FF2B5EF4-FFF2-40B4-BE49-F238E27FC236}">
                <a16:creationId xmlns:a16="http://schemas.microsoft.com/office/drawing/2014/main" id="{3B416352-8C5C-4609-9F77-E60271BF9D9A}"/>
              </a:ext>
            </a:extLst>
          </p:cNvPr>
          <p:cNvSpPr>
            <a:spLocks xmlns:a="http://schemas.openxmlformats.org/drawingml/2006/main" noGrp="1"/>
          </p:cNvSpPr>
          <p:nvPr/>
        </p:nvSpPr>
        <p:spPr>
          <a:xfrm xmlns:a="http://schemas.openxmlformats.org/drawingml/2006/main">
            <a:off x="895350" y="76581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Seated</a:t>
            </a:r>
          </a:p>
        </p:txBody>
      </p:sp>
      <p:sp>
        <p:nvSpPr>
          <p:cNvPr id="102" name="">
            <a:extLst xmlns:a="http://schemas.openxmlformats.org/drawingml/2006/main">
              <a:ext uri="{FF2B5EF4-FFF2-40B4-BE49-F238E27FC236}">
                <a16:creationId xmlns:a16="http://schemas.microsoft.com/office/drawing/2014/main" id="{4408492A-FD0B-4391-A910-E1170BBC2774}"/>
              </a:ext>
            </a:extLst>
          </p:cNvPr>
          <p:cNvSpPr>
            <a:spLocks xmlns:a="http://schemas.openxmlformats.org/drawingml/2006/main" noGrp="1"/>
          </p:cNvSpPr>
          <p:nvPr/>
        </p:nvSpPr>
        <p:spPr>
          <a:xfrm xmlns:a="http://schemas.openxmlformats.org/drawingml/2006/main">
            <a:off x="2038350" y="767715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03" name="">
            <a:extLst xmlns:a="http://schemas.openxmlformats.org/drawingml/2006/main">
              <a:ext uri="{FF2B5EF4-FFF2-40B4-BE49-F238E27FC236}">
                <a16:creationId xmlns:a16="http://schemas.microsoft.com/office/drawing/2014/main" id="{2FF3648B-B492-4EE3-BBE3-D75353DA761C}"/>
              </a:ext>
            </a:extLst>
          </p:cNvPr>
          <p:cNvSpPr>
            <a:spLocks xmlns:a="http://schemas.openxmlformats.org/drawingml/2006/main" noGrp="1"/>
          </p:cNvSpPr>
          <p:nvPr/>
        </p:nvSpPr>
        <p:spPr>
          <a:xfrm xmlns:a="http://schemas.openxmlformats.org/drawingml/2006/main">
            <a:off x="2247900" y="76581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Standing</a:t>
            </a:r>
          </a:p>
        </p:txBody>
      </p:sp>
      <p:sp>
        <p:nvSpPr>
          <p:cNvPr id="104" name="">
            <a:extLst xmlns:a="http://schemas.openxmlformats.org/drawingml/2006/main">
              <a:ext uri="{FF2B5EF4-FFF2-40B4-BE49-F238E27FC236}">
                <a16:creationId xmlns:a16="http://schemas.microsoft.com/office/drawing/2014/main" id="{0C8F04F7-9636-4529-A458-44BA281ED59B}"/>
              </a:ext>
            </a:extLst>
          </p:cNvPr>
          <p:cNvSpPr>
            <a:spLocks xmlns:a="http://schemas.openxmlformats.org/drawingml/2006/main" noGrp="1"/>
          </p:cNvSpPr>
          <p:nvPr/>
        </p:nvSpPr>
        <p:spPr>
          <a:xfrm xmlns:a="http://schemas.openxmlformats.org/drawingml/2006/main">
            <a:off x="685800" y="7924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05" name="">
            <a:extLst xmlns:a="http://schemas.openxmlformats.org/drawingml/2006/main">
              <a:ext uri="{FF2B5EF4-FFF2-40B4-BE49-F238E27FC236}">
                <a16:creationId xmlns:a16="http://schemas.microsoft.com/office/drawing/2014/main" id="{B3760D22-7C6C-49EC-BF9B-96C3C14DF2CF}"/>
              </a:ext>
            </a:extLst>
          </p:cNvPr>
          <p:cNvSpPr>
            <a:spLocks xmlns:a="http://schemas.openxmlformats.org/drawingml/2006/main" noGrp="1"/>
          </p:cNvSpPr>
          <p:nvPr/>
        </p:nvSpPr>
        <p:spPr>
          <a:xfrm xmlns:a="http://schemas.openxmlformats.org/drawingml/2006/main">
            <a:off x="895350" y="7905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Walking</a:t>
            </a:r>
          </a:p>
        </p:txBody>
      </p:sp>
      <p:sp>
        <p:nvSpPr>
          <p:cNvPr id="106" name="">
            <a:extLst xmlns:a="http://schemas.openxmlformats.org/drawingml/2006/main">
              <a:ext uri="{FF2B5EF4-FFF2-40B4-BE49-F238E27FC236}">
                <a16:creationId xmlns:a16="http://schemas.microsoft.com/office/drawing/2014/main" id="{76B76D56-5B7B-48C8-8722-24119951791D}"/>
              </a:ext>
            </a:extLst>
          </p:cNvPr>
          <p:cNvSpPr>
            <a:spLocks xmlns:a="http://schemas.openxmlformats.org/drawingml/2006/main" noGrp="1"/>
          </p:cNvSpPr>
          <p:nvPr/>
        </p:nvSpPr>
        <p:spPr>
          <a:xfrm xmlns:a="http://schemas.openxmlformats.org/drawingml/2006/main">
            <a:off x="2038350" y="7924800"/>
            <a:ext cx="133350" cy="133350"/>
          </a:xfrm>
          <a:prstGeom xmlns:a="http://schemas.openxmlformats.org/drawingml/2006/main" prst="rect">
            <a:avLst/>
          </a:prstGeom>
          <a:solidFill xmlns:a="http://schemas.openxmlformats.org/drawingml/2006/main">
            <a:srgbClr val="FFFFFF"/>
          </a:solidFill>
          <a:ln xmlns:a="http://schemas.openxmlformats.org/drawingml/2006/main" w="11430">
            <a:solidFill>
              <a:srgbClr val="3A8370"/>
            </a:solidFill>
            <a:prstDash val="solid"/>
          </a:ln>
        </p:spPr>
      </p:sp>
      <p:sp>
        <p:nvSpPr>
          <p:cNvPr id="107" name="">
            <a:extLst xmlns:a="http://schemas.openxmlformats.org/drawingml/2006/main">
              <a:ext uri="{FF2B5EF4-FFF2-40B4-BE49-F238E27FC236}">
                <a16:creationId xmlns:a16="http://schemas.microsoft.com/office/drawing/2014/main" id="{6422A3D9-F9DA-488E-825D-2A05EB300EA0}"/>
              </a:ext>
            </a:extLst>
          </p:cNvPr>
          <p:cNvSpPr>
            <a:spLocks xmlns:a="http://schemas.openxmlformats.org/drawingml/2006/main" noGrp="1"/>
          </p:cNvSpPr>
          <p:nvPr/>
        </p:nvSpPr>
        <p:spPr>
          <a:xfrm xmlns:a="http://schemas.openxmlformats.org/drawingml/2006/main">
            <a:off x="2247900" y="79057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Strength/stretch</a:t>
            </a:r>
          </a:p>
        </p:txBody>
      </p:sp>
      <p:sp>
        <p:nvSpPr>
          <p:cNvPr id="108" name="">
            <a:extLst xmlns:a="http://schemas.openxmlformats.org/drawingml/2006/main">
              <a:ext uri="{FF2B5EF4-FFF2-40B4-BE49-F238E27FC236}">
                <a16:creationId xmlns:a16="http://schemas.microsoft.com/office/drawing/2014/main" id="{AECADBB3-1D75-45AB-A32F-078C9D20BD27}"/>
              </a:ext>
            </a:extLst>
          </p:cNvPr>
          <p:cNvSpPr>
            <a:spLocks xmlns:a="http://schemas.openxmlformats.org/drawingml/2006/main" noGrp="1"/>
          </p:cNvSpPr>
          <p:nvPr/>
        </p:nvSpPr>
        <p:spPr>
          <a:xfrm xmlns:a="http://schemas.openxmlformats.org/drawingml/2006/main">
            <a:off x="685800" y="8191500"/>
            <a:ext cx="2571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How it felt / pain or symptoms / adjustment</a:t>
            </a:r>
          </a:p>
        </p:txBody>
      </p:sp>
      <p:sp>
        <p:nvSpPr>
          <p:cNvPr id="109" name="">
            <a:extLst xmlns:a="http://schemas.openxmlformats.org/drawingml/2006/main">
              <a:ext uri="{FF2B5EF4-FFF2-40B4-BE49-F238E27FC236}">
                <a16:creationId xmlns:a16="http://schemas.microsoft.com/office/drawing/2014/main" id="{3A011FF5-DC8B-441B-A3F7-C7797938DF2B}"/>
              </a:ext>
            </a:extLst>
          </p:cNvPr>
          <p:cNvSpPr>
            <a:spLocks xmlns:a="http://schemas.openxmlformats.org/drawingml/2006/main" noGrp="1"/>
          </p:cNvSpPr>
          <p:nvPr/>
        </p:nvSpPr>
        <p:spPr>
          <a:xfrm xmlns:a="http://schemas.openxmlformats.org/drawingml/2006/main">
            <a:off x="685800" y="8439150"/>
            <a:ext cx="262890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Tree>
    <p:extLst>
      <p:ext uri="{BB962C8B-B14F-4D97-AF65-F5344CB8AC3E}">
        <p14:creationId xmlns:p14="http://schemas.microsoft.com/office/powerpoint/2010/main" val="222729913"/>
      </p:ext>
    </p:extLst>
  </p:cSld>
</p:sld>
</file>

<file path=ppt/slides/slide1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4" name="">
            <a:extLst xmlns:a="http://schemas.openxmlformats.org/drawingml/2006/main">
              <a:ext uri="{FF2B5EF4-FFF2-40B4-BE49-F238E27FC236}">
                <a16:creationId xmlns:a16="http://schemas.microsoft.com/office/drawing/2014/main" id="{6D2A7C08-3009-47B3-A74D-205A815BFA25}"/>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58b1ca69ba1a4054"/>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9C655639-D348-479C-9DBF-9F9BC86E415C}"/>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59DED049-2DAE-410E-BC20-AD68AC9408F3}"/>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C6138EAE-9E7E-49D3-959A-26AF78512B5C}"/>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9B3CE9B9-929B-4F5A-B7E6-B601187F9DE4}"/>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A8DC4843-FA5F-42F9-ABCE-58D8D7A890BB}"/>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322974807eee4418"/>
              </a:rPr>
              <a:t>mindfuldiabetes.org</a:t>
            </a:r>
          </a:p>
        </p:txBody>
      </p:sp>
      <p:sp>
        <p:nvSpPr>
          <p:cNvPr id="8" name="">
            <a:extLst xmlns:a="http://schemas.openxmlformats.org/drawingml/2006/main">
              <a:ext uri="{FF2B5EF4-FFF2-40B4-BE49-F238E27FC236}">
                <a16:creationId xmlns:a16="http://schemas.microsoft.com/office/drawing/2014/main" id="{EA082918-4D6A-4375-98C8-EF9B25ED3B2A}"/>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14</a:t>
            </a:r>
          </a:p>
        </p:txBody>
      </p:sp>
      <p:sp>
        <p:nvSpPr>
          <p:cNvPr id="9" name="">
            <a:extLst xmlns:a="http://schemas.openxmlformats.org/drawingml/2006/main">
              <a:ext uri="{FF2B5EF4-FFF2-40B4-BE49-F238E27FC236}">
                <a16:creationId xmlns:a16="http://schemas.microsoft.com/office/drawing/2014/main" id="{D1B62DB8-BF2C-4733-902C-E8C66D77BECA}"/>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a:t>
            </a:r>
          </a:p>
        </p:txBody>
      </p:sp>
      <p:sp>
        <p:nvSpPr>
          <p:cNvPr id="10" name="">
            <a:extLst xmlns:a="http://schemas.openxmlformats.org/drawingml/2006/main">
              <a:ext uri="{FF2B5EF4-FFF2-40B4-BE49-F238E27FC236}">
                <a16:creationId xmlns:a16="http://schemas.microsoft.com/office/drawing/2014/main" id="{EE9E2712-A29D-4A02-9EF4-1CB0AE7BCB64}"/>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Meal and Fiber Tracker</a:t>
            </a:r>
          </a:p>
        </p:txBody>
      </p:sp>
      <p:sp>
        <p:nvSpPr>
          <p:cNvPr id="11" name="">
            <a:extLst xmlns:a="http://schemas.openxmlformats.org/drawingml/2006/main">
              <a:ext uri="{FF2B5EF4-FFF2-40B4-BE49-F238E27FC236}">
                <a16:creationId xmlns:a16="http://schemas.microsoft.com/office/drawing/2014/main" id="{AE68E9BA-37D3-4310-9A85-4D58DEDF7067}"/>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Use this page for one meal per day or any meal you want to remember.</a:t>
            </a:r>
          </a:p>
        </p:txBody>
      </p:sp>
      <p:sp>
        <p:nvSpPr>
          <p:cNvPr id="12" name="">
            <a:extLst xmlns:a="http://schemas.openxmlformats.org/drawingml/2006/main">
              <a:ext uri="{FF2B5EF4-FFF2-40B4-BE49-F238E27FC236}">
                <a16:creationId xmlns:a16="http://schemas.microsoft.com/office/drawing/2014/main" id="{6A2347C4-4561-496D-9A3C-3C914DC5FB82}"/>
              </a:ext>
            </a:extLst>
          </p:cNvPr>
          <p:cNvSpPr>
            <a:spLocks xmlns:a="http://schemas.openxmlformats.org/drawingml/2006/main" noGrp="1"/>
          </p:cNvSpPr>
          <p:nvPr/>
        </p:nvSpPr>
        <p:spPr>
          <a:xfrm xmlns:a="http://schemas.openxmlformats.org/drawingml/2006/main">
            <a:off x="514350" y="2209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24BFE35A-A46A-4E1A-A3D6-4A98A7A3FD35}"/>
              </a:ext>
            </a:extLst>
          </p:cNvPr>
          <p:cNvSpPr>
            <a:spLocks xmlns:a="http://schemas.openxmlformats.org/drawingml/2006/main" noGrp="1"/>
          </p:cNvSpPr>
          <p:nvPr/>
        </p:nvSpPr>
        <p:spPr>
          <a:xfrm xmlns:a="http://schemas.openxmlformats.org/drawingml/2006/main">
            <a:off x="628650" y="2343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01B212CE-6076-4A7D-B37C-AC0044F4E800}"/>
              </a:ext>
            </a:extLst>
          </p:cNvPr>
          <p:cNvSpPr>
            <a:spLocks xmlns:a="http://schemas.openxmlformats.org/drawingml/2006/main" noGrp="1"/>
          </p:cNvSpPr>
          <p:nvPr/>
        </p:nvSpPr>
        <p:spPr>
          <a:xfrm xmlns:a="http://schemas.openxmlformats.org/drawingml/2006/main">
            <a:off x="1123950"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15" name="">
            <a:extLst xmlns:a="http://schemas.openxmlformats.org/drawingml/2006/main">
              <a:ext uri="{FF2B5EF4-FFF2-40B4-BE49-F238E27FC236}">
                <a16:creationId xmlns:a16="http://schemas.microsoft.com/office/drawing/2014/main" id="{D8FA868D-336C-449A-8E55-CD52B785452A}"/>
              </a:ext>
            </a:extLst>
          </p:cNvPr>
          <p:cNvSpPr>
            <a:spLocks xmlns:a="http://schemas.openxmlformats.org/drawingml/2006/main" noGrp="1"/>
          </p:cNvSpPr>
          <p:nvPr/>
        </p:nvSpPr>
        <p:spPr>
          <a:xfrm xmlns:a="http://schemas.openxmlformats.org/drawingml/2006/main">
            <a:off x="1162050"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6DA96168-81E7-4435-8FF4-7CEC13BEA942}"/>
              </a:ext>
            </a:extLst>
          </p:cNvPr>
          <p:cNvSpPr>
            <a:spLocks xmlns:a="http://schemas.openxmlformats.org/drawingml/2006/main" noGrp="1"/>
          </p:cNvSpPr>
          <p:nvPr/>
        </p:nvSpPr>
        <p:spPr>
          <a:xfrm xmlns:a="http://schemas.openxmlformats.org/drawingml/2006/main">
            <a:off x="1975757"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17" name="">
            <a:extLst xmlns:a="http://schemas.openxmlformats.org/drawingml/2006/main">
              <a:ext uri="{FF2B5EF4-FFF2-40B4-BE49-F238E27FC236}">
                <a16:creationId xmlns:a16="http://schemas.microsoft.com/office/drawing/2014/main" id="{C5E5F444-2DB1-48F8-9644-36BCD7C81140}"/>
              </a:ext>
            </a:extLst>
          </p:cNvPr>
          <p:cNvSpPr>
            <a:spLocks xmlns:a="http://schemas.openxmlformats.org/drawingml/2006/main" noGrp="1"/>
          </p:cNvSpPr>
          <p:nvPr/>
        </p:nvSpPr>
        <p:spPr>
          <a:xfrm xmlns:a="http://schemas.openxmlformats.org/drawingml/2006/main">
            <a:off x="2013857"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F68797C4-90A6-4E1B-97E8-80F5A95EF09E}"/>
              </a:ext>
            </a:extLst>
          </p:cNvPr>
          <p:cNvSpPr>
            <a:spLocks xmlns:a="http://schemas.openxmlformats.org/drawingml/2006/main" noGrp="1"/>
          </p:cNvSpPr>
          <p:nvPr/>
        </p:nvSpPr>
        <p:spPr>
          <a:xfrm xmlns:a="http://schemas.openxmlformats.org/drawingml/2006/main">
            <a:off x="2827564"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19" name="">
            <a:extLst xmlns:a="http://schemas.openxmlformats.org/drawingml/2006/main">
              <a:ext uri="{FF2B5EF4-FFF2-40B4-BE49-F238E27FC236}">
                <a16:creationId xmlns:a16="http://schemas.microsoft.com/office/drawing/2014/main" id="{ABFF217A-1F1A-469A-B2C6-188F000A8855}"/>
              </a:ext>
            </a:extLst>
          </p:cNvPr>
          <p:cNvSpPr>
            <a:spLocks xmlns:a="http://schemas.openxmlformats.org/drawingml/2006/main" noGrp="1"/>
          </p:cNvSpPr>
          <p:nvPr/>
        </p:nvSpPr>
        <p:spPr>
          <a:xfrm xmlns:a="http://schemas.openxmlformats.org/drawingml/2006/main">
            <a:off x="2865664"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AC8075A5-A94D-4303-9A91-884BA7211EF2}"/>
              </a:ext>
            </a:extLst>
          </p:cNvPr>
          <p:cNvSpPr>
            <a:spLocks xmlns:a="http://schemas.openxmlformats.org/drawingml/2006/main" noGrp="1"/>
          </p:cNvSpPr>
          <p:nvPr/>
        </p:nvSpPr>
        <p:spPr>
          <a:xfrm xmlns:a="http://schemas.openxmlformats.org/drawingml/2006/main">
            <a:off x="3679371"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21" name="">
            <a:extLst xmlns:a="http://schemas.openxmlformats.org/drawingml/2006/main">
              <a:ext uri="{FF2B5EF4-FFF2-40B4-BE49-F238E27FC236}">
                <a16:creationId xmlns:a16="http://schemas.microsoft.com/office/drawing/2014/main" id="{CEEB6295-65A8-451E-AB1B-5B9115C48368}"/>
              </a:ext>
            </a:extLst>
          </p:cNvPr>
          <p:cNvSpPr>
            <a:spLocks xmlns:a="http://schemas.openxmlformats.org/drawingml/2006/main" noGrp="1"/>
          </p:cNvSpPr>
          <p:nvPr/>
        </p:nvSpPr>
        <p:spPr>
          <a:xfrm xmlns:a="http://schemas.openxmlformats.org/drawingml/2006/main">
            <a:off x="3717471"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8F114DAD-5DE9-4D47-A818-853E9397BCF9}"/>
              </a:ext>
            </a:extLst>
          </p:cNvPr>
          <p:cNvSpPr>
            <a:spLocks xmlns:a="http://schemas.openxmlformats.org/drawingml/2006/main" noGrp="1"/>
          </p:cNvSpPr>
          <p:nvPr/>
        </p:nvSpPr>
        <p:spPr>
          <a:xfrm xmlns:a="http://schemas.openxmlformats.org/drawingml/2006/main">
            <a:off x="4531179"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23" name="">
            <a:extLst xmlns:a="http://schemas.openxmlformats.org/drawingml/2006/main">
              <a:ext uri="{FF2B5EF4-FFF2-40B4-BE49-F238E27FC236}">
                <a16:creationId xmlns:a16="http://schemas.microsoft.com/office/drawing/2014/main" id="{93B41EA9-909D-4A97-AF09-59DF8A8DEAC7}"/>
              </a:ext>
            </a:extLst>
          </p:cNvPr>
          <p:cNvSpPr>
            <a:spLocks xmlns:a="http://schemas.openxmlformats.org/drawingml/2006/main" noGrp="1"/>
          </p:cNvSpPr>
          <p:nvPr/>
        </p:nvSpPr>
        <p:spPr>
          <a:xfrm xmlns:a="http://schemas.openxmlformats.org/drawingml/2006/main">
            <a:off x="4569279"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B5090476-687C-4287-B9BB-D46711C357D9}"/>
              </a:ext>
            </a:extLst>
          </p:cNvPr>
          <p:cNvSpPr>
            <a:spLocks xmlns:a="http://schemas.openxmlformats.org/drawingml/2006/main" noGrp="1"/>
          </p:cNvSpPr>
          <p:nvPr/>
        </p:nvSpPr>
        <p:spPr>
          <a:xfrm xmlns:a="http://schemas.openxmlformats.org/drawingml/2006/main">
            <a:off x="5382986"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25" name="">
            <a:extLst xmlns:a="http://schemas.openxmlformats.org/drawingml/2006/main">
              <a:ext uri="{FF2B5EF4-FFF2-40B4-BE49-F238E27FC236}">
                <a16:creationId xmlns:a16="http://schemas.microsoft.com/office/drawing/2014/main" id="{BC97BDB4-1FD7-4908-9638-0D039A0FEF98}"/>
              </a:ext>
            </a:extLst>
          </p:cNvPr>
          <p:cNvSpPr>
            <a:spLocks xmlns:a="http://schemas.openxmlformats.org/drawingml/2006/main" noGrp="1"/>
          </p:cNvSpPr>
          <p:nvPr/>
        </p:nvSpPr>
        <p:spPr>
          <a:xfrm xmlns:a="http://schemas.openxmlformats.org/drawingml/2006/main">
            <a:off x="5421086"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160E05EE-0C3D-4326-A69A-A928F22C5842}"/>
              </a:ext>
            </a:extLst>
          </p:cNvPr>
          <p:cNvSpPr>
            <a:spLocks xmlns:a="http://schemas.openxmlformats.org/drawingml/2006/main" noGrp="1"/>
          </p:cNvSpPr>
          <p:nvPr/>
        </p:nvSpPr>
        <p:spPr>
          <a:xfrm xmlns:a="http://schemas.openxmlformats.org/drawingml/2006/main">
            <a:off x="6234793"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27" name="">
            <a:extLst xmlns:a="http://schemas.openxmlformats.org/drawingml/2006/main">
              <a:ext uri="{FF2B5EF4-FFF2-40B4-BE49-F238E27FC236}">
                <a16:creationId xmlns:a16="http://schemas.microsoft.com/office/drawing/2014/main" id="{693BE897-65AD-472E-9382-1D682644D1CC}"/>
              </a:ext>
            </a:extLst>
          </p:cNvPr>
          <p:cNvSpPr>
            <a:spLocks xmlns:a="http://schemas.openxmlformats.org/drawingml/2006/main" noGrp="1"/>
          </p:cNvSpPr>
          <p:nvPr/>
        </p:nvSpPr>
        <p:spPr>
          <a:xfrm xmlns:a="http://schemas.openxmlformats.org/drawingml/2006/main">
            <a:off x="6272893"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8" name="">
            <a:extLst xmlns:a="http://schemas.openxmlformats.org/drawingml/2006/main">
              <a:ext uri="{FF2B5EF4-FFF2-40B4-BE49-F238E27FC236}">
                <a16:creationId xmlns:a16="http://schemas.microsoft.com/office/drawing/2014/main" id="{F19BD944-D2CA-4BB3-8871-F032C7644C35}"/>
              </a:ext>
            </a:extLst>
          </p:cNvPr>
          <p:cNvSpPr>
            <a:spLocks xmlns:a="http://schemas.openxmlformats.org/drawingml/2006/main" noGrp="1"/>
          </p:cNvSpPr>
          <p:nvPr/>
        </p:nvSpPr>
        <p:spPr>
          <a:xfrm xmlns:a="http://schemas.openxmlformats.org/drawingml/2006/main">
            <a:off x="514350" y="3048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29" name="">
            <a:extLst xmlns:a="http://schemas.openxmlformats.org/drawingml/2006/main">
              <a:ext uri="{FF2B5EF4-FFF2-40B4-BE49-F238E27FC236}">
                <a16:creationId xmlns:a16="http://schemas.microsoft.com/office/drawing/2014/main" id="{F4F4E6FA-C7F9-494C-857A-094E7404E106}"/>
              </a:ext>
            </a:extLst>
          </p:cNvPr>
          <p:cNvSpPr>
            <a:spLocks xmlns:a="http://schemas.openxmlformats.org/drawingml/2006/main" noGrp="1"/>
          </p:cNvSpPr>
          <p:nvPr/>
        </p:nvSpPr>
        <p:spPr>
          <a:xfrm xmlns:a="http://schemas.openxmlformats.org/drawingml/2006/main">
            <a:off x="628650" y="3181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2</a:t>
            </a:r>
          </a:p>
        </p:txBody>
      </p:sp>
      <p:sp>
        <p:nvSpPr>
          <p:cNvPr id="30" name="">
            <a:extLst xmlns:a="http://schemas.openxmlformats.org/drawingml/2006/main">
              <a:ext uri="{FF2B5EF4-FFF2-40B4-BE49-F238E27FC236}">
                <a16:creationId xmlns:a16="http://schemas.microsoft.com/office/drawing/2014/main" id="{2D18F789-6D9A-4C37-9FF0-DFD02D6F12BF}"/>
              </a:ext>
            </a:extLst>
          </p:cNvPr>
          <p:cNvSpPr>
            <a:spLocks xmlns:a="http://schemas.openxmlformats.org/drawingml/2006/main" noGrp="1"/>
          </p:cNvSpPr>
          <p:nvPr/>
        </p:nvSpPr>
        <p:spPr>
          <a:xfrm xmlns:a="http://schemas.openxmlformats.org/drawingml/2006/main">
            <a:off x="1123950"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31" name="">
            <a:extLst xmlns:a="http://schemas.openxmlformats.org/drawingml/2006/main">
              <a:ext uri="{FF2B5EF4-FFF2-40B4-BE49-F238E27FC236}">
                <a16:creationId xmlns:a16="http://schemas.microsoft.com/office/drawing/2014/main" id="{92755779-8A5F-4823-A8BB-A44D2A5D9644}"/>
              </a:ext>
            </a:extLst>
          </p:cNvPr>
          <p:cNvSpPr>
            <a:spLocks xmlns:a="http://schemas.openxmlformats.org/drawingml/2006/main" noGrp="1"/>
          </p:cNvSpPr>
          <p:nvPr/>
        </p:nvSpPr>
        <p:spPr>
          <a:xfrm xmlns:a="http://schemas.openxmlformats.org/drawingml/2006/main">
            <a:off x="1162050"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0B4270FD-D5CC-4CA1-B05D-00E48FCCABCC}"/>
              </a:ext>
            </a:extLst>
          </p:cNvPr>
          <p:cNvSpPr>
            <a:spLocks xmlns:a="http://schemas.openxmlformats.org/drawingml/2006/main" noGrp="1"/>
          </p:cNvSpPr>
          <p:nvPr/>
        </p:nvSpPr>
        <p:spPr>
          <a:xfrm xmlns:a="http://schemas.openxmlformats.org/drawingml/2006/main">
            <a:off x="1975757"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33" name="">
            <a:extLst xmlns:a="http://schemas.openxmlformats.org/drawingml/2006/main">
              <a:ext uri="{FF2B5EF4-FFF2-40B4-BE49-F238E27FC236}">
                <a16:creationId xmlns:a16="http://schemas.microsoft.com/office/drawing/2014/main" id="{1CA4A55E-A0C2-44EA-9101-4DE6E911AF4C}"/>
              </a:ext>
            </a:extLst>
          </p:cNvPr>
          <p:cNvSpPr>
            <a:spLocks xmlns:a="http://schemas.openxmlformats.org/drawingml/2006/main" noGrp="1"/>
          </p:cNvSpPr>
          <p:nvPr/>
        </p:nvSpPr>
        <p:spPr>
          <a:xfrm xmlns:a="http://schemas.openxmlformats.org/drawingml/2006/main">
            <a:off x="2013857"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836F4642-638C-45E1-9D3B-6600D9CC798D}"/>
              </a:ext>
            </a:extLst>
          </p:cNvPr>
          <p:cNvSpPr>
            <a:spLocks xmlns:a="http://schemas.openxmlformats.org/drawingml/2006/main" noGrp="1"/>
          </p:cNvSpPr>
          <p:nvPr/>
        </p:nvSpPr>
        <p:spPr>
          <a:xfrm xmlns:a="http://schemas.openxmlformats.org/drawingml/2006/main">
            <a:off x="2827564"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35" name="">
            <a:extLst xmlns:a="http://schemas.openxmlformats.org/drawingml/2006/main">
              <a:ext uri="{FF2B5EF4-FFF2-40B4-BE49-F238E27FC236}">
                <a16:creationId xmlns:a16="http://schemas.microsoft.com/office/drawing/2014/main" id="{D72C0FD8-7329-4F9A-81D9-CC77AADBC923}"/>
              </a:ext>
            </a:extLst>
          </p:cNvPr>
          <p:cNvSpPr>
            <a:spLocks xmlns:a="http://schemas.openxmlformats.org/drawingml/2006/main" noGrp="1"/>
          </p:cNvSpPr>
          <p:nvPr/>
        </p:nvSpPr>
        <p:spPr>
          <a:xfrm xmlns:a="http://schemas.openxmlformats.org/drawingml/2006/main">
            <a:off x="2865664"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6" name="">
            <a:extLst xmlns:a="http://schemas.openxmlformats.org/drawingml/2006/main">
              <a:ext uri="{FF2B5EF4-FFF2-40B4-BE49-F238E27FC236}">
                <a16:creationId xmlns:a16="http://schemas.microsoft.com/office/drawing/2014/main" id="{C8377600-282C-4299-86E0-8E50379A52C4}"/>
              </a:ext>
            </a:extLst>
          </p:cNvPr>
          <p:cNvSpPr>
            <a:spLocks xmlns:a="http://schemas.openxmlformats.org/drawingml/2006/main" noGrp="1"/>
          </p:cNvSpPr>
          <p:nvPr/>
        </p:nvSpPr>
        <p:spPr>
          <a:xfrm xmlns:a="http://schemas.openxmlformats.org/drawingml/2006/main">
            <a:off x="3679371"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37" name="">
            <a:extLst xmlns:a="http://schemas.openxmlformats.org/drawingml/2006/main">
              <a:ext uri="{FF2B5EF4-FFF2-40B4-BE49-F238E27FC236}">
                <a16:creationId xmlns:a16="http://schemas.microsoft.com/office/drawing/2014/main" id="{66586571-5EC4-4FB3-B36B-738E912A0C41}"/>
              </a:ext>
            </a:extLst>
          </p:cNvPr>
          <p:cNvSpPr>
            <a:spLocks xmlns:a="http://schemas.openxmlformats.org/drawingml/2006/main" noGrp="1"/>
          </p:cNvSpPr>
          <p:nvPr/>
        </p:nvSpPr>
        <p:spPr>
          <a:xfrm xmlns:a="http://schemas.openxmlformats.org/drawingml/2006/main">
            <a:off x="3717471"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69E5BBF3-C93B-4FA0-8E44-3DB3BF56CEE1}"/>
              </a:ext>
            </a:extLst>
          </p:cNvPr>
          <p:cNvSpPr>
            <a:spLocks xmlns:a="http://schemas.openxmlformats.org/drawingml/2006/main" noGrp="1"/>
          </p:cNvSpPr>
          <p:nvPr/>
        </p:nvSpPr>
        <p:spPr>
          <a:xfrm xmlns:a="http://schemas.openxmlformats.org/drawingml/2006/main">
            <a:off x="4531179"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39" name="">
            <a:extLst xmlns:a="http://schemas.openxmlformats.org/drawingml/2006/main">
              <a:ext uri="{FF2B5EF4-FFF2-40B4-BE49-F238E27FC236}">
                <a16:creationId xmlns:a16="http://schemas.microsoft.com/office/drawing/2014/main" id="{61B28F20-9C7B-4B69-A309-45638BC33555}"/>
              </a:ext>
            </a:extLst>
          </p:cNvPr>
          <p:cNvSpPr>
            <a:spLocks xmlns:a="http://schemas.openxmlformats.org/drawingml/2006/main" noGrp="1"/>
          </p:cNvSpPr>
          <p:nvPr/>
        </p:nvSpPr>
        <p:spPr>
          <a:xfrm xmlns:a="http://schemas.openxmlformats.org/drawingml/2006/main">
            <a:off x="4569279"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965BB1E7-E491-4996-AA4A-34C4FDD250D1}"/>
              </a:ext>
            </a:extLst>
          </p:cNvPr>
          <p:cNvSpPr>
            <a:spLocks xmlns:a="http://schemas.openxmlformats.org/drawingml/2006/main" noGrp="1"/>
          </p:cNvSpPr>
          <p:nvPr/>
        </p:nvSpPr>
        <p:spPr>
          <a:xfrm xmlns:a="http://schemas.openxmlformats.org/drawingml/2006/main">
            <a:off x="5382986"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41" name="">
            <a:extLst xmlns:a="http://schemas.openxmlformats.org/drawingml/2006/main">
              <a:ext uri="{FF2B5EF4-FFF2-40B4-BE49-F238E27FC236}">
                <a16:creationId xmlns:a16="http://schemas.microsoft.com/office/drawing/2014/main" id="{E358F4BF-38D2-43C7-A930-E7F92A0BD306}"/>
              </a:ext>
            </a:extLst>
          </p:cNvPr>
          <p:cNvSpPr>
            <a:spLocks xmlns:a="http://schemas.openxmlformats.org/drawingml/2006/main" noGrp="1"/>
          </p:cNvSpPr>
          <p:nvPr/>
        </p:nvSpPr>
        <p:spPr>
          <a:xfrm xmlns:a="http://schemas.openxmlformats.org/drawingml/2006/main">
            <a:off x="5421086"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2" name="">
            <a:extLst xmlns:a="http://schemas.openxmlformats.org/drawingml/2006/main">
              <a:ext uri="{FF2B5EF4-FFF2-40B4-BE49-F238E27FC236}">
                <a16:creationId xmlns:a16="http://schemas.microsoft.com/office/drawing/2014/main" id="{62EE4FFE-835D-49A2-9055-BE6EA86BE24D}"/>
              </a:ext>
            </a:extLst>
          </p:cNvPr>
          <p:cNvSpPr>
            <a:spLocks xmlns:a="http://schemas.openxmlformats.org/drawingml/2006/main" noGrp="1"/>
          </p:cNvSpPr>
          <p:nvPr/>
        </p:nvSpPr>
        <p:spPr>
          <a:xfrm xmlns:a="http://schemas.openxmlformats.org/drawingml/2006/main">
            <a:off x="6234793"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43" name="">
            <a:extLst xmlns:a="http://schemas.openxmlformats.org/drawingml/2006/main">
              <a:ext uri="{FF2B5EF4-FFF2-40B4-BE49-F238E27FC236}">
                <a16:creationId xmlns:a16="http://schemas.microsoft.com/office/drawing/2014/main" id="{9D66D733-C09A-4B9B-8552-73BAE26F712E}"/>
              </a:ext>
            </a:extLst>
          </p:cNvPr>
          <p:cNvSpPr>
            <a:spLocks xmlns:a="http://schemas.openxmlformats.org/drawingml/2006/main" noGrp="1"/>
          </p:cNvSpPr>
          <p:nvPr/>
        </p:nvSpPr>
        <p:spPr>
          <a:xfrm xmlns:a="http://schemas.openxmlformats.org/drawingml/2006/main">
            <a:off x="6272893"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72E5CE7F-04AF-4808-A81F-BE5C94379247}"/>
              </a:ext>
            </a:extLst>
          </p:cNvPr>
          <p:cNvSpPr>
            <a:spLocks xmlns:a="http://schemas.openxmlformats.org/drawingml/2006/main" noGrp="1"/>
          </p:cNvSpPr>
          <p:nvPr/>
        </p:nvSpPr>
        <p:spPr>
          <a:xfrm xmlns:a="http://schemas.openxmlformats.org/drawingml/2006/main">
            <a:off x="514350" y="38862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45" name="">
            <a:extLst xmlns:a="http://schemas.openxmlformats.org/drawingml/2006/main">
              <a:ext uri="{FF2B5EF4-FFF2-40B4-BE49-F238E27FC236}">
                <a16:creationId xmlns:a16="http://schemas.microsoft.com/office/drawing/2014/main" id="{D6151F9B-F7B9-42C7-9EFD-F92B34AAC715}"/>
              </a:ext>
            </a:extLst>
          </p:cNvPr>
          <p:cNvSpPr>
            <a:spLocks xmlns:a="http://schemas.openxmlformats.org/drawingml/2006/main" noGrp="1"/>
          </p:cNvSpPr>
          <p:nvPr/>
        </p:nvSpPr>
        <p:spPr>
          <a:xfrm xmlns:a="http://schemas.openxmlformats.org/drawingml/2006/main">
            <a:off x="628650" y="40195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3</a:t>
            </a:r>
          </a:p>
        </p:txBody>
      </p:sp>
      <p:sp>
        <p:nvSpPr>
          <p:cNvPr id="46" name="">
            <a:extLst xmlns:a="http://schemas.openxmlformats.org/drawingml/2006/main">
              <a:ext uri="{FF2B5EF4-FFF2-40B4-BE49-F238E27FC236}">
                <a16:creationId xmlns:a16="http://schemas.microsoft.com/office/drawing/2014/main" id="{A55C120B-E171-4BFD-9472-091CADF9B5F7}"/>
              </a:ext>
            </a:extLst>
          </p:cNvPr>
          <p:cNvSpPr>
            <a:spLocks xmlns:a="http://schemas.openxmlformats.org/drawingml/2006/main" noGrp="1"/>
          </p:cNvSpPr>
          <p:nvPr/>
        </p:nvSpPr>
        <p:spPr>
          <a:xfrm xmlns:a="http://schemas.openxmlformats.org/drawingml/2006/main">
            <a:off x="1123950"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47" name="">
            <a:extLst xmlns:a="http://schemas.openxmlformats.org/drawingml/2006/main">
              <a:ext uri="{FF2B5EF4-FFF2-40B4-BE49-F238E27FC236}">
                <a16:creationId xmlns:a16="http://schemas.microsoft.com/office/drawing/2014/main" id="{4E6F73BC-5C2C-48CA-B1D8-BB358D9227DD}"/>
              </a:ext>
            </a:extLst>
          </p:cNvPr>
          <p:cNvSpPr>
            <a:spLocks xmlns:a="http://schemas.openxmlformats.org/drawingml/2006/main" noGrp="1"/>
          </p:cNvSpPr>
          <p:nvPr/>
        </p:nvSpPr>
        <p:spPr>
          <a:xfrm xmlns:a="http://schemas.openxmlformats.org/drawingml/2006/main">
            <a:off x="1162050"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A909B495-D0D1-4C3E-A87F-A4727F46BD08}"/>
              </a:ext>
            </a:extLst>
          </p:cNvPr>
          <p:cNvSpPr>
            <a:spLocks xmlns:a="http://schemas.openxmlformats.org/drawingml/2006/main" noGrp="1"/>
          </p:cNvSpPr>
          <p:nvPr/>
        </p:nvSpPr>
        <p:spPr>
          <a:xfrm xmlns:a="http://schemas.openxmlformats.org/drawingml/2006/main">
            <a:off x="1975757"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49" name="">
            <a:extLst xmlns:a="http://schemas.openxmlformats.org/drawingml/2006/main">
              <a:ext uri="{FF2B5EF4-FFF2-40B4-BE49-F238E27FC236}">
                <a16:creationId xmlns:a16="http://schemas.microsoft.com/office/drawing/2014/main" id="{E58B2BA9-2531-4D61-8322-213A53565E65}"/>
              </a:ext>
            </a:extLst>
          </p:cNvPr>
          <p:cNvSpPr>
            <a:spLocks xmlns:a="http://schemas.openxmlformats.org/drawingml/2006/main" noGrp="1"/>
          </p:cNvSpPr>
          <p:nvPr/>
        </p:nvSpPr>
        <p:spPr>
          <a:xfrm xmlns:a="http://schemas.openxmlformats.org/drawingml/2006/main">
            <a:off x="2013857"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0" name="">
            <a:extLst xmlns:a="http://schemas.openxmlformats.org/drawingml/2006/main">
              <a:ext uri="{FF2B5EF4-FFF2-40B4-BE49-F238E27FC236}">
                <a16:creationId xmlns:a16="http://schemas.microsoft.com/office/drawing/2014/main" id="{079DD68F-10E9-4EB6-9144-7073A7A08F04}"/>
              </a:ext>
            </a:extLst>
          </p:cNvPr>
          <p:cNvSpPr>
            <a:spLocks xmlns:a="http://schemas.openxmlformats.org/drawingml/2006/main" noGrp="1"/>
          </p:cNvSpPr>
          <p:nvPr/>
        </p:nvSpPr>
        <p:spPr>
          <a:xfrm xmlns:a="http://schemas.openxmlformats.org/drawingml/2006/main">
            <a:off x="2827564"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51" name="">
            <a:extLst xmlns:a="http://schemas.openxmlformats.org/drawingml/2006/main">
              <a:ext uri="{FF2B5EF4-FFF2-40B4-BE49-F238E27FC236}">
                <a16:creationId xmlns:a16="http://schemas.microsoft.com/office/drawing/2014/main" id="{DCAAE26D-B61B-4B25-BD9F-77F5E2859202}"/>
              </a:ext>
            </a:extLst>
          </p:cNvPr>
          <p:cNvSpPr>
            <a:spLocks xmlns:a="http://schemas.openxmlformats.org/drawingml/2006/main" noGrp="1"/>
          </p:cNvSpPr>
          <p:nvPr/>
        </p:nvSpPr>
        <p:spPr>
          <a:xfrm xmlns:a="http://schemas.openxmlformats.org/drawingml/2006/main">
            <a:off x="2865664"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842288C9-0305-4FB3-AB94-11754B3E28C6}"/>
              </a:ext>
            </a:extLst>
          </p:cNvPr>
          <p:cNvSpPr>
            <a:spLocks xmlns:a="http://schemas.openxmlformats.org/drawingml/2006/main" noGrp="1"/>
          </p:cNvSpPr>
          <p:nvPr/>
        </p:nvSpPr>
        <p:spPr>
          <a:xfrm xmlns:a="http://schemas.openxmlformats.org/drawingml/2006/main">
            <a:off x="3679371"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53" name="">
            <a:extLst xmlns:a="http://schemas.openxmlformats.org/drawingml/2006/main">
              <a:ext uri="{FF2B5EF4-FFF2-40B4-BE49-F238E27FC236}">
                <a16:creationId xmlns:a16="http://schemas.microsoft.com/office/drawing/2014/main" id="{5BE15FC1-F1E0-4FD6-B79C-FE01F84F2FB4}"/>
              </a:ext>
            </a:extLst>
          </p:cNvPr>
          <p:cNvSpPr>
            <a:spLocks xmlns:a="http://schemas.openxmlformats.org/drawingml/2006/main" noGrp="1"/>
          </p:cNvSpPr>
          <p:nvPr/>
        </p:nvSpPr>
        <p:spPr>
          <a:xfrm xmlns:a="http://schemas.openxmlformats.org/drawingml/2006/main">
            <a:off x="3717471"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04B65EFB-C6BC-43E9-9E91-1D5523D5C820}"/>
              </a:ext>
            </a:extLst>
          </p:cNvPr>
          <p:cNvSpPr>
            <a:spLocks xmlns:a="http://schemas.openxmlformats.org/drawingml/2006/main" noGrp="1"/>
          </p:cNvSpPr>
          <p:nvPr/>
        </p:nvSpPr>
        <p:spPr>
          <a:xfrm xmlns:a="http://schemas.openxmlformats.org/drawingml/2006/main">
            <a:off x="4531179"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55" name="">
            <a:extLst xmlns:a="http://schemas.openxmlformats.org/drawingml/2006/main">
              <a:ext uri="{FF2B5EF4-FFF2-40B4-BE49-F238E27FC236}">
                <a16:creationId xmlns:a16="http://schemas.microsoft.com/office/drawing/2014/main" id="{E9C3440F-1C95-4322-9835-67554CB1B008}"/>
              </a:ext>
            </a:extLst>
          </p:cNvPr>
          <p:cNvSpPr>
            <a:spLocks xmlns:a="http://schemas.openxmlformats.org/drawingml/2006/main" noGrp="1"/>
          </p:cNvSpPr>
          <p:nvPr/>
        </p:nvSpPr>
        <p:spPr>
          <a:xfrm xmlns:a="http://schemas.openxmlformats.org/drawingml/2006/main">
            <a:off x="4569279"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6" name="">
            <a:extLst xmlns:a="http://schemas.openxmlformats.org/drawingml/2006/main">
              <a:ext uri="{FF2B5EF4-FFF2-40B4-BE49-F238E27FC236}">
                <a16:creationId xmlns:a16="http://schemas.microsoft.com/office/drawing/2014/main" id="{B959890B-07E6-4F96-B23E-A0A897DB46FB}"/>
              </a:ext>
            </a:extLst>
          </p:cNvPr>
          <p:cNvSpPr>
            <a:spLocks xmlns:a="http://schemas.openxmlformats.org/drawingml/2006/main" noGrp="1"/>
          </p:cNvSpPr>
          <p:nvPr/>
        </p:nvSpPr>
        <p:spPr>
          <a:xfrm xmlns:a="http://schemas.openxmlformats.org/drawingml/2006/main">
            <a:off x="5382986"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57" name="">
            <a:extLst xmlns:a="http://schemas.openxmlformats.org/drawingml/2006/main">
              <a:ext uri="{FF2B5EF4-FFF2-40B4-BE49-F238E27FC236}">
                <a16:creationId xmlns:a16="http://schemas.microsoft.com/office/drawing/2014/main" id="{6C38B698-F068-4BC3-AE8B-43BECF8F4940}"/>
              </a:ext>
            </a:extLst>
          </p:cNvPr>
          <p:cNvSpPr>
            <a:spLocks xmlns:a="http://schemas.openxmlformats.org/drawingml/2006/main" noGrp="1"/>
          </p:cNvSpPr>
          <p:nvPr/>
        </p:nvSpPr>
        <p:spPr>
          <a:xfrm xmlns:a="http://schemas.openxmlformats.org/drawingml/2006/main">
            <a:off x="5421086"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C50A2D2E-DC22-49FA-8138-5AF4A4601B0A}"/>
              </a:ext>
            </a:extLst>
          </p:cNvPr>
          <p:cNvSpPr>
            <a:spLocks xmlns:a="http://schemas.openxmlformats.org/drawingml/2006/main" noGrp="1"/>
          </p:cNvSpPr>
          <p:nvPr/>
        </p:nvSpPr>
        <p:spPr>
          <a:xfrm xmlns:a="http://schemas.openxmlformats.org/drawingml/2006/main">
            <a:off x="6234793"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59" name="">
            <a:extLst xmlns:a="http://schemas.openxmlformats.org/drawingml/2006/main">
              <a:ext uri="{FF2B5EF4-FFF2-40B4-BE49-F238E27FC236}">
                <a16:creationId xmlns:a16="http://schemas.microsoft.com/office/drawing/2014/main" id="{BAAF7FA6-14B5-43A5-8D98-14C183232D79}"/>
              </a:ext>
            </a:extLst>
          </p:cNvPr>
          <p:cNvSpPr>
            <a:spLocks xmlns:a="http://schemas.openxmlformats.org/drawingml/2006/main" noGrp="1"/>
          </p:cNvSpPr>
          <p:nvPr/>
        </p:nvSpPr>
        <p:spPr>
          <a:xfrm xmlns:a="http://schemas.openxmlformats.org/drawingml/2006/main">
            <a:off x="6272893"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0" name="">
            <a:extLst xmlns:a="http://schemas.openxmlformats.org/drawingml/2006/main">
              <a:ext uri="{FF2B5EF4-FFF2-40B4-BE49-F238E27FC236}">
                <a16:creationId xmlns:a16="http://schemas.microsoft.com/office/drawing/2014/main" id="{89927F3E-202F-4DBF-BF26-56DC3B2D83D0}"/>
              </a:ext>
            </a:extLst>
          </p:cNvPr>
          <p:cNvSpPr>
            <a:spLocks xmlns:a="http://schemas.openxmlformats.org/drawingml/2006/main" noGrp="1"/>
          </p:cNvSpPr>
          <p:nvPr/>
        </p:nvSpPr>
        <p:spPr>
          <a:xfrm xmlns:a="http://schemas.openxmlformats.org/drawingml/2006/main">
            <a:off x="514350" y="47244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61" name="">
            <a:extLst xmlns:a="http://schemas.openxmlformats.org/drawingml/2006/main">
              <a:ext uri="{FF2B5EF4-FFF2-40B4-BE49-F238E27FC236}">
                <a16:creationId xmlns:a16="http://schemas.microsoft.com/office/drawing/2014/main" id="{6468F676-82A9-4085-B0D3-C5B246904616}"/>
              </a:ext>
            </a:extLst>
          </p:cNvPr>
          <p:cNvSpPr>
            <a:spLocks xmlns:a="http://schemas.openxmlformats.org/drawingml/2006/main" noGrp="1"/>
          </p:cNvSpPr>
          <p:nvPr/>
        </p:nvSpPr>
        <p:spPr>
          <a:xfrm xmlns:a="http://schemas.openxmlformats.org/drawingml/2006/main">
            <a:off x="628650" y="4857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4</a:t>
            </a:r>
          </a:p>
        </p:txBody>
      </p:sp>
      <p:sp>
        <p:nvSpPr>
          <p:cNvPr id="62" name="">
            <a:extLst xmlns:a="http://schemas.openxmlformats.org/drawingml/2006/main">
              <a:ext uri="{FF2B5EF4-FFF2-40B4-BE49-F238E27FC236}">
                <a16:creationId xmlns:a16="http://schemas.microsoft.com/office/drawing/2014/main" id="{0A39E061-725A-479D-9717-6A86A1C5E226}"/>
              </a:ext>
            </a:extLst>
          </p:cNvPr>
          <p:cNvSpPr>
            <a:spLocks xmlns:a="http://schemas.openxmlformats.org/drawingml/2006/main" noGrp="1"/>
          </p:cNvSpPr>
          <p:nvPr/>
        </p:nvSpPr>
        <p:spPr>
          <a:xfrm xmlns:a="http://schemas.openxmlformats.org/drawingml/2006/main">
            <a:off x="1123950"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63" name="">
            <a:extLst xmlns:a="http://schemas.openxmlformats.org/drawingml/2006/main">
              <a:ext uri="{FF2B5EF4-FFF2-40B4-BE49-F238E27FC236}">
                <a16:creationId xmlns:a16="http://schemas.microsoft.com/office/drawing/2014/main" id="{204B7F12-0C51-4CD6-853C-8BA4C19EF436}"/>
              </a:ext>
            </a:extLst>
          </p:cNvPr>
          <p:cNvSpPr>
            <a:spLocks xmlns:a="http://schemas.openxmlformats.org/drawingml/2006/main" noGrp="1"/>
          </p:cNvSpPr>
          <p:nvPr/>
        </p:nvSpPr>
        <p:spPr>
          <a:xfrm xmlns:a="http://schemas.openxmlformats.org/drawingml/2006/main">
            <a:off x="1162050"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8402EC80-BB93-453F-8AF6-2741DF09F287}"/>
              </a:ext>
            </a:extLst>
          </p:cNvPr>
          <p:cNvSpPr>
            <a:spLocks xmlns:a="http://schemas.openxmlformats.org/drawingml/2006/main" noGrp="1"/>
          </p:cNvSpPr>
          <p:nvPr/>
        </p:nvSpPr>
        <p:spPr>
          <a:xfrm xmlns:a="http://schemas.openxmlformats.org/drawingml/2006/main">
            <a:off x="1975757"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65" name="">
            <a:extLst xmlns:a="http://schemas.openxmlformats.org/drawingml/2006/main">
              <a:ext uri="{FF2B5EF4-FFF2-40B4-BE49-F238E27FC236}">
                <a16:creationId xmlns:a16="http://schemas.microsoft.com/office/drawing/2014/main" id="{2BBD57B4-2F82-4FD7-9959-2A7FCA849315}"/>
              </a:ext>
            </a:extLst>
          </p:cNvPr>
          <p:cNvSpPr>
            <a:spLocks xmlns:a="http://schemas.openxmlformats.org/drawingml/2006/main" noGrp="1"/>
          </p:cNvSpPr>
          <p:nvPr/>
        </p:nvSpPr>
        <p:spPr>
          <a:xfrm xmlns:a="http://schemas.openxmlformats.org/drawingml/2006/main">
            <a:off x="2013857"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A418C3B4-2287-45D0-9F1C-1524283C9167}"/>
              </a:ext>
            </a:extLst>
          </p:cNvPr>
          <p:cNvSpPr>
            <a:spLocks xmlns:a="http://schemas.openxmlformats.org/drawingml/2006/main" noGrp="1"/>
          </p:cNvSpPr>
          <p:nvPr/>
        </p:nvSpPr>
        <p:spPr>
          <a:xfrm xmlns:a="http://schemas.openxmlformats.org/drawingml/2006/main">
            <a:off x="2827564"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67" name="">
            <a:extLst xmlns:a="http://schemas.openxmlformats.org/drawingml/2006/main">
              <a:ext uri="{FF2B5EF4-FFF2-40B4-BE49-F238E27FC236}">
                <a16:creationId xmlns:a16="http://schemas.microsoft.com/office/drawing/2014/main" id="{E519F34F-3B09-423F-A00D-99BBD727C03D}"/>
              </a:ext>
            </a:extLst>
          </p:cNvPr>
          <p:cNvSpPr>
            <a:spLocks xmlns:a="http://schemas.openxmlformats.org/drawingml/2006/main" noGrp="1"/>
          </p:cNvSpPr>
          <p:nvPr/>
        </p:nvSpPr>
        <p:spPr>
          <a:xfrm xmlns:a="http://schemas.openxmlformats.org/drawingml/2006/main">
            <a:off x="2865664"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799DE59C-2DB2-4A0C-8C75-4426A7AA7D5E}"/>
              </a:ext>
            </a:extLst>
          </p:cNvPr>
          <p:cNvSpPr>
            <a:spLocks xmlns:a="http://schemas.openxmlformats.org/drawingml/2006/main" noGrp="1"/>
          </p:cNvSpPr>
          <p:nvPr/>
        </p:nvSpPr>
        <p:spPr>
          <a:xfrm xmlns:a="http://schemas.openxmlformats.org/drawingml/2006/main">
            <a:off x="3679371"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69" name="">
            <a:extLst xmlns:a="http://schemas.openxmlformats.org/drawingml/2006/main">
              <a:ext uri="{FF2B5EF4-FFF2-40B4-BE49-F238E27FC236}">
                <a16:creationId xmlns:a16="http://schemas.microsoft.com/office/drawing/2014/main" id="{D87F195A-9CF6-429A-82B8-9635B21099FA}"/>
              </a:ext>
            </a:extLst>
          </p:cNvPr>
          <p:cNvSpPr>
            <a:spLocks xmlns:a="http://schemas.openxmlformats.org/drawingml/2006/main" noGrp="1"/>
          </p:cNvSpPr>
          <p:nvPr/>
        </p:nvSpPr>
        <p:spPr>
          <a:xfrm xmlns:a="http://schemas.openxmlformats.org/drawingml/2006/main">
            <a:off x="3717471"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0" name="">
            <a:extLst xmlns:a="http://schemas.openxmlformats.org/drawingml/2006/main">
              <a:ext uri="{FF2B5EF4-FFF2-40B4-BE49-F238E27FC236}">
                <a16:creationId xmlns:a16="http://schemas.microsoft.com/office/drawing/2014/main" id="{C7D05AE8-5404-4256-A7F3-700D4FA6A1C1}"/>
              </a:ext>
            </a:extLst>
          </p:cNvPr>
          <p:cNvSpPr>
            <a:spLocks xmlns:a="http://schemas.openxmlformats.org/drawingml/2006/main" noGrp="1"/>
          </p:cNvSpPr>
          <p:nvPr/>
        </p:nvSpPr>
        <p:spPr>
          <a:xfrm xmlns:a="http://schemas.openxmlformats.org/drawingml/2006/main">
            <a:off x="4531179"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71" name="">
            <a:extLst xmlns:a="http://schemas.openxmlformats.org/drawingml/2006/main">
              <a:ext uri="{FF2B5EF4-FFF2-40B4-BE49-F238E27FC236}">
                <a16:creationId xmlns:a16="http://schemas.microsoft.com/office/drawing/2014/main" id="{79DF2C61-62E1-4379-81B5-3570871DF831}"/>
              </a:ext>
            </a:extLst>
          </p:cNvPr>
          <p:cNvSpPr>
            <a:spLocks xmlns:a="http://schemas.openxmlformats.org/drawingml/2006/main" noGrp="1"/>
          </p:cNvSpPr>
          <p:nvPr/>
        </p:nvSpPr>
        <p:spPr>
          <a:xfrm xmlns:a="http://schemas.openxmlformats.org/drawingml/2006/main">
            <a:off x="4569279"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EA3FD0DC-19CF-4631-A634-B222E9AF2748}"/>
              </a:ext>
            </a:extLst>
          </p:cNvPr>
          <p:cNvSpPr>
            <a:spLocks xmlns:a="http://schemas.openxmlformats.org/drawingml/2006/main" noGrp="1"/>
          </p:cNvSpPr>
          <p:nvPr/>
        </p:nvSpPr>
        <p:spPr>
          <a:xfrm xmlns:a="http://schemas.openxmlformats.org/drawingml/2006/main">
            <a:off x="5382986"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73" name="">
            <a:extLst xmlns:a="http://schemas.openxmlformats.org/drawingml/2006/main">
              <a:ext uri="{FF2B5EF4-FFF2-40B4-BE49-F238E27FC236}">
                <a16:creationId xmlns:a16="http://schemas.microsoft.com/office/drawing/2014/main" id="{14279554-6145-42AF-A954-40A428C8CECC}"/>
              </a:ext>
            </a:extLst>
          </p:cNvPr>
          <p:cNvSpPr>
            <a:spLocks xmlns:a="http://schemas.openxmlformats.org/drawingml/2006/main" noGrp="1"/>
          </p:cNvSpPr>
          <p:nvPr/>
        </p:nvSpPr>
        <p:spPr>
          <a:xfrm xmlns:a="http://schemas.openxmlformats.org/drawingml/2006/main">
            <a:off x="5421086"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4" name="">
            <a:extLst xmlns:a="http://schemas.openxmlformats.org/drawingml/2006/main">
              <a:ext uri="{FF2B5EF4-FFF2-40B4-BE49-F238E27FC236}">
                <a16:creationId xmlns:a16="http://schemas.microsoft.com/office/drawing/2014/main" id="{390D35A1-6264-45F1-B3CC-2B64475EDEAF}"/>
              </a:ext>
            </a:extLst>
          </p:cNvPr>
          <p:cNvSpPr>
            <a:spLocks xmlns:a="http://schemas.openxmlformats.org/drawingml/2006/main" noGrp="1"/>
          </p:cNvSpPr>
          <p:nvPr/>
        </p:nvSpPr>
        <p:spPr>
          <a:xfrm xmlns:a="http://schemas.openxmlformats.org/drawingml/2006/main">
            <a:off x="6234793"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75" name="">
            <a:extLst xmlns:a="http://schemas.openxmlformats.org/drawingml/2006/main">
              <a:ext uri="{FF2B5EF4-FFF2-40B4-BE49-F238E27FC236}">
                <a16:creationId xmlns:a16="http://schemas.microsoft.com/office/drawing/2014/main" id="{C8865199-2780-4A60-BB52-A3A3F9B0CE0C}"/>
              </a:ext>
            </a:extLst>
          </p:cNvPr>
          <p:cNvSpPr>
            <a:spLocks xmlns:a="http://schemas.openxmlformats.org/drawingml/2006/main" noGrp="1"/>
          </p:cNvSpPr>
          <p:nvPr/>
        </p:nvSpPr>
        <p:spPr>
          <a:xfrm xmlns:a="http://schemas.openxmlformats.org/drawingml/2006/main">
            <a:off x="6272893"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6" name="">
            <a:extLst xmlns:a="http://schemas.openxmlformats.org/drawingml/2006/main">
              <a:ext uri="{FF2B5EF4-FFF2-40B4-BE49-F238E27FC236}">
                <a16:creationId xmlns:a16="http://schemas.microsoft.com/office/drawing/2014/main" id="{0BAD0D70-2299-46A1-A647-96A722555620}"/>
              </a:ext>
            </a:extLst>
          </p:cNvPr>
          <p:cNvSpPr>
            <a:spLocks xmlns:a="http://schemas.openxmlformats.org/drawingml/2006/main" noGrp="1"/>
          </p:cNvSpPr>
          <p:nvPr/>
        </p:nvSpPr>
        <p:spPr>
          <a:xfrm xmlns:a="http://schemas.openxmlformats.org/drawingml/2006/main">
            <a:off x="514350" y="55626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77" name="">
            <a:extLst xmlns:a="http://schemas.openxmlformats.org/drawingml/2006/main">
              <a:ext uri="{FF2B5EF4-FFF2-40B4-BE49-F238E27FC236}">
                <a16:creationId xmlns:a16="http://schemas.microsoft.com/office/drawing/2014/main" id="{D91E2515-07F5-4A90-BF06-8FED5DFB2CC9}"/>
              </a:ext>
            </a:extLst>
          </p:cNvPr>
          <p:cNvSpPr>
            <a:spLocks xmlns:a="http://schemas.openxmlformats.org/drawingml/2006/main" noGrp="1"/>
          </p:cNvSpPr>
          <p:nvPr/>
        </p:nvSpPr>
        <p:spPr>
          <a:xfrm xmlns:a="http://schemas.openxmlformats.org/drawingml/2006/main">
            <a:off x="628650" y="56959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5</a:t>
            </a:r>
          </a:p>
        </p:txBody>
      </p:sp>
      <p:sp>
        <p:nvSpPr>
          <p:cNvPr id="78" name="">
            <a:extLst xmlns:a="http://schemas.openxmlformats.org/drawingml/2006/main">
              <a:ext uri="{FF2B5EF4-FFF2-40B4-BE49-F238E27FC236}">
                <a16:creationId xmlns:a16="http://schemas.microsoft.com/office/drawing/2014/main" id="{035420E0-92ED-476B-9BD9-ABFD9D4AC2E5}"/>
              </a:ext>
            </a:extLst>
          </p:cNvPr>
          <p:cNvSpPr>
            <a:spLocks xmlns:a="http://schemas.openxmlformats.org/drawingml/2006/main" noGrp="1"/>
          </p:cNvSpPr>
          <p:nvPr/>
        </p:nvSpPr>
        <p:spPr>
          <a:xfrm xmlns:a="http://schemas.openxmlformats.org/drawingml/2006/main">
            <a:off x="1123950"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79" name="">
            <a:extLst xmlns:a="http://schemas.openxmlformats.org/drawingml/2006/main">
              <a:ext uri="{FF2B5EF4-FFF2-40B4-BE49-F238E27FC236}">
                <a16:creationId xmlns:a16="http://schemas.microsoft.com/office/drawing/2014/main" id="{CEEBAC18-46B1-4632-ABDD-FB6B8D34D9C2}"/>
              </a:ext>
            </a:extLst>
          </p:cNvPr>
          <p:cNvSpPr>
            <a:spLocks xmlns:a="http://schemas.openxmlformats.org/drawingml/2006/main" noGrp="1"/>
          </p:cNvSpPr>
          <p:nvPr/>
        </p:nvSpPr>
        <p:spPr>
          <a:xfrm xmlns:a="http://schemas.openxmlformats.org/drawingml/2006/main">
            <a:off x="1162050"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0" name="">
            <a:extLst xmlns:a="http://schemas.openxmlformats.org/drawingml/2006/main">
              <a:ext uri="{FF2B5EF4-FFF2-40B4-BE49-F238E27FC236}">
                <a16:creationId xmlns:a16="http://schemas.microsoft.com/office/drawing/2014/main" id="{330262BB-EDAE-45B1-8B80-7943360C2CE5}"/>
              </a:ext>
            </a:extLst>
          </p:cNvPr>
          <p:cNvSpPr>
            <a:spLocks xmlns:a="http://schemas.openxmlformats.org/drawingml/2006/main" noGrp="1"/>
          </p:cNvSpPr>
          <p:nvPr/>
        </p:nvSpPr>
        <p:spPr>
          <a:xfrm xmlns:a="http://schemas.openxmlformats.org/drawingml/2006/main">
            <a:off x="1975757"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81" name="">
            <a:extLst xmlns:a="http://schemas.openxmlformats.org/drawingml/2006/main">
              <a:ext uri="{FF2B5EF4-FFF2-40B4-BE49-F238E27FC236}">
                <a16:creationId xmlns:a16="http://schemas.microsoft.com/office/drawing/2014/main" id="{7B5CB7D5-DEA8-43FB-8914-FB934BB08F68}"/>
              </a:ext>
            </a:extLst>
          </p:cNvPr>
          <p:cNvSpPr>
            <a:spLocks xmlns:a="http://schemas.openxmlformats.org/drawingml/2006/main" noGrp="1"/>
          </p:cNvSpPr>
          <p:nvPr/>
        </p:nvSpPr>
        <p:spPr>
          <a:xfrm xmlns:a="http://schemas.openxmlformats.org/drawingml/2006/main">
            <a:off x="2013857"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F251390B-EA48-4A62-BCDA-30967E4FA72E}"/>
              </a:ext>
            </a:extLst>
          </p:cNvPr>
          <p:cNvSpPr>
            <a:spLocks xmlns:a="http://schemas.openxmlformats.org/drawingml/2006/main" noGrp="1"/>
          </p:cNvSpPr>
          <p:nvPr/>
        </p:nvSpPr>
        <p:spPr>
          <a:xfrm xmlns:a="http://schemas.openxmlformats.org/drawingml/2006/main">
            <a:off x="2827564"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83" name="">
            <a:extLst xmlns:a="http://schemas.openxmlformats.org/drawingml/2006/main">
              <a:ext uri="{FF2B5EF4-FFF2-40B4-BE49-F238E27FC236}">
                <a16:creationId xmlns:a16="http://schemas.microsoft.com/office/drawing/2014/main" id="{3982F5DB-3DC4-4FC1-8F93-DE6FD8431C32}"/>
              </a:ext>
            </a:extLst>
          </p:cNvPr>
          <p:cNvSpPr>
            <a:spLocks xmlns:a="http://schemas.openxmlformats.org/drawingml/2006/main" noGrp="1"/>
          </p:cNvSpPr>
          <p:nvPr/>
        </p:nvSpPr>
        <p:spPr>
          <a:xfrm xmlns:a="http://schemas.openxmlformats.org/drawingml/2006/main">
            <a:off x="2865664"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4" name="">
            <a:extLst xmlns:a="http://schemas.openxmlformats.org/drawingml/2006/main">
              <a:ext uri="{FF2B5EF4-FFF2-40B4-BE49-F238E27FC236}">
                <a16:creationId xmlns:a16="http://schemas.microsoft.com/office/drawing/2014/main" id="{E36D9468-8DFD-47B0-B8F0-8E08208B9388}"/>
              </a:ext>
            </a:extLst>
          </p:cNvPr>
          <p:cNvSpPr>
            <a:spLocks xmlns:a="http://schemas.openxmlformats.org/drawingml/2006/main" noGrp="1"/>
          </p:cNvSpPr>
          <p:nvPr/>
        </p:nvSpPr>
        <p:spPr>
          <a:xfrm xmlns:a="http://schemas.openxmlformats.org/drawingml/2006/main">
            <a:off x="3679371"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85" name="">
            <a:extLst xmlns:a="http://schemas.openxmlformats.org/drawingml/2006/main">
              <a:ext uri="{FF2B5EF4-FFF2-40B4-BE49-F238E27FC236}">
                <a16:creationId xmlns:a16="http://schemas.microsoft.com/office/drawing/2014/main" id="{43D7986B-D686-4EF4-B64A-6CDF6A99937E}"/>
              </a:ext>
            </a:extLst>
          </p:cNvPr>
          <p:cNvSpPr>
            <a:spLocks xmlns:a="http://schemas.openxmlformats.org/drawingml/2006/main" noGrp="1"/>
          </p:cNvSpPr>
          <p:nvPr/>
        </p:nvSpPr>
        <p:spPr>
          <a:xfrm xmlns:a="http://schemas.openxmlformats.org/drawingml/2006/main">
            <a:off x="3717471"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12EDFD14-9136-4F60-8352-F64C46FE40EF}"/>
              </a:ext>
            </a:extLst>
          </p:cNvPr>
          <p:cNvSpPr>
            <a:spLocks xmlns:a="http://schemas.openxmlformats.org/drawingml/2006/main" noGrp="1"/>
          </p:cNvSpPr>
          <p:nvPr/>
        </p:nvSpPr>
        <p:spPr>
          <a:xfrm xmlns:a="http://schemas.openxmlformats.org/drawingml/2006/main">
            <a:off x="4531179"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87" name="">
            <a:extLst xmlns:a="http://schemas.openxmlformats.org/drawingml/2006/main">
              <a:ext uri="{FF2B5EF4-FFF2-40B4-BE49-F238E27FC236}">
                <a16:creationId xmlns:a16="http://schemas.microsoft.com/office/drawing/2014/main" id="{FF7B187A-8C06-44B4-8275-F39B23EF0227}"/>
              </a:ext>
            </a:extLst>
          </p:cNvPr>
          <p:cNvSpPr>
            <a:spLocks xmlns:a="http://schemas.openxmlformats.org/drawingml/2006/main" noGrp="1"/>
          </p:cNvSpPr>
          <p:nvPr/>
        </p:nvSpPr>
        <p:spPr>
          <a:xfrm xmlns:a="http://schemas.openxmlformats.org/drawingml/2006/main">
            <a:off x="4569279"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1B8290B3-E4ED-4CF9-AC5B-17E5741D08F2}"/>
              </a:ext>
            </a:extLst>
          </p:cNvPr>
          <p:cNvSpPr>
            <a:spLocks xmlns:a="http://schemas.openxmlformats.org/drawingml/2006/main" noGrp="1"/>
          </p:cNvSpPr>
          <p:nvPr/>
        </p:nvSpPr>
        <p:spPr>
          <a:xfrm xmlns:a="http://schemas.openxmlformats.org/drawingml/2006/main">
            <a:off x="5382986"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89" name="">
            <a:extLst xmlns:a="http://schemas.openxmlformats.org/drawingml/2006/main">
              <a:ext uri="{FF2B5EF4-FFF2-40B4-BE49-F238E27FC236}">
                <a16:creationId xmlns:a16="http://schemas.microsoft.com/office/drawing/2014/main" id="{788DC7CB-5E1D-4B67-9E0D-E319915A4FC5}"/>
              </a:ext>
            </a:extLst>
          </p:cNvPr>
          <p:cNvSpPr>
            <a:spLocks xmlns:a="http://schemas.openxmlformats.org/drawingml/2006/main" noGrp="1"/>
          </p:cNvSpPr>
          <p:nvPr/>
        </p:nvSpPr>
        <p:spPr>
          <a:xfrm xmlns:a="http://schemas.openxmlformats.org/drawingml/2006/main">
            <a:off x="5421086"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0" name="">
            <a:extLst xmlns:a="http://schemas.openxmlformats.org/drawingml/2006/main">
              <a:ext uri="{FF2B5EF4-FFF2-40B4-BE49-F238E27FC236}">
                <a16:creationId xmlns:a16="http://schemas.microsoft.com/office/drawing/2014/main" id="{8C70D835-3BC5-4DEC-A2A2-4F93B9A24B6D}"/>
              </a:ext>
            </a:extLst>
          </p:cNvPr>
          <p:cNvSpPr>
            <a:spLocks xmlns:a="http://schemas.openxmlformats.org/drawingml/2006/main" noGrp="1"/>
          </p:cNvSpPr>
          <p:nvPr/>
        </p:nvSpPr>
        <p:spPr>
          <a:xfrm xmlns:a="http://schemas.openxmlformats.org/drawingml/2006/main">
            <a:off x="6234793"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91" name="">
            <a:extLst xmlns:a="http://schemas.openxmlformats.org/drawingml/2006/main">
              <a:ext uri="{FF2B5EF4-FFF2-40B4-BE49-F238E27FC236}">
                <a16:creationId xmlns:a16="http://schemas.microsoft.com/office/drawing/2014/main" id="{1CC45150-3619-427B-B4CB-CE26BAD87EB4}"/>
              </a:ext>
            </a:extLst>
          </p:cNvPr>
          <p:cNvSpPr>
            <a:spLocks xmlns:a="http://schemas.openxmlformats.org/drawingml/2006/main" noGrp="1"/>
          </p:cNvSpPr>
          <p:nvPr/>
        </p:nvSpPr>
        <p:spPr>
          <a:xfrm xmlns:a="http://schemas.openxmlformats.org/drawingml/2006/main">
            <a:off x="6272893"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E1E5C9BD-F67F-437D-B4EA-8FD5BEBC5247}"/>
              </a:ext>
            </a:extLst>
          </p:cNvPr>
          <p:cNvSpPr>
            <a:spLocks xmlns:a="http://schemas.openxmlformats.org/drawingml/2006/main" noGrp="1"/>
          </p:cNvSpPr>
          <p:nvPr/>
        </p:nvSpPr>
        <p:spPr>
          <a:xfrm xmlns:a="http://schemas.openxmlformats.org/drawingml/2006/main">
            <a:off x="514350" y="6400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93" name="">
            <a:extLst xmlns:a="http://schemas.openxmlformats.org/drawingml/2006/main">
              <a:ext uri="{FF2B5EF4-FFF2-40B4-BE49-F238E27FC236}">
                <a16:creationId xmlns:a16="http://schemas.microsoft.com/office/drawing/2014/main" id="{E27925DB-CB22-4851-8AC7-1EEE4B2B48A3}"/>
              </a:ext>
            </a:extLst>
          </p:cNvPr>
          <p:cNvSpPr>
            <a:spLocks xmlns:a="http://schemas.openxmlformats.org/drawingml/2006/main" noGrp="1"/>
          </p:cNvSpPr>
          <p:nvPr/>
        </p:nvSpPr>
        <p:spPr>
          <a:xfrm xmlns:a="http://schemas.openxmlformats.org/drawingml/2006/main">
            <a:off x="628650" y="6534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6</a:t>
            </a:r>
          </a:p>
        </p:txBody>
      </p:sp>
      <p:sp>
        <p:nvSpPr>
          <p:cNvPr id="94" name="">
            <a:extLst xmlns:a="http://schemas.openxmlformats.org/drawingml/2006/main">
              <a:ext uri="{FF2B5EF4-FFF2-40B4-BE49-F238E27FC236}">
                <a16:creationId xmlns:a16="http://schemas.microsoft.com/office/drawing/2014/main" id="{8E8926C9-C345-432F-BAC3-ACEA0FF56272}"/>
              </a:ext>
            </a:extLst>
          </p:cNvPr>
          <p:cNvSpPr>
            <a:spLocks xmlns:a="http://schemas.openxmlformats.org/drawingml/2006/main" noGrp="1"/>
          </p:cNvSpPr>
          <p:nvPr/>
        </p:nvSpPr>
        <p:spPr>
          <a:xfrm xmlns:a="http://schemas.openxmlformats.org/drawingml/2006/main">
            <a:off x="1123950"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95" name="">
            <a:extLst xmlns:a="http://schemas.openxmlformats.org/drawingml/2006/main">
              <a:ext uri="{FF2B5EF4-FFF2-40B4-BE49-F238E27FC236}">
                <a16:creationId xmlns:a16="http://schemas.microsoft.com/office/drawing/2014/main" id="{9A6C47E2-1B9B-40C6-9060-47E42CB38E87}"/>
              </a:ext>
            </a:extLst>
          </p:cNvPr>
          <p:cNvSpPr>
            <a:spLocks xmlns:a="http://schemas.openxmlformats.org/drawingml/2006/main" noGrp="1"/>
          </p:cNvSpPr>
          <p:nvPr/>
        </p:nvSpPr>
        <p:spPr>
          <a:xfrm xmlns:a="http://schemas.openxmlformats.org/drawingml/2006/main">
            <a:off x="1162050"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9452326A-9466-49EE-B75E-C72743D5F45D}"/>
              </a:ext>
            </a:extLst>
          </p:cNvPr>
          <p:cNvSpPr>
            <a:spLocks xmlns:a="http://schemas.openxmlformats.org/drawingml/2006/main" noGrp="1"/>
          </p:cNvSpPr>
          <p:nvPr/>
        </p:nvSpPr>
        <p:spPr>
          <a:xfrm xmlns:a="http://schemas.openxmlformats.org/drawingml/2006/main">
            <a:off x="1975757"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97" name="">
            <a:extLst xmlns:a="http://schemas.openxmlformats.org/drawingml/2006/main">
              <a:ext uri="{FF2B5EF4-FFF2-40B4-BE49-F238E27FC236}">
                <a16:creationId xmlns:a16="http://schemas.microsoft.com/office/drawing/2014/main" id="{754465B9-FF43-4874-B13C-A0537026F8AA}"/>
              </a:ext>
            </a:extLst>
          </p:cNvPr>
          <p:cNvSpPr>
            <a:spLocks xmlns:a="http://schemas.openxmlformats.org/drawingml/2006/main" noGrp="1"/>
          </p:cNvSpPr>
          <p:nvPr/>
        </p:nvSpPr>
        <p:spPr>
          <a:xfrm xmlns:a="http://schemas.openxmlformats.org/drawingml/2006/main">
            <a:off x="2013857"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8" name="">
            <a:extLst xmlns:a="http://schemas.openxmlformats.org/drawingml/2006/main">
              <a:ext uri="{FF2B5EF4-FFF2-40B4-BE49-F238E27FC236}">
                <a16:creationId xmlns:a16="http://schemas.microsoft.com/office/drawing/2014/main" id="{6D5C8279-B395-44E9-A0F2-2C1D3C324F3D}"/>
              </a:ext>
            </a:extLst>
          </p:cNvPr>
          <p:cNvSpPr>
            <a:spLocks xmlns:a="http://schemas.openxmlformats.org/drawingml/2006/main" noGrp="1"/>
          </p:cNvSpPr>
          <p:nvPr/>
        </p:nvSpPr>
        <p:spPr>
          <a:xfrm xmlns:a="http://schemas.openxmlformats.org/drawingml/2006/main">
            <a:off x="2827564"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99" name="">
            <a:extLst xmlns:a="http://schemas.openxmlformats.org/drawingml/2006/main">
              <a:ext uri="{FF2B5EF4-FFF2-40B4-BE49-F238E27FC236}">
                <a16:creationId xmlns:a16="http://schemas.microsoft.com/office/drawing/2014/main" id="{AF2396DD-3520-40CD-8EE6-6356A920060A}"/>
              </a:ext>
            </a:extLst>
          </p:cNvPr>
          <p:cNvSpPr>
            <a:spLocks xmlns:a="http://schemas.openxmlformats.org/drawingml/2006/main" noGrp="1"/>
          </p:cNvSpPr>
          <p:nvPr/>
        </p:nvSpPr>
        <p:spPr>
          <a:xfrm xmlns:a="http://schemas.openxmlformats.org/drawingml/2006/main">
            <a:off x="2865664"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6B40622F-A00F-4360-B695-5BFBD02BF3E9}"/>
              </a:ext>
            </a:extLst>
          </p:cNvPr>
          <p:cNvSpPr>
            <a:spLocks xmlns:a="http://schemas.openxmlformats.org/drawingml/2006/main" noGrp="1"/>
          </p:cNvSpPr>
          <p:nvPr/>
        </p:nvSpPr>
        <p:spPr>
          <a:xfrm xmlns:a="http://schemas.openxmlformats.org/drawingml/2006/main">
            <a:off x="3679371"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101" name="">
            <a:extLst xmlns:a="http://schemas.openxmlformats.org/drawingml/2006/main">
              <a:ext uri="{FF2B5EF4-FFF2-40B4-BE49-F238E27FC236}">
                <a16:creationId xmlns:a16="http://schemas.microsoft.com/office/drawing/2014/main" id="{756AE9EB-4886-4F43-B511-1ADEB1CF4C0F}"/>
              </a:ext>
            </a:extLst>
          </p:cNvPr>
          <p:cNvSpPr>
            <a:spLocks xmlns:a="http://schemas.openxmlformats.org/drawingml/2006/main" noGrp="1"/>
          </p:cNvSpPr>
          <p:nvPr/>
        </p:nvSpPr>
        <p:spPr>
          <a:xfrm xmlns:a="http://schemas.openxmlformats.org/drawingml/2006/main">
            <a:off x="3717471"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DD3484F3-B760-4A93-BA8A-14A55DEF5033}"/>
              </a:ext>
            </a:extLst>
          </p:cNvPr>
          <p:cNvSpPr>
            <a:spLocks xmlns:a="http://schemas.openxmlformats.org/drawingml/2006/main" noGrp="1"/>
          </p:cNvSpPr>
          <p:nvPr/>
        </p:nvSpPr>
        <p:spPr>
          <a:xfrm xmlns:a="http://schemas.openxmlformats.org/drawingml/2006/main">
            <a:off x="4531179"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103" name="">
            <a:extLst xmlns:a="http://schemas.openxmlformats.org/drawingml/2006/main">
              <a:ext uri="{FF2B5EF4-FFF2-40B4-BE49-F238E27FC236}">
                <a16:creationId xmlns:a16="http://schemas.microsoft.com/office/drawing/2014/main" id="{6EEAC532-633D-4542-B306-0577071206D7}"/>
              </a:ext>
            </a:extLst>
          </p:cNvPr>
          <p:cNvSpPr>
            <a:spLocks xmlns:a="http://schemas.openxmlformats.org/drawingml/2006/main" noGrp="1"/>
          </p:cNvSpPr>
          <p:nvPr/>
        </p:nvSpPr>
        <p:spPr>
          <a:xfrm xmlns:a="http://schemas.openxmlformats.org/drawingml/2006/main">
            <a:off x="4569279"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4" name="">
            <a:extLst xmlns:a="http://schemas.openxmlformats.org/drawingml/2006/main">
              <a:ext uri="{FF2B5EF4-FFF2-40B4-BE49-F238E27FC236}">
                <a16:creationId xmlns:a16="http://schemas.microsoft.com/office/drawing/2014/main" id="{4C354112-BFE8-47C3-906A-0ADE09598E49}"/>
              </a:ext>
            </a:extLst>
          </p:cNvPr>
          <p:cNvSpPr>
            <a:spLocks xmlns:a="http://schemas.openxmlformats.org/drawingml/2006/main" noGrp="1"/>
          </p:cNvSpPr>
          <p:nvPr/>
        </p:nvSpPr>
        <p:spPr>
          <a:xfrm xmlns:a="http://schemas.openxmlformats.org/drawingml/2006/main">
            <a:off x="5382986"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105" name="">
            <a:extLst xmlns:a="http://schemas.openxmlformats.org/drawingml/2006/main">
              <a:ext uri="{FF2B5EF4-FFF2-40B4-BE49-F238E27FC236}">
                <a16:creationId xmlns:a16="http://schemas.microsoft.com/office/drawing/2014/main" id="{E33D746F-729C-4CFF-9D8A-7488872A03AE}"/>
              </a:ext>
            </a:extLst>
          </p:cNvPr>
          <p:cNvSpPr>
            <a:spLocks xmlns:a="http://schemas.openxmlformats.org/drawingml/2006/main" noGrp="1"/>
          </p:cNvSpPr>
          <p:nvPr/>
        </p:nvSpPr>
        <p:spPr>
          <a:xfrm xmlns:a="http://schemas.openxmlformats.org/drawingml/2006/main">
            <a:off x="5421086"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6" name="">
            <a:extLst xmlns:a="http://schemas.openxmlformats.org/drawingml/2006/main">
              <a:ext uri="{FF2B5EF4-FFF2-40B4-BE49-F238E27FC236}">
                <a16:creationId xmlns:a16="http://schemas.microsoft.com/office/drawing/2014/main" id="{FDB928D2-83CF-44C4-92E0-10BDF5400D0E}"/>
              </a:ext>
            </a:extLst>
          </p:cNvPr>
          <p:cNvSpPr>
            <a:spLocks xmlns:a="http://schemas.openxmlformats.org/drawingml/2006/main" noGrp="1"/>
          </p:cNvSpPr>
          <p:nvPr/>
        </p:nvSpPr>
        <p:spPr>
          <a:xfrm xmlns:a="http://schemas.openxmlformats.org/drawingml/2006/main">
            <a:off x="6234793"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107" name="">
            <a:extLst xmlns:a="http://schemas.openxmlformats.org/drawingml/2006/main">
              <a:ext uri="{FF2B5EF4-FFF2-40B4-BE49-F238E27FC236}">
                <a16:creationId xmlns:a16="http://schemas.microsoft.com/office/drawing/2014/main" id="{160B6146-33EF-4C09-90B5-1EB7518DC00D}"/>
              </a:ext>
            </a:extLst>
          </p:cNvPr>
          <p:cNvSpPr>
            <a:spLocks xmlns:a="http://schemas.openxmlformats.org/drawingml/2006/main" noGrp="1"/>
          </p:cNvSpPr>
          <p:nvPr/>
        </p:nvSpPr>
        <p:spPr>
          <a:xfrm xmlns:a="http://schemas.openxmlformats.org/drawingml/2006/main">
            <a:off x="6272893"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B844AF11-2744-447E-B1F2-3E612D086CEE}"/>
              </a:ext>
            </a:extLst>
          </p:cNvPr>
          <p:cNvSpPr>
            <a:spLocks xmlns:a="http://schemas.openxmlformats.org/drawingml/2006/main" noGrp="1"/>
          </p:cNvSpPr>
          <p:nvPr/>
        </p:nvSpPr>
        <p:spPr>
          <a:xfrm xmlns:a="http://schemas.openxmlformats.org/drawingml/2006/main">
            <a:off x="514350" y="7239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09" name="">
            <a:extLst xmlns:a="http://schemas.openxmlformats.org/drawingml/2006/main">
              <a:ext uri="{FF2B5EF4-FFF2-40B4-BE49-F238E27FC236}">
                <a16:creationId xmlns:a16="http://schemas.microsoft.com/office/drawing/2014/main" id="{C56DFFF7-E0B9-420E-BB47-D02668891C53}"/>
              </a:ext>
            </a:extLst>
          </p:cNvPr>
          <p:cNvSpPr>
            <a:spLocks xmlns:a="http://schemas.openxmlformats.org/drawingml/2006/main" noGrp="1"/>
          </p:cNvSpPr>
          <p:nvPr/>
        </p:nvSpPr>
        <p:spPr>
          <a:xfrm xmlns:a="http://schemas.openxmlformats.org/drawingml/2006/main">
            <a:off x="628650" y="7372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7</a:t>
            </a:r>
          </a:p>
        </p:txBody>
      </p:sp>
      <p:sp>
        <p:nvSpPr>
          <p:cNvPr id="110" name="">
            <a:extLst xmlns:a="http://schemas.openxmlformats.org/drawingml/2006/main">
              <a:ext uri="{FF2B5EF4-FFF2-40B4-BE49-F238E27FC236}">
                <a16:creationId xmlns:a16="http://schemas.microsoft.com/office/drawing/2014/main" id="{0F142961-14EA-4682-85D7-53DA4A88D011}"/>
              </a:ext>
            </a:extLst>
          </p:cNvPr>
          <p:cNvSpPr>
            <a:spLocks xmlns:a="http://schemas.openxmlformats.org/drawingml/2006/main" noGrp="1"/>
          </p:cNvSpPr>
          <p:nvPr/>
        </p:nvSpPr>
        <p:spPr>
          <a:xfrm xmlns:a="http://schemas.openxmlformats.org/drawingml/2006/main">
            <a:off x="1123950"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a:t>
            </a:r>
          </a:p>
        </p:txBody>
      </p:sp>
      <p:sp>
        <p:nvSpPr>
          <p:cNvPr id="111" name="">
            <a:extLst xmlns:a="http://schemas.openxmlformats.org/drawingml/2006/main">
              <a:ext uri="{FF2B5EF4-FFF2-40B4-BE49-F238E27FC236}">
                <a16:creationId xmlns:a16="http://schemas.microsoft.com/office/drawing/2014/main" id="{C8520755-C01F-45F2-880B-9139B533902A}"/>
              </a:ext>
            </a:extLst>
          </p:cNvPr>
          <p:cNvSpPr>
            <a:spLocks xmlns:a="http://schemas.openxmlformats.org/drawingml/2006/main" noGrp="1"/>
          </p:cNvSpPr>
          <p:nvPr/>
        </p:nvSpPr>
        <p:spPr>
          <a:xfrm xmlns:a="http://schemas.openxmlformats.org/drawingml/2006/main">
            <a:off x="1162050"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2" name="">
            <a:extLst xmlns:a="http://schemas.openxmlformats.org/drawingml/2006/main">
              <a:ext uri="{FF2B5EF4-FFF2-40B4-BE49-F238E27FC236}">
                <a16:creationId xmlns:a16="http://schemas.microsoft.com/office/drawing/2014/main" id="{AA93BCB8-1FED-46C4-B436-CB61450189EF}"/>
              </a:ext>
            </a:extLst>
          </p:cNvPr>
          <p:cNvSpPr>
            <a:spLocks xmlns:a="http://schemas.openxmlformats.org/drawingml/2006/main" noGrp="1"/>
          </p:cNvSpPr>
          <p:nvPr/>
        </p:nvSpPr>
        <p:spPr>
          <a:xfrm xmlns:a="http://schemas.openxmlformats.org/drawingml/2006/main">
            <a:off x="1975757"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Vegetable/fruit</a:t>
            </a:r>
          </a:p>
        </p:txBody>
      </p:sp>
      <p:sp>
        <p:nvSpPr>
          <p:cNvPr id="113" name="">
            <a:extLst xmlns:a="http://schemas.openxmlformats.org/drawingml/2006/main">
              <a:ext uri="{FF2B5EF4-FFF2-40B4-BE49-F238E27FC236}">
                <a16:creationId xmlns:a16="http://schemas.microsoft.com/office/drawing/2014/main" id="{F6AD5292-C3B3-4E55-8724-FADF05589527}"/>
              </a:ext>
            </a:extLst>
          </p:cNvPr>
          <p:cNvSpPr>
            <a:spLocks xmlns:a="http://schemas.openxmlformats.org/drawingml/2006/main" noGrp="1"/>
          </p:cNvSpPr>
          <p:nvPr/>
        </p:nvSpPr>
        <p:spPr>
          <a:xfrm xmlns:a="http://schemas.openxmlformats.org/drawingml/2006/main">
            <a:off x="2013857"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4" name="">
            <a:extLst xmlns:a="http://schemas.openxmlformats.org/drawingml/2006/main">
              <a:ext uri="{FF2B5EF4-FFF2-40B4-BE49-F238E27FC236}">
                <a16:creationId xmlns:a16="http://schemas.microsoft.com/office/drawing/2014/main" id="{F7862CC1-4D5D-46E9-8FDD-59DB96F9D788}"/>
              </a:ext>
            </a:extLst>
          </p:cNvPr>
          <p:cNvSpPr>
            <a:spLocks xmlns:a="http://schemas.openxmlformats.org/drawingml/2006/main" noGrp="1"/>
          </p:cNvSpPr>
          <p:nvPr/>
        </p:nvSpPr>
        <p:spPr>
          <a:xfrm xmlns:a="http://schemas.openxmlformats.org/drawingml/2006/main">
            <a:off x="2827564"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Protein</a:t>
            </a:r>
          </a:p>
        </p:txBody>
      </p:sp>
      <p:sp>
        <p:nvSpPr>
          <p:cNvPr id="115" name="">
            <a:extLst xmlns:a="http://schemas.openxmlformats.org/drawingml/2006/main">
              <a:ext uri="{FF2B5EF4-FFF2-40B4-BE49-F238E27FC236}">
                <a16:creationId xmlns:a16="http://schemas.microsoft.com/office/drawing/2014/main" id="{1F221FF6-C369-43F1-99DB-A6015DD435B1}"/>
              </a:ext>
            </a:extLst>
          </p:cNvPr>
          <p:cNvSpPr>
            <a:spLocks xmlns:a="http://schemas.openxmlformats.org/drawingml/2006/main" noGrp="1"/>
          </p:cNvSpPr>
          <p:nvPr/>
        </p:nvSpPr>
        <p:spPr>
          <a:xfrm xmlns:a="http://schemas.openxmlformats.org/drawingml/2006/main">
            <a:off x="2865664"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6" name="">
            <a:extLst xmlns:a="http://schemas.openxmlformats.org/drawingml/2006/main">
              <a:ext uri="{FF2B5EF4-FFF2-40B4-BE49-F238E27FC236}">
                <a16:creationId xmlns:a16="http://schemas.microsoft.com/office/drawing/2014/main" id="{F4B360B1-BDE3-4E2D-A2B6-F09C6EF61DB8}"/>
              </a:ext>
            </a:extLst>
          </p:cNvPr>
          <p:cNvSpPr>
            <a:spLocks xmlns:a="http://schemas.openxmlformats.org/drawingml/2006/main" noGrp="1"/>
          </p:cNvSpPr>
          <p:nvPr/>
        </p:nvSpPr>
        <p:spPr>
          <a:xfrm xmlns:a="http://schemas.openxmlformats.org/drawingml/2006/main">
            <a:off x="3679371"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Carbohydrate</a:t>
            </a:r>
          </a:p>
        </p:txBody>
      </p:sp>
      <p:sp>
        <p:nvSpPr>
          <p:cNvPr id="117" name="">
            <a:extLst xmlns:a="http://schemas.openxmlformats.org/drawingml/2006/main">
              <a:ext uri="{FF2B5EF4-FFF2-40B4-BE49-F238E27FC236}">
                <a16:creationId xmlns:a16="http://schemas.microsoft.com/office/drawing/2014/main" id="{A8C42404-90B4-4614-9E05-2086EEAA16DC}"/>
              </a:ext>
            </a:extLst>
          </p:cNvPr>
          <p:cNvSpPr>
            <a:spLocks xmlns:a="http://schemas.openxmlformats.org/drawingml/2006/main" noGrp="1"/>
          </p:cNvSpPr>
          <p:nvPr/>
        </p:nvSpPr>
        <p:spPr>
          <a:xfrm xmlns:a="http://schemas.openxmlformats.org/drawingml/2006/main">
            <a:off x="3717471"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8" name="">
            <a:extLst xmlns:a="http://schemas.openxmlformats.org/drawingml/2006/main">
              <a:ext uri="{FF2B5EF4-FFF2-40B4-BE49-F238E27FC236}">
                <a16:creationId xmlns:a16="http://schemas.microsoft.com/office/drawing/2014/main" id="{B498FF8A-F1D8-41C4-828C-E4730AC3261C}"/>
              </a:ext>
            </a:extLst>
          </p:cNvPr>
          <p:cNvSpPr>
            <a:spLocks xmlns:a="http://schemas.openxmlformats.org/drawingml/2006/main" noGrp="1"/>
          </p:cNvSpPr>
          <p:nvPr/>
        </p:nvSpPr>
        <p:spPr>
          <a:xfrm xmlns:a="http://schemas.openxmlformats.org/drawingml/2006/main">
            <a:off x="4531179"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Fiber source</a:t>
            </a:r>
          </a:p>
        </p:txBody>
      </p:sp>
      <p:sp>
        <p:nvSpPr>
          <p:cNvPr id="119" name="">
            <a:extLst xmlns:a="http://schemas.openxmlformats.org/drawingml/2006/main">
              <a:ext uri="{FF2B5EF4-FFF2-40B4-BE49-F238E27FC236}">
                <a16:creationId xmlns:a16="http://schemas.microsoft.com/office/drawing/2014/main" id="{ABAEA690-9DA0-4F69-BB50-A7DF9FBCB18C}"/>
              </a:ext>
            </a:extLst>
          </p:cNvPr>
          <p:cNvSpPr>
            <a:spLocks xmlns:a="http://schemas.openxmlformats.org/drawingml/2006/main" noGrp="1"/>
          </p:cNvSpPr>
          <p:nvPr/>
        </p:nvSpPr>
        <p:spPr>
          <a:xfrm xmlns:a="http://schemas.openxmlformats.org/drawingml/2006/main">
            <a:off x="4569279"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0" name="">
            <a:extLst xmlns:a="http://schemas.openxmlformats.org/drawingml/2006/main">
              <a:ext uri="{FF2B5EF4-FFF2-40B4-BE49-F238E27FC236}">
                <a16:creationId xmlns:a16="http://schemas.microsoft.com/office/drawing/2014/main" id="{73A87BC8-B2EA-4030-B5EE-AAB85B843DB2}"/>
              </a:ext>
            </a:extLst>
          </p:cNvPr>
          <p:cNvSpPr>
            <a:spLocks xmlns:a="http://schemas.openxmlformats.org/drawingml/2006/main" noGrp="1"/>
          </p:cNvSpPr>
          <p:nvPr/>
        </p:nvSpPr>
        <p:spPr>
          <a:xfrm xmlns:a="http://schemas.openxmlformats.org/drawingml/2006/main">
            <a:off x="5382986"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Drink</a:t>
            </a:r>
          </a:p>
        </p:txBody>
      </p:sp>
      <p:sp>
        <p:nvSpPr>
          <p:cNvPr id="121" name="">
            <a:extLst xmlns:a="http://schemas.openxmlformats.org/drawingml/2006/main">
              <a:ext uri="{FF2B5EF4-FFF2-40B4-BE49-F238E27FC236}">
                <a16:creationId xmlns:a16="http://schemas.microsoft.com/office/drawing/2014/main" id="{D1EE99AC-DB37-42AA-9751-5BD5060933DA}"/>
              </a:ext>
            </a:extLst>
          </p:cNvPr>
          <p:cNvSpPr>
            <a:spLocks xmlns:a="http://schemas.openxmlformats.org/drawingml/2006/main" noGrp="1"/>
          </p:cNvSpPr>
          <p:nvPr/>
        </p:nvSpPr>
        <p:spPr>
          <a:xfrm xmlns:a="http://schemas.openxmlformats.org/drawingml/2006/main">
            <a:off x="5421086"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2" name="">
            <a:extLst xmlns:a="http://schemas.openxmlformats.org/drawingml/2006/main">
              <a:ext uri="{FF2B5EF4-FFF2-40B4-BE49-F238E27FC236}">
                <a16:creationId xmlns:a16="http://schemas.microsoft.com/office/drawing/2014/main" id="{17AF6FA4-29E8-4AB5-AA4D-AB8A2DE789AD}"/>
              </a:ext>
            </a:extLst>
          </p:cNvPr>
          <p:cNvSpPr>
            <a:spLocks xmlns:a="http://schemas.openxmlformats.org/drawingml/2006/main" noGrp="1"/>
          </p:cNvSpPr>
          <p:nvPr/>
        </p:nvSpPr>
        <p:spPr>
          <a:xfrm xmlns:a="http://schemas.openxmlformats.org/drawingml/2006/main">
            <a:off x="6234793"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Comfort/notes</a:t>
            </a:r>
          </a:p>
        </p:txBody>
      </p:sp>
      <p:sp>
        <p:nvSpPr>
          <p:cNvPr id="123" name="">
            <a:extLst xmlns:a="http://schemas.openxmlformats.org/drawingml/2006/main">
              <a:ext uri="{FF2B5EF4-FFF2-40B4-BE49-F238E27FC236}">
                <a16:creationId xmlns:a16="http://schemas.microsoft.com/office/drawing/2014/main" id="{4B3D4BCD-3447-4FFA-8458-861A37F45055}"/>
              </a:ext>
            </a:extLst>
          </p:cNvPr>
          <p:cNvSpPr>
            <a:spLocks xmlns:a="http://schemas.openxmlformats.org/drawingml/2006/main" noGrp="1"/>
          </p:cNvSpPr>
          <p:nvPr/>
        </p:nvSpPr>
        <p:spPr>
          <a:xfrm xmlns:a="http://schemas.openxmlformats.org/drawingml/2006/main">
            <a:off x="6272893"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Tree>
    <p:extLst>
      <p:ext uri="{BB962C8B-B14F-4D97-AF65-F5344CB8AC3E}">
        <p14:creationId xmlns:p14="http://schemas.microsoft.com/office/powerpoint/2010/main" val="78935065"/>
      </p:ext>
    </p:extLst>
  </p:cSld>
</p:sld>
</file>

<file path=ppt/slides/slide1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25" name="">
            <a:extLst xmlns:a="http://schemas.openxmlformats.org/drawingml/2006/main">
              <a:ext uri="{FF2B5EF4-FFF2-40B4-BE49-F238E27FC236}">
                <a16:creationId xmlns:a16="http://schemas.microsoft.com/office/drawing/2014/main" id="{5D50DC77-9CDC-4120-BF20-0174632E5F5E}"/>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345c223b9d894332"/>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9CA0C202-E120-4F24-AE6A-E9C4F3F637AF}"/>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12502F46-46C5-4B63-A05A-9FEB084527AE}"/>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EA8948E7-A1C2-4C7D-844D-03BC9AF15B6B}"/>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07C57067-CE44-4125-A5E4-9B18115AE0F1}"/>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7737FE56-2135-46EC-B8B2-E5227CAA88DD}"/>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1ed156fa903b4193"/>
              </a:rPr>
              <a:t>mindfuldiabetes.org</a:t>
            </a:r>
          </a:p>
        </p:txBody>
      </p:sp>
      <p:sp>
        <p:nvSpPr>
          <p:cNvPr id="8" name="">
            <a:extLst xmlns:a="http://schemas.openxmlformats.org/drawingml/2006/main">
              <a:ext uri="{FF2B5EF4-FFF2-40B4-BE49-F238E27FC236}">
                <a16:creationId xmlns:a16="http://schemas.microsoft.com/office/drawing/2014/main" id="{90401BA4-3639-4F6A-9A02-57A33756F4B0}"/>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15</a:t>
            </a:r>
          </a:p>
        </p:txBody>
      </p:sp>
      <p:sp>
        <p:nvSpPr>
          <p:cNvPr id="9" name="">
            <a:extLst xmlns:a="http://schemas.openxmlformats.org/drawingml/2006/main">
              <a:ext uri="{FF2B5EF4-FFF2-40B4-BE49-F238E27FC236}">
                <a16:creationId xmlns:a16="http://schemas.microsoft.com/office/drawing/2014/main" id="{68AD71A4-E272-4670-B09D-83A2EFE7EC78}"/>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a:t>
            </a:r>
          </a:p>
        </p:txBody>
      </p:sp>
      <p:sp>
        <p:nvSpPr>
          <p:cNvPr id="10" name="">
            <a:extLst xmlns:a="http://schemas.openxmlformats.org/drawingml/2006/main">
              <a:ext uri="{FF2B5EF4-FFF2-40B4-BE49-F238E27FC236}">
                <a16:creationId xmlns:a16="http://schemas.microsoft.com/office/drawing/2014/main" id="{56FE21B6-4A07-4B56-B70F-3EBC2838A8FC}"/>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Sleep Check-In</a:t>
            </a:r>
          </a:p>
        </p:txBody>
      </p:sp>
      <p:sp>
        <p:nvSpPr>
          <p:cNvPr id="11" name="">
            <a:extLst xmlns:a="http://schemas.openxmlformats.org/drawingml/2006/main">
              <a:ext uri="{FF2B5EF4-FFF2-40B4-BE49-F238E27FC236}">
                <a16:creationId xmlns:a16="http://schemas.microsoft.com/office/drawing/2014/main" id="{7DB68A8C-D968-4455-8C17-18CE4230E91C}"/>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Approximate notes are enough. Exact sleep calculations are not required.</a:t>
            </a:r>
          </a:p>
        </p:txBody>
      </p:sp>
      <p:sp>
        <p:nvSpPr>
          <p:cNvPr id="12" name="">
            <a:extLst xmlns:a="http://schemas.openxmlformats.org/drawingml/2006/main">
              <a:ext uri="{FF2B5EF4-FFF2-40B4-BE49-F238E27FC236}">
                <a16:creationId xmlns:a16="http://schemas.microsoft.com/office/drawing/2014/main" id="{5B8C6621-C7FB-4E44-A334-0F9043DB51E8}"/>
              </a:ext>
            </a:extLst>
          </p:cNvPr>
          <p:cNvSpPr>
            <a:spLocks xmlns:a="http://schemas.openxmlformats.org/drawingml/2006/main" noGrp="1"/>
          </p:cNvSpPr>
          <p:nvPr/>
        </p:nvSpPr>
        <p:spPr>
          <a:xfrm xmlns:a="http://schemas.openxmlformats.org/drawingml/2006/main">
            <a:off x="514350" y="2209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08EFF69A-F50E-411F-90B8-B9E4DEA736E0}"/>
              </a:ext>
            </a:extLst>
          </p:cNvPr>
          <p:cNvSpPr>
            <a:spLocks xmlns:a="http://schemas.openxmlformats.org/drawingml/2006/main" noGrp="1"/>
          </p:cNvSpPr>
          <p:nvPr/>
        </p:nvSpPr>
        <p:spPr>
          <a:xfrm xmlns:a="http://schemas.openxmlformats.org/drawingml/2006/main">
            <a:off x="628650" y="2343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65664674-0CA0-4049-A15B-DAA14E7AFCAA}"/>
              </a:ext>
            </a:extLst>
          </p:cNvPr>
          <p:cNvSpPr>
            <a:spLocks xmlns:a="http://schemas.openxmlformats.org/drawingml/2006/main" noGrp="1"/>
          </p:cNvSpPr>
          <p:nvPr/>
        </p:nvSpPr>
        <p:spPr>
          <a:xfrm xmlns:a="http://schemas.openxmlformats.org/drawingml/2006/main">
            <a:off x="1123950"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15" name="">
            <a:extLst xmlns:a="http://schemas.openxmlformats.org/drawingml/2006/main">
              <a:ext uri="{FF2B5EF4-FFF2-40B4-BE49-F238E27FC236}">
                <a16:creationId xmlns:a16="http://schemas.microsoft.com/office/drawing/2014/main" id="{7DAC6B61-038C-480F-A8E9-E3048FBCBD27}"/>
              </a:ext>
            </a:extLst>
          </p:cNvPr>
          <p:cNvSpPr>
            <a:spLocks xmlns:a="http://schemas.openxmlformats.org/drawingml/2006/main" noGrp="1"/>
          </p:cNvSpPr>
          <p:nvPr/>
        </p:nvSpPr>
        <p:spPr>
          <a:xfrm xmlns:a="http://schemas.openxmlformats.org/drawingml/2006/main">
            <a:off x="1162050"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D70410DD-292A-456D-840D-E9A0D502C507}"/>
              </a:ext>
            </a:extLst>
          </p:cNvPr>
          <p:cNvSpPr>
            <a:spLocks xmlns:a="http://schemas.openxmlformats.org/drawingml/2006/main" noGrp="1"/>
          </p:cNvSpPr>
          <p:nvPr/>
        </p:nvSpPr>
        <p:spPr>
          <a:xfrm xmlns:a="http://schemas.openxmlformats.org/drawingml/2006/main">
            <a:off x="1975757"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17" name="">
            <a:extLst xmlns:a="http://schemas.openxmlformats.org/drawingml/2006/main">
              <a:ext uri="{FF2B5EF4-FFF2-40B4-BE49-F238E27FC236}">
                <a16:creationId xmlns:a16="http://schemas.microsoft.com/office/drawing/2014/main" id="{24D42537-1326-4AFF-9181-5B0EEB9CEC2D}"/>
              </a:ext>
            </a:extLst>
          </p:cNvPr>
          <p:cNvSpPr>
            <a:spLocks xmlns:a="http://schemas.openxmlformats.org/drawingml/2006/main" noGrp="1"/>
          </p:cNvSpPr>
          <p:nvPr/>
        </p:nvSpPr>
        <p:spPr>
          <a:xfrm xmlns:a="http://schemas.openxmlformats.org/drawingml/2006/main">
            <a:off x="2013857"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4FACAA47-4A7F-4062-A822-16C33044AFF5}"/>
              </a:ext>
            </a:extLst>
          </p:cNvPr>
          <p:cNvSpPr>
            <a:spLocks xmlns:a="http://schemas.openxmlformats.org/drawingml/2006/main" noGrp="1"/>
          </p:cNvSpPr>
          <p:nvPr/>
        </p:nvSpPr>
        <p:spPr>
          <a:xfrm xmlns:a="http://schemas.openxmlformats.org/drawingml/2006/main">
            <a:off x="2827564"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19" name="">
            <a:extLst xmlns:a="http://schemas.openxmlformats.org/drawingml/2006/main">
              <a:ext uri="{FF2B5EF4-FFF2-40B4-BE49-F238E27FC236}">
                <a16:creationId xmlns:a16="http://schemas.microsoft.com/office/drawing/2014/main" id="{45E6B03D-8761-442E-ADE7-168613770E33}"/>
              </a:ext>
            </a:extLst>
          </p:cNvPr>
          <p:cNvSpPr>
            <a:spLocks xmlns:a="http://schemas.openxmlformats.org/drawingml/2006/main" noGrp="1"/>
          </p:cNvSpPr>
          <p:nvPr/>
        </p:nvSpPr>
        <p:spPr>
          <a:xfrm xmlns:a="http://schemas.openxmlformats.org/drawingml/2006/main">
            <a:off x="2865664"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CF21DDC4-F162-480D-9EFF-0AE4A08E4D3E}"/>
              </a:ext>
            </a:extLst>
          </p:cNvPr>
          <p:cNvSpPr>
            <a:spLocks xmlns:a="http://schemas.openxmlformats.org/drawingml/2006/main" noGrp="1"/>
          </p:cNvSpPr>
          <p:nvPr/>
        </p:nvSpPr>
        <p:spPr>
          <a:xfrm xmlns:a="http://schemas.openxmlformats.org/drawingml/2006/main">
            <a:off x="3679371"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21" name="">
            <a:extLst xmlns:a="http://schemas.openxmlformats.org/drawingml/2006/main">
              <a:ext uri="{FF2B5EF4-FFF2-40B4-BE49-F238E27FC236}">
                <a16:creationId xmlns:a16="http://schemas.microsoft.com/office/drawing/2014/main" id="{B0AF84EF-024D-4A55-B66A-9A0E0286A8C5}"/>
              </a:ext>
            </a:extLst>
          </p:cNvPr>
          <p:cNvSpPr>
            <a:spLocks xmlns:a="http://schemas.openxmlformats.org/drawingml/2006/main" noGrp="1"/>
          </p:cNvSpPr>
          <p:nvPr/>
        </p:nvSpPr>
        <p:spPr>
          <a:xfrm xmlns:a="http://schemas.openxmlformats.org/drawingml/2006/main">
            <a:off x="3717471"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4FA78FAD-E7D7-47F5-9C7F-38A2256A4EA9}"/>
              </a:ext>
            </a:extLst>
          </p:cNvPr>
          <p:cNvSpPr>
            <a:spLocks xmlns:a="http://schemas.openxmlformats.org/drawingml/2006/main" noGrp="1"/>
          </p:cNvSpPr>
          <p:nvPr/>
        </p:nvSpPr>
        <p:spPr>
          <a:xfrm xmlns:a="http://schemas.openxmlformats.org/drawingml/2006/main">
            <a:off x="4531179"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23" name="">
            <a:extLst xmlns:a="http://schemas.openxmlformats.org/drawingml/2006/main">
              <a:ext uri="{FF2B5EF4-FFF2-40B4-BE49-F238E27FC236}">
                <a16:creationId xmlns:a16="http://schemas.microsoft.com/office/drawing/2014/main" id="{C8837184-BE15-424E-9B52-54517DF9F922}"/>
              </a:ext>
            </a:extLst>
          </p:cNvPr>
          <p:cNvSpPr>
            <a:spLocks xmlns:a="http://schemas.openxmlformats.org/drawingml/2006/main" noGrp="1"/>
          </p:cNvSpPr>
          <p:nvPr/>
        </p:nvSpPr>
        <p:spPr>
          <a:xfrm xmlns:a="http://schemas.openxmlformats.org/drawingml/2006/main">
            <a:off x="4569279"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685B4637-D858-472B-BC07-4A9429D67A5B}"/>
              </a:ext>
            </a:extLst>
          </p:cNvPr>
          <p:cNvSpPr>
            <a:spLocks xmlns:a="http://schemas.openxmlformats.org/drawingml/2006/main" noGrp="1"/>
          </p:cNvSpPr>
          <p:nvPr/>
        </p:nvSpPr>
        <p:spPr>
          <a:xfrm xmlns:a="http://schemas.openxmlformats.org/drawingml/2006/main">
            <a:off x="5382986"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25" name="">
            <a:extLst xmlns:a="http://schemas.openxmlformats.org/drawingml/2006/main">
              <a:ext uri="{FF2B5EF4-FFF2-40B4-BE49-F238E27FC236}">
                <a16:creationId xmlns:a16="http://schemas.microsoft.com/office/drawing/2014/main" id="{24AD1CC3-C610-434D-B781-F50E6C31F20B}"/>
              </a:ext>
            </a:extLst>
          </p:cNvPr>
          <p:cNvSpPr>
            <a:spLocks xmlns:a="http://schemas.openxmlformats.org/drawingml/2006/main" noGrp="1"/>
          </p:cNvSpPr>
          <p:nvPr/>
        </p:nvSpPr>
        <p:spPr>
          <a:xfrm xmlns:a="http://schemas.openxmlformats.org/drawingml/2006/main">
            <a:off x="5421086"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ED7AE15A-8FAC-4C3D-A1DF-8FAEE111757F}"/>
              </a:ext>
            </a:extLst>
          </p:cNvPr>
          <p:cNvSpPr>
            <a:spLocks xmlns:a="http://schemas.openxmlformats.org/drawingml/2006/main" noGrp="1"/>
          </p:cNvSpPr>
          <p:nvPr/>
        </p:nvSpPr>
        <p:spPr>
          <a:xfrm xmlns:a="http://schemas.openxmlformats.org/drawingml/2006/main">
            <a:off x="6234793" y="2305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27" name="">
            <a:extLst xmlns:a="http://schemas.openxmlformats.org/drawingml/2006/main">
              <a:ext uri="{FF2B5EF4-FFF2-40B4-BE49-F238E27FC236}">
                <a16:creationId xmlns:a16="http://schemas.microsoft.com/office/drawing/2014/main" id="{455840E4-7744-47BF-BE9D-AB9E4CD781E2}"/>
              </a:ext>
            </a:extLst>
          </p:cNvPr>
          <p:cNvSpPr>
            <a:spLocks xmlns:a="http://schemas.openxmlformats.org/drawingml/2006/main" noGrp="1"/>
          </p:cNvSpPr>
          <p:nvPr/>
        </p:nvSpPr>
        <p:spPr>
          <a:xfrm xmlns:a="http://schemas.openxmlformats.org/drawingml/2006/main">
            <a:off x="6272893" y="2609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8" name="">
            <a:extLst xmlns:a="http://schemas.openxmlformats.org/drawingml/2006/main">
              <a:ext uri="{FF2B5EF4-FFF2-40B4-BE49-F238E27FC236}">
                <a16:creationId xmlns:a16="http://schemas.microsoft.com/office/drawing/2014/main" id="{8FE4EB45-9F1E-4872-A517-130602ACE609}"/>
              </a:ext>
            </a:extLst>
          </p:cNvPr>
          <p:cNvSpPr>
            <a:spLocks xmlns:a="http://schemas.openxmlformats.org/drawingml/2006/main" noGrp="1"/>
          </p:cNvSpPr>
          <p:nvPr/>
        </p:nvSpPr>
        <p:spPr>
          <a:xfrm xmlns:a="http://schemas.openxmlformats.org/drawingml/2006/main">
            <a:off x="514350" y="3048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29" name="">
            <a:extLst xmlns:a="http://schemas.openxmlformats.org/drawingml/2006/main">
              <a:ext uri="{FF2B5EF4-FFF2-40B4-BE49-F238E27FC236}">
                <a16:creationId xmlns:a16="http://schemas.microsoft.com/office/drawing/2014/main" id="{67266D9C-0CE9-4D69-B9A1-D4D73CAEF5E1}"/>
              </a:ext>
            </a:extLst>
          </p:cNvPr>
          <p:cNvSpPr>
            <a:spLocks xmlns:a="http://schemas.openxmlformats.org/drawingml/2006/main" noGrp="1"/>
          </p:cNvSpPr>
          <p:nvPr/>
        </p:nvSpPr>
        <p:spPr>
          <a:xfrm xmlns:a="http://schemas.openxmlformats.org/drawingml/2006/main">
            <a:off x="628650" y="3181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2</a:t>
            </a:r>
          </a:p>
        </p:txBody>
      </p:sp>
      <p:sp>
        <p:nvSpPr>
          <p:cNvPr id="30" name="">
            <a:extLst xmlns:a="http://schemas.openxmlformats.org/drawingml/2006/main">
              <a:ext uri="{FF2B5EF4-FFF2-40B4-BE49-F238E27FC236}">
                <a16:creationId xmlns:a16="http://schemas.microsoft.com/office/drawing/2014/main" id="{158FE215-4D9E-4EAB-8B00-049A904FBB3F}"/>
              </a:ext>
            </a:extLst>
          </p:cNvPr>
          <p:cNvSpPr>
            <a:spLocks xmlns:a="http://schemas.openxmlformats.org/drawingml/2006/main" noGrp="1"/>
          </p:cNvSpPr>
          <p:nvPr/>
        </p:nvSpPr>
        <p:spPr>
          <a:xfrm xmlns:a="http://schemas.openxmlformats.org/drawingml/2006/main">
            <a:off x="1123950"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31" name="">
            <a:extLst xmlns:a="http://schemas.openxmlformats.org/drawingml/2006/main">
              <a:ext uri="{FF2B5EF4-FFF2-40B4-BE49-F238E27FC236}">
                <a16:creationId xmlns:a16="http://schemas.microsoft.com/office/drawing/2014/main" id="{A19264E5-C486-4774-B5E2-6469A78F9578}"/>
              </a:ext>
            </a:extLst>
          </p:cNvPr>
          <p:cNvSpPr>
            <a:spLocks xmlns:a="http://schemas.openxmlformats.org/drawingml/2006/main" noGrp="1"/>
          </p:cNvSpPr>
          <p:nvPr/>
        </p:nvSpPr>
        <p:spPr>
          <a:xfrm xmlns:a="http://schemas.openxmlformats.org/drawingml/2006/main">
            <a:off x="1162050"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30E14000-1B8C-4040-830C-A50CCD80879F}"/>
              </a:ext>
            </a:extLst>
          </p:cNvPr>
          <p:cNvSpPr>
            <a:spLocks xmlns:a="http://schemas.openxmlformats.org/drawingml/2006/main" noGrp="1"/>
          </p:cNvSpPr>
          <p:nvPr/>
        </p:nvSpPr>
        <p:spPr>
          <a:xfrm xmlns:a="http://schemas.openxmlformats.org/drawingml/2006/main">
            <a:off x="1975757"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33" name="">
            <a:extLst xmlns:a="http://schemas.openxmlformats.org/drawingml/2006/main">
              <a:ext uri="{FF2B5EF4-FFF2-40B4-BE49-F238E27FC236}">
                <a16:creationId xmlns:a16="http://schemas.microsoft.com/office/drawing/2014/main" id="{54A9885A-6E5E-4219-A66E-699A321F75DD}"/>
              </a:ext>
            </a:extLst>
          </p:cNvPr>
          <p:cNvSpPr>
            <a:spLocks xmlns:a="http://schemas.openxmlformats.org/drawingml/2006/main" noGrp="1"/>
          </p:cNvSpPr>
          <p:nvPr/>
        </p:nvSpPr>
        <p:spPr>
          <a:xfrm xmlns:a="http://schemas.openxmlformats.org/drawingml/2006/main">
            <a:off x="2013857"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E983E6FD-3896-4F01-AB92-F1373CC65AC8}"/>
              </a:ext>
            </a:extLst>
          </p:cNvPr>
          <p:cNvSpPr>
            <a:spLocks xmlns:a="http://schemas.openxmlformats.org/drawingml/2006/main" noGrp="1"/>
          </p:cNvSpPr>
          <p:nvPr/>
        </p:nvSpPr>
        <p:spPr>
          <a:xfrm xmlns:a="http://schemas.openxmlformats.org/drawingml/2006/main">
            <a:off x="2827564"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35" name="">
            <a:extLst xmlns:a="http://schemas.openxmlformats.org/drawingml/2006/main">
              <a:ext uri="{FF2B5EF4-FFF2-40B4-BE49-F238E27FC236}">
                <a16:creationId xmlns:a16="http://schemas.microsoft.com/office/drawing/2014/main" id="{94521934-E674-4D9D-8911-40F9D486A28D}"/>
              </a:ext>
            </a:extLst>
          </p:cNvPr>
          <p:cNvSpPr>
            <a:spLocks xmlns:a="http://schemas.openxmlformats.org/drawingml/2006/main" noGrp="1"/>
          </p:cNvSpPr>
          <p:nvPr/>
        </p:nvSpPr>
        <p:spPr>
          <a:xfrm xmlns:a="http://schemas.openxmlformats.org/drawingml/2006/main">
            <a:off x="2865664"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6" name="">
            <a:extLst xmlns:a="http://schemas.openxmlformats.org/drawingml/2006/main">
              <a:ext uri="{FF2B5EF4-FFF2-40B4-BE49-F238E27FC236}">
                <a16:creationId xmlns:a16="http://schemas.microsoft.com/office/drawing/2014/main" id="{24A0419E-4D6B-4D03-8239-F42F481B4B49}"/>
              </a:ext>
            </a:extLst>
          </p:cNvPr>
          <p:cNvSpPr>
            <a:spLocks xmlns:a="http://schemas.openxmlformats.org/drawingml/2006/main" noGrp="1"/>
          </p:cNvSpPr>
          <p:nvPr/>
        </p:nvSpPr>
        <p:spPr>
          <a:xfrm xmlns:a="http://schemas.openxmlformats.org/drawingml/2006/main">
            <a:off x="3679371"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37" name="">
            <a:extLst xmlns:a="http://schemas.openxmlformats.org/drawingml/2006/main">
              <a:ext uri="{FF2B5EF4-FFF2-40B4-BE49-F238E27FC236}">
                <a16:creationId xmlns:a16="http://schemas.microsoft.com/office/drawing/2014/main" id="{29AFFAF0-8EE5-48BA-ACDE-2D73214AB9A2}"/>
              </a:ext>
            </a:extLst>
          </p:cNvPr>
          <p:cNvSpPr>
            <a:spLocks xmlns:a="http://schemas.openxmlformats.org/drawingml/2006/main" noGrp="1"/>
          </p:cNvSpPr>
          <p:nvPr/>
        </p:nvSpPr>
        <p:spPr>
          <a:xfrm xmlns:a="http://schemas.openxmlformats.org/drawingml/2006/main">
            <a:off x="3717471"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2C9D50D3-62CC-4FBD-95A9-875CD1A04077}"/>
              </a:ext>
            </a:extLst>
          </p:cNvPr>
          <p:cNvSpPr>
            <a:spLocks xmlns:a="http://schemas.openxmlformats.org/drawingml/2006/main" noGrp="1"/>
          </p:cNvSpPr>
          <p:nvPr/>
        </p:nvSpPr>
        <p:spPr>
          <a:xfrm xmlns:a="http://schemas.openxmlformats.org/drawingml/2006/main">
            <a:off x="4531179"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39" name="">
            <a:extLst xmlns:a="http://schemas.openxmlformats.org/drawingml/2006/main">
              <a:ext uri="{FF2B5EF4-FFF2-40B4-BE49-F238E27FC236}">
                <a16:creationId xmlns:a16="http://schemas.microsoft.com/office/drawing/2014/main" id="{99E4FE3E-2B98-4E81-B6F5-727E660673CB}"/>
              </a:ext>
            </a:extLst>
          </p:cNvPr>
          <p:cNvSpPr>
            <a:spLocks xmlns:a="http://schemas.openxmlformats.org/drawingml/2006/main" noGrp="1"/>
          </p:cNvSpPr>
          <p:nvPr/>
        </p:nvSpPr>
        <p:spPr>
          <a:xfrm xmlns:a="http://schemas.openxmlformats.org/drawingml/2006/main">
            <a:off x="4569279"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F10E8C7A-7CC4-4042-8AFB-1316DB6E8A2E}"/>
              </a:ext>
            </a:extLst>
          </p:cNvPr>
          <p:cNvSpPr>
            <a:spLocks xmlns:a="http://schemas.openxmlformats.org/drawingml/2006/main" noGrp="1"/>
          </p:cNvSpPr>
          <p:nvPr/>
        </p:nvSpPr>
        <p:spPr>
          <a:xfrm xmlns:a="http://schemas.openxmlformats.org/drawingml/2006/main">
            <a:off x="5382986"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41" name="">
            <a:extLst xmlns:a="http://schemas.openxmlformats.org/drawingml/2006/main">
              <a:ext uri="{FF2B5EF4-FFF2-40B4-BE49-F238E27FC236}">
                <a16:creationId xmlns:a16="http://schemas.microsoft.com/office/drawing/2014/main" id="{A3774C03-FDBF-4FD8-BC75-C063E83FD67B}"/>
              </a:ext>
            </a:extLst>
          </p:cNvPr>
          <p:cNvSpPr>
            <a:spLocks xmlns:a="http://schemas.openxmlformats.org/drawingml/2006/main" noGrp="1"/>
          </p:cNvSpPr>
          <p:nvPr/>
        </p:nvSpPr>
        <p:spPr>
          <a:xfrm xmlns:a="http://schemas.openxmlformats.org/drawingml/2006/main">
            <a:off x="5421086"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2" name="">
            <a:extLst xmlns:a="http://schemas.openxmlformats.org/drawingml/2006/main">
              <a:ext uri="{FF2B5EF4-FFF2-40B4-BE49-F238E27FC236}">
                <a16:creationId xmlns:a16="http://schemas.microsoft.com/office/drawing/2014/main" id="{AB1A5350-3961-48CE-A9B0-74CF4BA6D0C0}"/>
              </a:ext>
            </a:extLst>
          </p:cNvPr>
          <p:cNvSpPr>
            <a:spLocks xmlns:a="http://schemas.openxmlformats.org/drawingml/2006/main" noGrp="1"/>
          </p:cNvSpPr>
          <p:nvPr/>
        </p:nvSpPr>
        <p:spPr>
          <a:xfrm xmlns:a="http://schemas.openxmlformats.org/drawingml/2006/main">
            <a:off x="6234793" y="3143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43" name="">
            <a:extLst xmlns:a="http://schemas.openxmlformats.org/drawingml/2006/main">
              <a:ext uri="{FF2B5EF4-FFF2-40B4-BE49-F238E27FC236}">
                <a16:creationId xmlns:a16="http://schemas.microsoft.com/office/drawing/2014/main" id="{EB246B0A-30AC-4E19-B603-B50A3745F50A}"/>
              </a:ext>
            </a:extLst>
          </p:cNvPr>
          <p:cNvSpPr>
            <a:spLocks xmlns:a="http://schemas.openxmlformats.org/drawingml/2006/main" noGrp="1"/>
          </p:cNvSpPr>
          <p:nvPr/>
        </p:nvSpPr>
        <p:spPr>
          <a:xfrm xmlns:a="http://schemas.openxmlformats.org/drawingml/2006/main">
            <a:off x="6272893" y="3448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88005B97-91C3-474D-A102-02C6DC15375D}"/>
              </a:ext>
            </a:extLst>
          </p:cNvPr>
          <p:cNvSpPr>
            <a:spLocks xmlns:a="http://schemas.openxmlformats.org/drawingml/2006/main" noGrp="1"/>
          </p:cNvSpPr>
          <p:nvPr/>
        </p:nvSpPr>
        <p:spPr>
          <a:xfrm xmlns:a="http://schemas.openxmlformats.org/drawingml/2006/main">
            <a:off x="514350" y="38862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45" name="">
            <a:extLst xmlns:a="http://schemas.openxmlformats.org/drawingml/2006/main">
              <a:ext uri="{FF2B5EF4-FFF2-40B4-BE49-F238E27FC236}">
                <a16:creationId xmlns:a16="http://schemas.microsoft.com/office/drawing/2014/main" id="{E15BCCB6-8CB8-480D-A455-80639147C0ED}"/>
              </a:ext>
            </a:extLst>
          </p:cNvPr>
          <p:cNvSpPr>
            <a:spLocks xmlns:a="http://schemas.openxmlformats.org/drawingml/2006/main" noGrp="1"/>
          </p:cNvSpPr>
          <p:nvPr/>
        </p:nvSpPr>
        <p:spPr>
          <a:xfrm xmlns:a="http://schemas.openxmlformats.org/drawingml/2006/main">
            <a:off x="628650" y="40195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3</a:t>
            </a:r>
          </a:p>
        </p:txBody>
      </p:sp>
      <p:sp>
        <p:nvSpPr>
          <p:cNvPr id="46" name="">
            <a:extLst xmlns:a="http://schemas.openxmlformats.org/drawingml/2006/main">
              <a:ext uri="{FF2B5EF4-FFF2-40B4-BE49-F238E27FC236}">
                <a16:creationId xmlns:a16="http://schemas.microsoft.com/office/drawing/2014/main" id="{9E50BB61-6674-4FF0-8728-F2F47D591F6B}"/>
              </a:ext>
            </a:extLst>
          </p:cNvPr>
          <p:cNvSpPr>
            <a:spLocks xmlns:a="http://schemas.openxmlformats.org/drawingml/2006/main" noGrp="1"/>
          </p:cNvSpPr>
          <p:nvPr/>
        </p:nvSpPr>
        <p:spPr>
          <a:xfrm xmlns:a="http://schemas.openxmlformats.org/drawingml/2006/main">
            <a:off x="1123950"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47" name="">
            <a:extLst xmlns:a="http://schemas.openxmlformats.org/drawingml/2006/main">
              <a:ext uri="{FF2B5EF4-FFF2-40B4-BE49-F238E27FC236}">
                <a16:creationId xmlns:a16="http://schemas.microsoft.com/office/drawing/2014/main" id="{70A479F4-05CD-40CA-BDCA-84D37D7B6AE2}"/>
              </a:ext>
            </a:extLst>
          </p:cNvPr>
          <p:cNvSpPr>
            <a:spLocks xmlns:a="http://schemas.openxmlformats.org/drawingml/2006/main" noGrp="1"/>
          </p:cNvSpPr>
          <p:nvPr/>
        </p:nvSpPr>
        <p:spPr>
          <a:xfrm xmlns:a="http://schemas.openxmlformats.org/drawingml/2006/main">
            <a:off x="1162050"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B2E22599-7707-4082-BE93-4087BE959372}"/>
              </a:ext>
            </a:extLst>
          </p:cNvPr>
          <p:cNvSpPr>
            <a:spLocks xmlns:a="http://schemas.openxmlformats.org/drawingml/2006/main" noGrp="1"/>
          </p:cNvSpPr>
          <p:nvPr/>
        </p:nvSpPr>
        <p:spPr>
          <a:xfrm xmlns:a="http://schemas.openxmlformats.org/drawingml/2006/main">
            <a:off x="1975757"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49" name="">
            <a:extLst xmlns:a="http://schemas.openxmlformats.org/drawingml/2006/main">
              <a:ext uri="{FF2B5EF4-FFF2-40B4-BE49-F238E27FC236}">
                <a16:creationId xmlns:a16="http://schemas.microsoft.com/office/drawing/2014/main" id="{ECB903E1-6711-4685-8494-9A74C88D2B5D}"/>
              </a:ext>
            </a:extLst>
          </p:cNvPr>
          <p:cNvSpPr>
            <a:spLocks xmlns:a="http://schemas.openxmlformats.org/drawingml/2006/main" noGrp="1"/>
          </p:cNvSpPr>
          <p:nvPr/>
        </p:nvSpPr>
        <p:spPr>
          <a:xfrm xmlns:a="http://schemas.openxmlformats.org/drawingml/2006/main">
            <a:off x="2013857"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0" name="">
            <a:extLst xmlns:a="http://schemas.openxmlformats.org/drawingml/2006/main">
              <a:ext uri="{FF2B5EF4-FFF2-40B4-BE49-F238E27FC236}">
                <a16:creationId xmlns:a16="http://schemas.microsoft.com/office/drawing/2014/main" id="{E9EBFDCE-914D-4D90-A8A5-8BF4C8C4F26D}"/>
              </a:ext>
            </a:extLst>
          </p:cNvPr>
          <p:cNvSpPr>
            <a:spLocks xmlns:a="http://schemas.openxmlformats.org/drawingml/2006/main" noGrp="1"/>
          </p:cNvSpPr>
          <p:nvPr/>
        </p:nvSpPr>
        <p:spPr>
          <a:xfrm xmlns:a="http://schemas.openxmlformats.org/drawingml/2006/main">
            <a:off x="2827564"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51" name="">
            <a:extLst xmlns:a="http://schemas.openxmlformats.org/drawingml/2006/main">
              <a:ext uri="{FF2B5EF4-FFF2-40B4-BE49-F238E27FC236}">
                <a16:creationId xmlns:a16="http://schemas.microsoft.com/office/drawing/2014/main" id="{1CCC58E2-3E88-40BA-B310-8787119A385D}"/>
              </a:ext>
            </a:extLst>
          </p:cNvPr>
          <p:cNvSpPr>
            <a:spLocks xmlns:a="http://schemas.openxmlformats.org/drawingml/2006/main" noGrp="1"/>
          </p:cNvSpPr>
          <p:nvPr/>
        </p:nvSpPr>
        <p:spPr>
          <a:xfrm xmlns:a="http://schemas.openxmlformats.org/drawingml/2006/main">
            <a:off x="2865664"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A40F379C-7C89-4B94-B72D-27EC6D0E8449}"/>
              </a:ext>
            </a:extLst>
          </p:cNvPr>
          <p:cNvSpPr>
            <a:spLocks xmlns:a="http://schemas.openxmlformats.org/drawingml/2006/main" noGrp="1"/>
          </p:cNvSpPr>
          <p:nvPr/>
        </p:nvSpPr>
        <p:spPr>
          <a:xfrm xmlns:a="http://schemas.openxmlformats.org/drawingml/2006/main">
            <a:off x="3679371"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53" name="">
            <a:extLst xmlns:a="http://schemas.openxmlformats.org/drawingml/2006/main">
              <a:ext uri="{FF2B5EF4-FFF2-40B4-BE49-F238E27FC236}">
                <a16:creationId xmlns:a16="http://schemas.microsoft.com/office/drawing/2014/main" id="{8C381C63-5B24-4E81-8F0B-CDB2938303D9}"/>
              </a:ext>
            </a:extLst>
          </p:cNvPr>
          <p:cNvSpPr>
            <a:spLocks xmlns:a="http://schemas.openxmlformats.org/drawingml/2006/main" noGrp="1"/>
          </p:cNvSpPr>
          <p:nvPr/>
        </p:nvSpPr>
        <p:spPr>
          <a:xfrm xmlns:a="http://schemas.openxmlformats.org/drawingml/2006/main">
            <a:off x="3717471"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880E2A58-DB3C-46D0-B19C-963F2DAF75B9}"/>
              </a:ext>
            </a:extLst>
          </p:cNvPr>
          <p:cNvSpPr>
            <a:spLocks xmlns:a="http://schemas.openxmlformats.org/drawingml/2006/main" noGrp="1"/>
          </p:cNvSpPr>
          <p:nvPr/>
        </p:nvSpPr>
        <p:spPr>
          <a:xfrm xmlns:a="http://schemas.openxmlformats.org/drawingml/2006/main">
            <a:off x="4531179"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55" name="">
            <a:extLst xmlns:a="http://schemas.openxmlformats.org/drawingml/2006/main">
              <a:ext uri="{FF2B5EF4-FFF2-40B4-BE49-F238E27FC236}">
                <a16:creationId xmlns:a16="http://schemas.microsoft.com/office/drawing/2014/main" id="{29267E66-BDCD-4A25-8487-64D9A72C79CB}"/>
              </a:ext>
            </a:extLst>
          </p:cNvPr>
          <p:cNvSpPr>
            <a:spLocks xmlns:a="http://schemas.openxmlformats.org/drawingml/2006/main" noGrp="1"/>
          </p:cNvSpPr>
          <p:nvPr/>
        </p:nvSpPr>
        <p:spPr>
          <a:xfrm xmlns:a="http://schemas.openxmlformats.org/drawingml/2006/main">
            <a:off x="4569279"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6" name="">
            <a:extLst xmlns:a="http://schemas.openxmlformats.org/drawingml/2006/main">
              <a:ext uri="{FF2B5EF4-FFF2-40B4-BE49-F238E27FC236}">
                <a16:creationId xmlns:a16="http://schemas.microsoft.com/office/drawing/2014/main" id="{B09C2F06-E58B-44A2-A3EB-CBB5A2A63FF6}"/>
              </a:ext>
            </a:extLst>
          </p:cNvPr>
          <p:cNvSpPr>
            <a:spLocks xmlns:a="http://schemas.openxmlformats.org/drawingml/2006/main" noGrp="1"/>
          </p:cNvSpPr>
          <p:nvPr/>
        </p:nvSpPr>
        <p:spPr>
          <a:xfrm xmlns:a="http://schemas.openxmlformats.org/drawingml/2006/main">
            <a:off x="5382986"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57" name="">
            <a:extLst xmlns:a="http://schemas.openxmlformats.org/drawingml/2006/main">
              <a:ext uri="{FF2B5EF4-FFF2-40B4-BE49-F238E27FC236}">
                <a16:creationId xmlns:a16="http://schemas.microsoft.com/office/drawing/2014/main" id="{8AEF8DBC-5335-4109-90F7-B64EA65AA1E1}"/>
              </a:ext>
            </a:extLst>
          </p:cNvPr>
          <p:cNvSpPr>
            <a:spLocks xmlns:a="http://schemas.openxmlformats.org/drawingml/2006/main" noGrp="1"/>
          </p:cNvSpPr>
          <p:nvPr/>
        </p:nvSpPr>
        <p:spPr>
          <a:xfrm xmlns:a="http://schemas.openxmlformats.org/drawingml/2006/main">
            <a:off x="5421086"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1070F4EB-2362-44B0-9586-BD89EF2239AC}"/>
              </a:ext>
            </a:extLst>
          </p:cNvPr>
          <p:cNvSpPr>
            <a:spLocks xmlns:a="http://schemas.openxmlformats.org/drawingml/2006/main" noGrp="1"/>
          </p:cNvSpPr>
          <p:nvPr/>
        </p:nvSpPr>
        <p:spPr>
          <a:xfrm xmlns:a="http://schemas.openxmlformats.org/drawingml/2006/main">
            <a:off x="6234793" y="39814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59" name="">
            <a:extLst xmlns:a="http://schemas.openxmlformats.org/drawingml/2006/main">
              <a:ext uri="{FF2B5EF4-FFF2-40B4-BE49-F238E27FC236}">
                <a16:creationId xmlns:a16="http://schemas.microsoft.com/office/drawing/2014/main" id="{91F3126D-C93D-446E-BD3E-8681B8E8AE7E}"/>
              </a:ext>
            </a:extLst>
          </p:cNvPr>
          <p:cNvSpPr>
            <a:spLocks xmlns:a="http://schemas.openxmlformats.org/drawingml/2006/main" noGrp="1"/>
          </p:cNvSpPr>
          <p:nvPr/>
        </p:nvSpPr>
        <p:spPr>
          <a:xfrm xmlns:a="http://schemas.openxmlformats.org/drawingml/2006/main">
            <a:off x="6272893" y="42862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0" name="">
            <a:extLst xmlns:a="http://schemas.openxmlformats.org/drawingml/2006/main">
              <a:ext uri="{FF2B5EF4-FFF2-40B4-BE49-F238E27FC236}">
                <a16:creationId xmlns:a16="http://schemas.microsoft.com/office/drawing/2014/main" id="{75FEBEB7-C594-4D56-91F9-D3232287BE14}"/>
              </a:ext>
            </a:extLst>
          </p:cNvPr>
          <p:cNvSpPr>
            <a:spLocks xmlns:a="http://schemas.openxmlformats.org/drawingml/2006/main" noGrp="1"/>
          </p:cNvSpPr>
          <p:nvPr/>
        </p:nvSpPr>
        <p:spPr>
          <a:xfrm xmlns:a="http://schemas.openxmlformats.org/drawingml/2006/main">
            <a:off x="514350" y="47244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61" name="">
            <a:extLst xmlns:a="http://schemas.openxmlformats.org/drawingml/2006/main">
              <a:ext uri="{FF2B5EF4-FFF2-40B4-BE49-F238E27FC236}">
                <a16:creationId xmlns:a16="http://schemas.microsoft.com/office/drawing/2014/main" id="{BEC86ABC-4739-4D77-9509-DF3F3E31F8C1}"/>
              </a:ext>
            </a:extLst>
          </p:cNvPr>
          <p:cNvSpPr>
            <a:spLocks xmlns:a="http://schemas.openxmlformats.org/drawingml/2006/main" noGrp="1"/>
          </p:cNvSpPr>
          <p:nvPr/>
        </p:nvSpPr>
        <p:spPr>
          <a:xfrm xmlns:a="http://schemas.openxmlformats.org/drawingml/2006/main">
            <a:off x="628650" y="4857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4</a:t>
            </a:r>
          </a:p>
        </p:txBody>
      </p:sp>
      <p:sp>
        <p:nvSpPr>
          <p:cNvPr id="62" name="">
            <a:extLst xmlns:a="http://schemas.openxmlformats.org/drawingml/2006/main">
              <a:ext uri="{FF2B5EF4-FFF2-40B4-BE49-F238E27FC236}">
                <a16:creationId xmlns:a16="http://schemas.microsoft.com/office/drawing/2014/main" id="{6723F61F-E3AF-4392-83D5-9E81D7FDDF59}"/>
              </a:ext>
            </a:extLst>
          </p:cNvPr>
          <p:cNvSpPr>
            <a:spLocks xmlns:a="http://schemas.openxmlformats.org/drawingml/2006/main" noGrp="1"/>
          </p:cNvSpPr>
          <p:nvPr/>
        </p:nvSpPr>
        <p:spPr>
          <a:xfrm xmlns:a="http://schemas.openxmlformats.org/drawingml/2006/main">
            <a:off x="1123950"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63" name="">
            <a:extLst xmlns:a="http://schemas.openxmlformats.org/drawingml/2006/main">
              <a:ext uri="{FF2B5EF4-FFF2-40B4-BE49-F238E27FC236}">
                <a16:creationId xmlns:a16="http://schemas.microsoft.com/office/drawing/2014/main" id="{33D28A44-4B71-4167-BBE8-B5D683AD859A}"/>
              </a:ext>
            </a:extLst>
          </p:cNvPr>
          <p:cNvSpPr>
            <a:spLocks xmlns:a="http://schemas.openxmlformats.org/drawingml/2006/main" noGrp="1"/>
          </p:cNvSpPr>
          <p:nvPr/>
        </p:nvSpPr>
        <p:spPr>
          <a:xfrm xmlns:a="http://schemas.openxmlformats.org/drawingml/2006/main">
            <a:off x="1162050"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E813E00E-587B-4F33-B2F5-C14196194445}"/>
              </a:ext>
            </a:extLst>
          </p:cNvPr>
          <p:cNvSpPr>
            <a:spLocks xmlns:a="http://schemas.openxmlformats.org/drawingml/2006/main" noGrp="1"/>
          </p:cNvSpPr>
          <p:nvPr/>
        </p:nvSpPr>
        <p:spPr>
          <a:xfrm xmlns:a="http://schemas.openxmlformats.org/drawingml/2006/main">
            <a:off x="1975757"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65" name="">
            <a:extLst xmlns:a="http://schemas.openxmlformats.org/drawingml/2006/main">
              <a:ext uri="{FF2B5EF4-FFF2-40B4-BE49-F238E27FC236}">
                <a16:creationId xmlns:a16="http://schemas.microsoft.com/office/drawing/2014/main" id="{578DC55A-A2D0-4B5E-B71B-82DE7BC3B832}"/>
              </a:ext>
            </a:extLst>
          </p:cNvPr>
          <p:cNvSpPr>
            <a:spLocks xmlns:a="http://schemas.openxmlformats.org/drawingml/2006/main" noGrp="1"/>
          </p:cNvSpPr>
          <p:nvPr/>
        </p:nvSpPr>
        <p:spPr>
          <a:xfrm xmlns:a="http://schemas.openxmlformats.org/drawingml/2006/main">
            <a:off x="2013857"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7CF57B82-B75A-4EC7-AEB1-BA7E7C9E4A03}"/>
              </a:ext>
            </a:extLst>
          </p:cNvPr>
          <p:cNvSpPr>
            <a:spLocks xmlns:a="http://schemas.openxmlformats.org/drawingml/2006/main" noGrp="1"/>
          </p:cNvSpPr>
          <p:nvPr/>
        </p:nvSpPr>
        <p:spPr>
          <a:xfrm xmlns:a="http://schemas.openxmlformats.org/drawingml/2006/main">
            <a:off x="2827564"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67" name="">
            <a:extLst xmlns:a="http://schemas.openxmlformats.org/drawingml/2006/main">
              <a:ext uri="{FF2B5EF4-FFF2-40B4-BE49-F238E27FC236}">
                <a16:creationId xmlns:a16="http://schemas.microsoft.com/office/drawing/2014/main" id="{6555398E-BB24-4C51-89AF-C8F37584C8B9}"/>
              </a:ext>
            </a:extLst>
          </p:cNvPr>
          <p:cNvSpPr>
            <a:spLocks xmlns:a="http://schemas.openxmlformats.org/drawingml/2006/main" noGrp="1"/>
          </p:cNvSpPr>
          <p:nvPr/>
        </p:nvSpPr>
        <p:spPr>
          <a:xfrm xmlns:a="http://schemas.openxmlformats.org/drawingml/2006/main">
            <a:off x="2865664"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DCA26F63-C44A-454D-8E44-0514DFB13226}"/>
              </a:ext>
            </a:extLst>
          </p:cNvPr>
          <p:cNvSpPr>
            <a:spLocks xmlns:a="http://schemas.openxmlformats.org/drawingml/2006/main" noGrp="1"/>
          </p:cNvSpPr>
          <p:nvPr/>
        </p:nvSpPr>
        <p:spPr>
          <a:xfrm xmlns:a="http://schemas.openxmlformats.org/drawingml/2006/main">
            <a:off x="3679371"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69" name="">
            <a:extLst xmlns:a="http://schemas.openxmlformats.org/drawingml/2006/main">
              <a:ext uri="{FF2B5EF4-FFF2-40B4-BE49-F238E27FC236}">
                <a16:creationId xmlns:a16="http://schemas.microsoft.com/office/drawing/2014/main" id="{8676868A-3709-4F53-B976-B0C915094C2F}"/>
              </a:ext>
            </a:extLst>
          </p:cNvPr>
          <p:cNvSpPr>
            <a:spLocks xmlns:a="http://schemas.openxmlformats.org/drawingml/2006/main" noGrp="1"/>
          </p:cNvSpPr>
          <p:nvPr/>
        </p:nvSpPr>
        <p:spPr>
          <a:xfrm xmlns:a="http://schemas.openxmlformats.org/drawingml/2006/main">
            <a:off x="3717471"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0" name="">
            <a:extLst xmlns:a="http://schemas.openxmlformats.org/drawingml/2006/main">
              <a:ext uri="{FF2B5EF4-FFF2-40B4-BE49-F238E27FC236}">
                <a16:creationId xmlns:a16="http://schemas.microsoft.com/office/drawing/2014/main" id="{0DA3837F-A327-4D74-B980-B4EACFB371B7}"/>
              </a:ext>
            </a:extLst>
          </p:cNvPr>
          <p:cNvSpPr>
            <a:spLocks xmlns:a="http://schemas.openxmlformats.org/drawingml/2006/main" noGrp="1"/>
          </p:cNvSpPr>
          <p:nvPr/>
        </p:nvSpPr>
        <p:spPr>
          <a:xfrm xmlns:a="http://schemas.openxmlformats.org/drawingml/2006/main">
            <a:off x="4531179"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71" name="">
            <a:extLst xmlns:a="http://schemas.openxmlformats.org/drawingml/2006/main">
              <a:ext uri="{FF2B5EF4-FFF2-40B4-BE49-F238E27FC236}">
                <a16:creationId xmlns:a16="http://schemas.microsoft.com/office/drawing/2014/main" id="{FA506395-3480-4A65-9040-7EF49F2CF8E4}"/>
              </a:ext>
            </a:extLst>
          </p:cNvPr>
          <p:cNvSpPr>
            <a:spLocks xmlns:a="http://schemas.openxmlformats.org/drawingml/2006/main" noGrp="1"/>
          </p:cNvSpPr>
          <p:nvPr/>
        </p:nvSpPr>
        <p:spPr>
          <a:xfrm xmlns:a="http://schemas.openxmlformats.org/drawingml/2006/main">
            <a:off x="4569279"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FD8B8F40-EAAA-46F6-A863-B59124355C7B}"/>
              </a:ext>
            </a:extLst>
          </p:cNvPr>
          <p:cNvSpPr>
            <a:spLocks xmlns:a="http://schemas.openxmlformats.org/drawingml/2006/main" noGrp="1"/>
          </p:cNvSpPr>
          <p:nvPr/>
        </p:nvSpPr>
        <p:spPr>
          <a:xfrm xmlns:a="http://schemas.openxmlformats.org/drawingml/2006/main">
            <a:off x="5382986"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73" name="">
            <a:extLst xmlns:a="http://schemas.openxmlformats.org/drawingml/2006/main">
              <a:ext uri="{FF2B5EF4-FFF2-40B4-BE49-F238E27FC236}">
                <a16:creationId xmlns:a16="http://schemas.microsoft.com/office/drawing/2014/main" id="{0F8AF9C0-60C8-4F35-BDFC-DE9CFF1BAEAB}"/>
              </a:ext>
            </a:extLst>
          </p:cNvPr>
          <p:cNvSpPr>
            <a:spLocks xmlns:a="http://schemas.openxmlformats.org/drawingml/2006/main" noGrp="1"/>
          </p:cNvSpPr>
          <p:nvPr/>
        </p:nvSpPr>
        <p:spPr>
          <a:xfrm xmlns:a="http://schemas.openxmlformats.org/drawingml/2006/main">
            <a:off x="5421086"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4" name="">
            <a:extLst xmlns:a="http://schemas.openxmlformats.org/drawingml/2006/main">
              <a:ext uri="{FF2B5EF4-FFF2-40B4-BE49-F238E27FC236}">
                <a16:creationId xmlns:a16="http://schemas.microsoft.com/office/drawing/2014/main" id="{3EBD1069-EB98-4158-9947-6D81B5E51EC8}"/>
              </a:ext>
            </a:extLst>
          </p:cNvPr>
          <p:cNvSpPr>
            <a:spLocks xmlns:a="http://schemas.openxmlformats.org/drawingml/2006/main" noGrp="1"/>
          </p:cNvSpPr>
          <p:nvPr/>
        </p:nvSpPr>
        <p:spPr>
          <a:xfrm xmlns:a="http://schemas.openxmlformats.org/drawingml/2006/main">
            <a:off x="6234793" y="48196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75" name="">
            <a:extLst xmlns:a="http://schemas.openxmlformats.org/drawingml/2006/main">
              <a:ext uri="{FF2B5EF4-FFF2-40B4-BE49-F238E27FC236}">
                <a16:creationId xmlns:a16="http://schemas.microsoft.com/office/drawing/2014/main" id="{EC52F965-FC75-41E9-8D4B-F9412FB277D1}"/>
              </a:ext>
            </a:extLst>
          </p:cNvPr>
          <p:cNvSpPr>
            <a:spLocks xmlns:a="http://schemas.openxmlformats.org/drawingml/2006/main" noGrp="1"/>
          </p:cNvSpPr>
          <p:nvPr/>
        </p:nvSpPr>
        <p:spPr>
          <a:xfrm xmlns:a="http://schemas.openxmlformats.org/drawingml/2006/main">
            <a:off x="6272893" y="51244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6" name="">
            <a:extLst xmlns:a="http://schemas.openxmlformats.org/drawingml/2006/main">
              <a:ext uri="{FF2B5EF4-FFF2-40B4-BE49-F238E27FC236}">
                <a16:creationId xmlns:a16="http://schemas.microsoft.com/office/drawing/2014/main" id="{C3A2088C-D757-40EC-8066-BB211E31A5AD}"/>
              </a:ext>
            </a:extLst>
          </p:cNvPr>
          <p:cNvSpPr>
            <a:spLocks xmlns:a="http://schemas.openxmlformats.org/drawingml/2006/main" noGrp="1"/>
          </p:cNvSpPr>
          <p:nvPr/>
        </p:nvSpPr>
        <p:spPr>
          <a:xfrm xmlns:a="http://schemas.openxmlformats.org/drawingml/2006/main">
            <a:off x="514350" y="55626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77" name="">
            <a:extLst xmlns:a="http://schemas.openxmlformats.org/drawingml/2006/main">
              <a:ext uri="{FF2B5EF4-FFF2-40B4-BE49-F238E27FC236}">
                <a16:creationId xmlns:a16="http://schemas.microsoft.com/office/drawing/2014/main" id="{906C2B08-0D5F-4655-A3B3-0BBB8B172D64}"/>
              </a:ext>
            </a:extLst>
          </p:cNvPr>
          <p:cNvSpPr>
            <a:spLocks xmlns:a="http://schemas.openxmlformats.org/drawingml/2006/main" noGrp="1"/>
          </p:cNvSpPr>
          <p:nvPr/>
        </p:nvSpPr>
        <p:spPr>
          <a:xfrm xmlns:a="http://schemas.openxmlformats.org/drawingml/2006/main">
            <a:off x="628650" y="56959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5</a:t>
            </a:r>
          </a:p>
        </p:txBody>
      </p:sp>
      <p:sp>
        <p:nvSpPr>
          <p:cNvPr id="78" name="">
            <a:extLst xmlns:a="http://schemas.openxmlformats.org/drawingml/2006/main">
              <a:ext uri="{FF2B5EF4-FFF2-40B4-BE49-F238E27FC236}">
                <a16:creationId xmlns:a16="http://schemas.microsoft.com/office/drawing/2014/main" id="{4CCD484D-9B1D-4ED1-9660-87052CF0F5F4}"/>
              </a:ext>
            </a:extLst>
          </p:cNvPr>
          <p:cNvSpPr>
            <a:spLocks xmlns:a="http://schemas.openxmlformats.org/drawingml/2006/main" noGrp="1"/>
          </p:cNvSpPr>
          <p:nvPr/>
        </p:nvSpPr>
        <p:spPr>
          <a:xfrm xmlns:a="http://schemas.openxmlformats.org/drawingml/2006/main">
            <a:off x="1123950"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79" name="">
            <a:extLst xmlns:a="http://schemas.openxmlformats.org/drawingml/2006/main">
              <a:ext uri="{FF2B5EF4-FFF2-40B4-BE49-F238E27FC236}">
                <a16:creationId xmlns:a16="http://schemas.microsoft.com/office/drawing/2014/main" id="{BD3BD067-B23F-4797-BC73-EBBE63796C29}"/>
              </a:ext>
            </a:extLst>
          </p:cNvPr>
          <p:cNvSpPr>
            <a:spLocks xmlns:a="http://schemas.openxmlformats.org/drawingml/2006/main" noGrp="1"/>
          </p:cNvSpPr>
          <p:nvPr/>
        </p:nvSpPr>
        <p:spPr>
          <a:xfrm xmlns:a="http://schemas.openxmlformats.org/drawingml/2006/main">
            <a:off x="1162050"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0" name="">
            <a:extLst xmlns:a="http://schemas.openxmlformats.org/drawingml/2006/main">
              <a:ext uri="{FF2B5EF4-FFF2-40B4-BE49-F238E27FC236}">
                <a16:creationId xmlns:a16="http://schemas.microsoft.com/office/drawing/2014/main" id="{93D71FC7-1B66-454F-8D0E-7D71FF2A7833}"/>
              </a:ext>
            </a:extLst>
          </p:cNvPr>
          <p:cNvSpPr>
            <a:spLocks xmlns:a="http://schemas.openxmlformats.org/drawingml/2006/main" noGrp="1"/>
          </p:cNvSpPr>
          <p:nvPr/>
        </p:nvSpPr>
        <p:spPr>
          <a:xfrm xmlns:a="http://schemas.openxmlformats.org/drawingml/2006/main">
            <a:off x="1975757"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81" name="">
            <a:extLst xmlns:a="http://schemas.openxmlformats.org/drawingml/2006/main">
              <a:ext uri="{FF2B5EF4-FFF2-40B4-BE49-F238E27FC236}">
                <a16:creationId xmlns:a16="http://schemas.microsoft.com/office/drawing/2014/main" id="{7FB2BC20-BC1A-42B6-971A-F1CC48A420C6}"/>
              </a:ext>
            </a:extLst>
          </p:cNvPr>
          <p:cNvSpPr>
            <a:spLocks xmlns:a="http://schemas.openxmlformats.org/drawingml/2006/main" noGrp="1"/>
          </p:cNvSpPr>
          <p:nvPr/>
        </p:nvSpPr>
        <p:spPr>
          <a:xfrm xmlns:a="http://schemas.openxmlformats.org/drawingml/2006/main">
            <a:off x="2013857"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4E2A1530-9BD6-4FB1-8E87-DADD5D9EE698}"/>
              </a:ext>
            </a:extLst>
          </p:cNvPr>
          <p:cNvSpPr>
            <a:spLocks xmlns:a="http://schemas.openxmlformats.org/drawingml/2006/main" noGrp="1"/>
          </p:cNvSpPr>
          <p:nvPr/>
        </p:nvSpPr>
        <p:spPr>
          <a:xfrm xmlns:a="http://schemas.openxmlformats.org/drawingml/2006/main">
            <a:off x="2827564"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83" name="">
            <a:extLst xmlns:a="http://schemas.openxmlformats.org/drawingml/2006/main">
              <a:ext uri="{FF2B5EF4-FFF2-40B4-BE49-F238E27FC236}">
                <a16:creationId xmlns:a16="http://schemas.microsoft.com/office/drawing/2014/main" id="{F2B2D304-D536-4F8D-B39A-A87A100BE326}"/>
              </a:ext>
            </a:extLst>
          </p:cNvPr>
          <p:cNvSpPr>
            <a:spLocks xmlns:a="http://schemas.openxmlformats.org/drawingml/2006/main" noGrp="1"/>
          </p:cNvSpPr>
          <p:nvPr/>
        </p:nvSpPr>
        <p:spPr>
          <a:xfrm xmlns:a="http://schemas.openxmlformats.org/drawingml/2006/main">
            <a:off x="2865664"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4" name="">
            <a:extLst xmlns:a="http://schemas.openxmlformats.org/drawingml/2006/main">
              <a:ext uri="{FF2B5EF4-FFF2-40B4-BE49-F238E27FC236}">
                <a16:creationId xmlns:a16="http://schemas.microsoft.com/office/drawing/2014/main" id="{7F565C30-201D-49AD-812E-1F2856D5CAB7}"/>
              </a:ext>
            </a:extLst>
          </p:cNvPr>
          <p:cNvSpPr>
            <a:spLocks xmlns:a="http://schemas.openxmlformats.org/drawingml/2006/main" noGrp="1"/>
          </p:cNvSpPr>
          <p:nvPr/>
        </p:nvSpPr>
        <p:spPr>
          <a:xfrm xmlns:a="http://schemas.openxmlformats.org/drawingml/2006/main">
            <a:off x="3679371"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85" name="">
            <a:extLst xmlns:a="http://schemas.openxmlformats.org/drawingml/2006/main">
              <a:ext uri="{FF2B5EF4-FFF2-40B4-BE49-F238E27FC236}">
                <a16:creationId xmlns:a16="http://schemas.microsoft.com/office/drawing/2014/main" id="{6C9D256E-AEE5-4487-9480-A190BCC2C9B1}"/>
              </a:ext>
            </a:extLst>
          </p:cNvPr>
          <p:cNvSpPr>
            <a:spLocks xmlns:a="http://schemas.openxmlformats.org/drawingml/2006/main" noGrp="1"/>
          </p:cNvSpPr>
          <p:nvPr/>
        </p:nvSpPr>
        <p:spPr>
          <a:xfrm xmlns:a="http://schemas.openxmlformats.org/drawingml/2006/main">
            <a:off x="3717471"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3450A014-04E8-46EA-B82B-BAF75E652150}"/>
              </a:ext>
            </a:extLst>
          </p:cNvPr>
          <p:cNvSpPr>
            <a:spLocks xmlns:a="http://schemas.openxmlformats.org/drawingml/2006/main" noGrp="1"/>
          </p:cNvSpPr>
          <p:nvPr/>
        </p:nvSpPr>
        <p:spPr>
          <a:xfrm xmlns:a="http://schemas.openxmlformats.org/drawingml/2006/main">
            <a:off x="4531179"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87" name="">
            <a:extLst xmlns:a="http://schemas.openxmlformats.org/drawingml/2006/main">
              <a:ext uri="{FF2B5EF4-FFF2-40B4-BE49-F238E27FC236}">
                <a16:creationId xmlns:a16="http://schemas.microsoft.com/office/drawing/2014/main" id="{CE390BAB-D6EF-48DF-AA17-DA0EE1C5C727}"/>
              </a:ext>
            </a:extLst>
          </p:cNvPr>
          <p:cNvSpPr>
            <a:spLocks xmlns:a="http://schemas.openxmlformats.org/drawingml/2006/main" noGrp="1"/>
          </p:cNvSpPr>
          <p:nvPr/>
        </p:nvSpPr>
        <p:spPr>
          <a:xfrm xmlns:a="http://schemas.openxmlformats.org/drawingml/2006/main">
            <a:off x="4569279"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910A7FC3-99D5-4D36-8E3A-BA307443E418}"/>
              </a:ext>
            </a:extLst>
          </p:cNvPr>
          <p:cNvSpPr>
            <a:spLocks xmlns:a="http://schemas.openxmlformats.org/drawingml/2006/main" noGrp="1"/>
          </p:cNvSpPr>
          <p:nvPr/>
        </p:nvSpPr>
        <p:spPr>
          <a:xfrm xmlns:a="http://schemas.openxmlformats.org/drawingml/2006/main">
            <a:off x="5382986"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89" name="">
            <a:extLst xmlns:a="http://schemas.openxmlformats.org/drawingml/2006/main">
              <a:ext uri="{FF2B5EF4-FFF2-40B4-BE49-F238E27FC236}">
                <a16:creationId xmlns:a16="http://schemas.microsoft.com/office/drawing/2014/main" id="{F70EAF65-8964-4E07-810C-A8C75D17C030}"/>
              </a:ext>
            </a:extLst>
          </p:cNvPr>
          <p:cNvSpPr>
            <a:spLocks xmlns:a="http://schemas.openxmlformats.org/drawingml/2006/main" noGrp="1"/>
          </p:cNvSpPr>
          <p:nvPr/>
        </p:nvSpPr>
        <p:spPr>
          <a:xfrm xmlns:a="http://schemas.openxmlformats.org/drawingml/2006/main">
            <a:off x="5421086"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0" name="">
            <a:extLst xmlns:a="http://schemas.openxmlformats.org/drawingml/2006/main">
              <a:ext uri="{FF2B5EF4-FFF2-40B4-BE49-F238E27FC236}">
                <a16:creationId xmlns:a16="http://schemas.microsoft.com/office/drawing/2014/main" id="{E22A60DD-05B1-4AF6-B205-29B6C2B1B33E}"/>
              </a:ext>
            </a:extLst>
          </p:cNvPr>
          <p:cNvSpPr>
            <a:spLocks xmlns:a="http://schemas.openxmlformats.org/drawingml/2006/main" noGrp="1"/>
          </p:cNvSpPr>
          <p:nvPr/>
        </p:nvSpPr>
        <p:spPr>
          <a:xfrm xmlns:a="http://schemas.openxmlformats.org/drawingml/2006/main">
            <a:off x="6234793" y="56578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91" name="">
            <a:extLst xmlns:a="http://schemas.openxmlformats.org/drawingml/2006/main">
              <a:ext uri="{FF2B5EF4-FFF2-40B4-BE49-F238E27FC236}">
                <a16:creationId xmlns:a16="http://schemas.microsoft.com/office/drawing/2014/main" id="{5261B1ED-3C3F-4852-A617-B2D88998C2E9}"/>
              </a:ext>
            </a:extLst>
          </p:cNvPr>
          <p:cNvSpPr>
            <a:spLocks xmlns:a="http://schemas.openxmlformats.org/drawingml/2006/main" noGrp="1"/>
          </p:cNvSpPr>
          <p:nvPr/>
        </p:nvSpPr>
        <p:spPr>
          <a:xfrm xmlns:a="http://schemas.openxmlformats.org/drawingml/2006/main">
            <a:off x="6272893" y="59626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CB1DEEA7-CFA1-499D-8637-8BEBCF72D42E}"/>
              </a:ext>
            </a:extLst>
          </p:cNvPr>
          <p:cNvSpPr>
            <a:spLocks xmlns:a="http://schemas.openxmlformats.org/drawingml/2006/main" noGrp="1"/>
          </p:cNvSpPr>
          <p:nvPr/>
        </p:nvSpPr>
        <p:spPr>
          <a:xfrm xmlns:a="http://schemas.openxmlformats.org/drawingml/2006/main">
            <a:off x="514350" y="6400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93" name="">
            <a:extLst xmlns:a="http://schemas.openxmlformats.org/drawingml/2006/main">
              <a:ext uri="{FF2B5EF4-FFF2-40B4-BE49-F238E27FC236}">
                <a16:creationId xmlns:a16="http://schemas.microsoft.com/office/drawing/2014/main" id="{3931F2BC-9ECA-44B8-B13D-4E9D5C156055}"/>
              </a:ext>
            </a:extLst>
          </p:cNvPr>
          <p:cNvSpPr>
            <a:spLocks xmlns:a="http://schemas.openxmlformats.org/drawingml/2006/main" noGrp="1"/>
          </p:cNvSpPr>
          <p:nvPr/>
        </p:nvSpPr>
        <p:spPr>
          <a:xfrm xmlns:a="http://schemas.openxmlformats.org/drawingml/2006/main">
            <a:off x="628650" y="6534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6</a:t>
            </a:r>
          </a:p>
        </p:txBody>
      </p:sp>
      <p:sp>
        <p:nvSpPr>
          <p:cNvPr id="94" name="">
            <a:extLst xmlns:a="http://schemas.openxmlformats.org/drawingml/2006/main">
              <a:ext uri="{FF2B5EF4-FFF2-40B4-BE49-F238E27FC236}">
                <a16:creationId xmlns:a16="http://schemas.microsoft.com/office/drawing/2014/main" id="{14043EC9-CD67-43F1-8E16-0B3D28B0EFC6}"/>
              </a:ext>
            </a:extLst>
          </p:cNvPr>
          <p:cNvSpPr>
            <a:spLocks xmlns:a="http://schemas.openxmlformats.org/drawingml/2006/main" noGrp="1"/>
          </p:cNvSpPr>
          <p:nvPr/>
        </p:nvSpPr>
        <p:spPr>
          <a:xfrm xmlns:a="http://schemas.openxmlformats.org/drawingml/2006/main">
            <a:off x="1123950"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95" name="">
            <a:extLst xmlns:a="http://schemas.openxmlformats.org/drawingml/2006/main">
              <a:ext uri="{FF2B5EF4-FFF2-40B4-BE49-F238E27FC236}">
                <a16:creationId xmlns:a16="http://schemas.microsoft.com/office/drawing/2014/main" id="{D3610F28-B0F8-4A16-92DF-6E19645691D0}"/>
              </a:ext>
            </a:extLst>
          </p:cNvPr>
          <p:cNvSpPr>
            <a:spLocks xmlns:a="http://schemas.openxmlformats.org/drawingml/2006/main" noGrp="1"/>
          </p:cNvSpPr>
          <p:nvPr/>
        </p:nvSpPr>
        <p:spPr>
          <a:xfrm xmlns:a="http://schemas.openxmlformats.org/drawingml/2006/main">
            <a:off x="1162050"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519F4253-9BA9-4E8B-A58C-C63226427F81}"/>
              </a:ext>
            </a:extLst>
          </p:cNvPr>
          <p:cNvSpPr>
            <a:spLocks xmlns:a="http://schemas.openxmlformats.org/drawingml/2006/main" noGrp="1"/>
          </p:cNvSpPr>
          <p:nvPr/>
        </p:nvSpPr>
        <p:spPr>
          <a:xfrm xmlns:a="http://schemas.openxmlformats.org/drawingml/2006/main">
            <a:off x="1975757"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97" name="">
            <a:extLst xmlns:a="http://schemas.openxmlformats.org/drawingml/2006/main">
              <a:ext uri="{FF2B5EF4-FFF2-40B4-BE49-F238E27FC236}">
                <a16:creationId xmlns:a16="http://schemas.microsoft.com/office/drawing/2014/main" id="{747C08B9-A3C2-4664-8F6F-CB63642E744D}"/>
              </a:ext>
            </a:extLst>
          </p:cNvPr>
          <p:cNvSpPr>
            <a:spLocks xmlns:a="http://schemas.openxmlformats.org/drawingml/2006/main" noGrp="1"/>
          </p:cNvSpPr>
          <p:nvPr/>
        </p:nvSpPr>
        <p:spPr>
          <a:xfrm xmlns:a="http://schemas.openxmlformats.org/drawingml/2006/main">
            <a:off x="2013857"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8" name="">
            <a:extLst xmlns:a="http://schemas.openxmlformats.org/drawingml/2006/main">
              <a:ext uri="{FF2B5EF4-FFF2-40B4-BE49-F238E27FC236}">
                <a16:creationId xmlns:a16="http://schemas.microsoft.com/office/drawing/2014/main" id="{91964C0D-9B77-490E-AED6-6847BBA48F1A}"/>
              </a:ext>
            </a:extLst>
          </p:cNvPr>
          <p:cNvSpPr>
            <a:spLocks xmlns:a="http://schemas.openxmlformats.org/drawingml/2006/main" noGrp="1"/>
          </p:cNvSpPr>
          <p:nvPr/>
        </p:nvSpPr>
        <p:spPr>
          <a:xfrm xmlns:a="http://schemas.openxmlformats.org/drawingml/2006/main">
            <a:off x="2827564"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99" name="">
            <a:extLst xmlns:a="http://schemas.openxmlformats.org/drawingml/2006/main">
              <a:ext uri="{FF2B5EF4-FFF2-40B4-BE49-F238E27FC236}">
                <a16:creationId xmlns:a16="http://schemas.microsoft.com/office/drawing/2014/main" id="{8668D039-892D-44CF-AA70-0D50A87CBE5A}"/>
              </a:ext>
            </a:extLst>
          </p:cNvPr>
          <p:cNvSpPr>
            <a:spLocks xmlns:a="http://schemas.openxmlformats.org/drawingml/2006/main" noGrp="1"/>
          </p:cNvSpPr>
          <p:nvPr/>
        </p:nvSpPr>
        <p:spPr>
          <a:xfrm xmlns:a="http://schemas.openxmlformats.org/drawingml/2006/main">
            <a:off x="2865664"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93B660F2-F6B7-4D25-BFE8-ADD1AE73622B}"/>
              </a:ext>
            </a:extLst>
          </p:cNvPr>
          <p:cNvSpPr>
            <a:spLocks xmlns:a="http://schemas.openxmlformats.org/drawingml/2006/main" noGrp="1"/>
          </p:cNvSpPr>
          <p:nvPr/>
        </p:nvSpPr>
        <p:spPr>
          <a:xfrm xmlns:a="http://schemas.openxmlformats.org/drawingml/2006/main">
            <a:off x="3679371"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101" name="">
            <a:extLst xmlns:a="http://schemas.openxmlformats.org/drawingml/2006/main">
              <a:ext uri="{FF2B5EF4-FFF2-40B4-BE49-F238E27FC236}">
                <a16:creationId xmlns:a16="http://schemas.microsoft.com/office/drawing/2014/main" id="{9C873B3D-F092-4ED8-86D5-135C3AC8817C}"/>
              </a:ext>
            </a:extLst>
          </p:cNvPr>
          <p:cNvSpPr>
            <a:spLocks xmlns:a="http://schemas.openxmlformats.org/drawingml/2006/main" noGrp="1"/>
          </p:cNvSpPr>
          <p:nvPr/>
        </p:nvSpPr>
        <p:spPr>
          <a:xfrm xmlns:a="http://schemas.openxmlformats.org/drawingml/2006/main">
            <a:off x="3717471"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40F9D7C5-A445-49AF-9CE5-6A7A840FAC9C}"/>
              </a:ext>
            </a:extLst>
          </p:cNvPr>
          <p:cNvSpPr>
            <a:spLocks xmlns:a="http://schemas.openxmlformats.org/drawingml/2006/main" noGrp="1"/>
          </p:cNvSpPr>
          <p:nvPr/>
        </p:nvSpPr>
        <p:spPr>
          <a:xfrm xmlns:a="http://schemas.openxmlformats.org/drawingml/2006/main">
            <a:off x="4531179"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103" name="">
            <a:extLst xmlns:a="http://schemas.openxmlformats.org/drawingml/2006/main">
              <a:ext uri="{FF2B5EF4-FFF2-40B4-BE49-F238E27FC236}">
                <a16:creationId xmlns:a16="http://schemas.microsoft.com/office/drawing/2014/main" id="{6E54686B-CCD5-4E38-B119-1C5DD768FF9B}"/>
              </a:ext>
            </a:extLst>
          </p:cNvPr>
          <p:cNvSpPr>
            <a:spLocks xmlns:a="http://schemas.openxmlformats.org/drawingml/2006/main" noGrp="1"/>
          </p:cNvSpPr>
          <p:nvPr/>
        </p:nvSpPr>
        <p:spPr>
          <a:xfrm xmlns:a="http://schemas.openxmlformats.org/drawingml/2006/main">
            <a:off x="4569279"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4" name="">
            <a:extLst xmlns:a="http://schemas.openxmlformats.org/drawingml/2006/main">
              <a:ext uri="{FF2B5EF4-FFF2-40B4-BE49-F238E27FC236}">
                <a16:creationId xmlns:a16="http://schemas.microsoft.com/office/drawing/2014/main" id="{CFAB03E2-8AB3-4026-8C35-7EA57FAF23DA}"/>
              </a:ext>
            </a:extLst>
          </p:cNvPr>
          <p:cNvSpPr>
            <a:spLocks xmlns:a="http://schemas.openxmlformats.org/drawingml/2006/main" noGrp="1"/>
          </p:cNvSpPr>
          <p:nvPr/>
        </p:nvSpPr>
        <p:spPr>
          <a:xfrm xmlns:a="http://schemas.openxmlformats.org/drawingml/2006/main">
            <a:off x="5382986"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105" name="">
            <a:extLst xmlns:a="http://schemas.openxmlformats.org/drawingml/2006/main">
              <a:ext uri="{FF2B5EF4-FFF2-40B4-BE49-F238E27FC236}">
                <a16:creationId xmlns:a16="http://schemas.microsoft.com/office/drawing/2014/main" id="{72654EC1-25CE-4255-9C1B-131BF28D4B40}"/>
              </a:ext>
            </a:extLst>
          </p:cNvPr>
          <p:cNvSpPr>
            <a:spLocks xmlns:a="http://schemas.openxmlformats.org/drawingml/2006/main" noGrp="1"/>
          </p:cNvSpPr>
          <p:nvPr/>
        </p:nvSpPr>
        <p:spPr>
          <a:xfrm xmlns:a="http://schemas.openxmlformats.org/drawingml/2006/main">
            <a:off x="5421086"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6" name="">
            <a:extLst xmlns:a="http://schemas.openxmlformats.org/drawingml/2006/main">
              <a:ext uri="{FF2B5EF4-FFF2-40B4-BE49-F238E27FC236}">
                <a16:creationId xmlns:a16="http://schemas.microsoft.com/office/drawing/2014/main" id="{2EAFC4DD-1E5A-43A5-8E8F-06B535B49383}"/>
              </a:ext>
            </a:extLst>
          </p:cNvPr>
          <p:cNvSpPr>
            <a:spLocks xmlns:a="http://schemas.openxmlformats.org/drawingml/2006/main" noGrp="1"/>
          </p:cNvSpPr>
          <p:nvPr/>
        </p:nvSpPr>
        <p:spPr>
          <a:xfrm xmlns:a="http://schemas.openxmlformats.org/drawingml/2006/main">
            <a:off x="6234793" y="64960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107" name="">
            <a:extLst xmlns:a="http://schemas.openxmlformats.org/drawingml/2006/main">
              <a:ext uri="{FF2B5EF4-FFF2-40B4-BE49-F238E27FC236}">
                <a16:creationId xmlns:a16="http://schemas.microsoft.com/office/drawing/2014/main" id="{3BACB82D-EDD3-4EF7-846B-DACE3060B3A2}"/>
              </a:ext>
            </a:extLst>
          </p:cNvPr>
          <p:cNvSpPr>
            <a:spLocks xmlns:a="http://schemas.openxmlformats.org/drawingml/2006/main" noGrp="1"/>
          </p:cNvSpPr>
          <p:nvPr/>
        </p:nvSpPr>
        <p:spPr>
          <a:xfrm xmlns:a="http://schemas.openxmlformats.org/drawingml/2006/main">
            <a:off x="6272893" y="68008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EC54CF49-6635-4E8C-999D-4CF1C97BD9AE}"/>
              </a:ext>
            </a:extLst>
          </p:cNvPr>
          <p:cNvSpPr>
            <a:spLocks xmlns:a="http://schemas.openxmlformats.org/drawingml/2006/main" noGrp="1"/>
          </p:cNvSpPr>
          <p:nvPr/>
        </p:nvSpPr>
        <p:spPr>
          <a:xfrm xmlns:a="http://schemas.openxmlformats.org/drawingml/2006/main">
            <a:off x="514350" y="7239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09" name="">
            <a:extLst xmlns:a="http://schemas.openxmlformats.org/drawingml/2006/main">
              <a:ext uri="{FF2B5EF4-FFF2-40B4-BE49-F238E27FC236}">
                <a16:creationId xmlns:a16="http://schemas.microsoft.com/office/drawing/2014/main" id="{1B4E813B-AC55-47A5-95B1-B571C0552244}"/>
              </a:ext>
            </a:extLst>
          </p:cNvPr>
          <p:cNvSpPr>
            <a:spLocks xmlns:a="http://schemas.openxmlformats.org/drawingml/2006/main" noGrp="1"/>
          </p:cNvSpPr>
          <p:nvPr/>
        </p:nvSpPr>
        <p:spPr>
          <a:xfrm xmlns:a="http://schemas.openxmlformats.org/drawingml/2006/main">
            <a:off x="628650" y="7372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7</a:t>
            </a:r>
          </a:p>
        </p:txBody>
      </p:sp>
      <p:sp>
        <p:nvSpPr>
          <p:cNvPr id="110" name="">
            <a:extLst xmlns:a="http://schemas.openxmlformats.org/drawingml/2006/main">
              <a:ext uri="{FF2B5EF4-FFF2-40B4-BE49-F238E27FC236}">
                <a16:creationId xmlns:a16="http://schemas.microsoft.com/office/drawing/2014/main" id="{07146B12-E4D0-4DE7-9F54-3836983F0B67}"/>
              </a:ext>
            </a:extLst>
          </p:cNvPr>
          <p:cNvSpPr>
            <a:spLocks xmlns:a="http://schemas.openxmlformats.org/drawingml/2006/main" noGrp="1"/>
          </p:cNvSpPr>
          <p:nvPr/>
        </p:nvSpPr>
        <p:spPr>
          <a:xfrm xmlns:a="http://schemas.openxmlformats.org/drawingml/2006/main">
            <a:off x="1123950"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Bedtime</a:t>
            </a:r>
          </a:p>
        </p:txBody>
      </p:sp>
      <p:sp>
        <p:nvSpPr>
          <p:cNvPr id="111" name="">
            <a:extLst xmlns:a="http://schemas.openxmlformats.org/drawingml/2006/main">
              <a:ext uri="{FF2B5EF4-FFF2-40B4-BE49-F238E27FC236}">
                <a16:creationId xmlns:a16="http://schemas.microsoft.com/office/drawing/2014/main" id="{E7FD6585-D7F9-4B4E-9E49-A33F22E6F148}"/>
              </a:ext>
            </a:extLst>
          </p:cNvPr>
          <p:cNvSpPr>
            <a:spLocks xmlns:a="http://schemas.openxmlformats.org/drawingml/2006/main" noGrp="1"/>
          </p:cNvSpPr>
          <p:nvPr/>
        </p:nvSpPr>
        <p:spPr>
          <a:xfrm xmlns:a="http://schemas.openxmlformats.org/drawingml/2006/main">
            <a:off x="1162050"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2" name="">
            <a:extLst xmlns:a="http://schemas.openxmlformats.org/drawingml/2006/main">
              <a:ext uri="{FF2B5EF4-FFF2-40B4-BE49-F238E27FC236}">
                <a16:creationId xmlns:a16="http://schemas.microsoft.com/office/drawing/2014/main" id="{1DB76908-EA68-4B6F-A995-481E6F302523}"/>
              </a:ext>
            </a:extLst>
          </p:cNvPr>
          <p:cNvSpPr>
            <a:spLocks xmlns:a="http://schemas.openxmlformats.org/drawingml/2006/main" noGrp="1"/>
          </p:cNvSpPr>
          <p:nvPr/>
        </p:nvSpPr>
        <p:spPr>
          <a:xfrm xmlns:a="http://schemas.openxmlformats.org/drawingml/2006/main">
            <a:off x="1975757"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Wake time</a:t>
            </a:r>
          </a:p>
        </p:txBody>
      </p:sp>
      <p:sp>
        <p:nvSpPr>
          <p:cNvPr id="113" name="">
            <a:extLst xmlns:a="http://schemas.openxmlformats.org/drawingml/2006/main">
              <a:ext uri="{FF2B5EF4-FFF2-40B4-BE49-F238E27FC236}">
                <a16:creationId xmlns:a16="http://schemas.microsoft.com/office/drawing/2014/main" id="{236F4E75-9AF9-4D9A-8D47-C28B64404D10}"/>
              </a:ext>
            </a:extLst>
          </p:cNvPr>
          <p:cNvSpPr>
            <a:spLocks xmlns:a="http://schemas.openxmlformats.org/drawingml/2006/main" noGrp="1"/>
          </p:cNvSpPr>
          <p:nvPr/>
        </p:nvSpPr>
        <p:spPr>
          <a:xfrm xmlns:a="http://schemas.openxmlformats.org/drawingml/2006/main">
            <a:off x="2013857"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4" name="">
            <a:extLst xmlns:a="http://schemas.openxmlformats.org/drawingml/2006/main">
              <a:ext uri="{FF2B5EF4-FFF2-40B4-BE49-F238E27FC236}">
                <a16:creationId xmlns:a16="http://schemas.microsoft.com/office/drawing/2014/main" id="{FE4E5139-DDBC-4845-9DEE-5523A1BFC291}"/>
              </a:ext>
            </a:extLst>
          </p:cNvPr>
          <p:cNvSpPr>
            <a:spLocks xmlns:a="http://schemas.openxmlformats.org/drawingml/2006/main" noGrp="1"/>
          </p:cNvSpPr>
          <p:nvPr/>
        </p:nvSpPr>
        <p:spPr>
          <a:xfrm xmlns:a="http://schemas.openxmlformats.org/drawingml/2006/main">
            <a:off x="2827564"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Night waking</a:t>
            </a:r>
          </a:p>
        </p:txBody>
      </p:sp>
      <p:sp>
        <p:nvSpPr>
          <p:cNvPr id="115" name="">
            <a:extLst xmlns:a="http://schemas.openxmlformats.org/drawingml/2006/main">
              <a:ext uri="{FF2B5EF4-FFF2-40B4-BE49-F238E27FC236}">
                <a16:creationId xmlns:a16="http://schemas.microsoft.com/office/drawing/2014/main" id="{72141A3A-9FE2-4314-BAD4-8D552159AE2B}"/>
              </a:ext>
            </a:extLst>
          </p:cNvPr>
          <p:cNvSpPr>
            <a:spLocks xmlns:a="http://schemas.openxmlformats.org/drawingml/2006/main" noGrp="1"/>
          </p:cNvSpPr>
          <p:nvPr/>
        </p:nvSpPr>
        <p:spPr>
          <a:xfrm xmlns:a="http://schemas.openxmlformats.org/drawingml/2006/main">
            <a:off x="2865664"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6" name="">
            <a:extLst xmlns:a="http://schemas.openxmlformats.org/drawingml/2006/main">
              <a:ext uri="{FF2B5EF4-FFF2-40B4-BE49-F238E27FC236}">
                <a16:creationId xmlns:a16="http://schemas.microsoft.com/office/drawing/2014/main" id="{4BBB725F-37EB-4EC5-89BA-80A45D2180C9}"/>
              </a:ext>
            </a:extLst>
          </p:cNvPr>
          <p:cNvSpPr>
            <a:spLocks xmlns:a="http://schemas.openxmlformats.org/drawingml/2006/main" noGrp="1"/>
          </p:cNvSpPr>
          <p:nvPr/>
        </p:nvSpPr>
        <p:spPr>
          <a:xfrm xmlns:a="http://schemas.openxmlformats.org/drawingml/2006/main">
            <a:off x="3679371"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Nap</a:t>
            </a:r>
          </a:p>
        </p:txBody>
      </p:sp>
      <p:sp>
        <p:nvSpPr>
          <p:cNvPr id="117" name="">
            <a:extLst xmlns:a="http://schemas.openxmlformats.org/drawingml/2006/main">
              <a:ext uri="{FF2B5EF4-FFF2-40B4-BE49-F238E27FC236}">
                <a16:creationId xmlns:a16="http://schemas.microsoft.com/office/drawing/2014/main" id="{DB47BD8B-D930-4911-8E46-1013D7166292}"/>
              </a:ext>
            </a:extLst>
          </p:cNvPr>
          <p:cNvSpPr>
            <a:spLocks xmlns:a="http://schemas.openxmlformats.org/drawingml/2006/main" noGrp="1"/>
          </p:cNvSpPr>
          <p:nvPr/>
        </p:nvSpPr>
        <p:spPr>
          <a:xfrm xmlns:a="http://schemas.openxmlformats.org/drawingml/2006/main">
            <a:off x="3717471"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8" name="">
            <a:extLst xmlns:a="http://schemas.openxmlformats.org/drawingml/2006/main">
              <a:ext uri="{FF2B5EF4-FFF2-40B4-BE49-F238E27FC236}">
                <a16:creationId xmlns:a16="http://schemas.microsoft.com/office/drawing/2014/main" id="{76D5552D-291E-4E41-981F-9354234800F5}"/>
              </a:ext>
            </a:extLst>
          </p:cNvPr>
          <p:cNvSpPr>
            <a:spLocks xmlns:a="http://schemas.openxmlformats.org/drawingml/2006/main" noGrp="1"/>
          </p:cNvSpPr>
          <p:nvPr/>
        </p:nvSpPr>
        <p:spPr>
          <a:xfrm xmlns:a="http://schemas.openxmlformats.org/drawingml/2006/main">
            <a:off x="4531179"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Late caffeine</a:t>
            </a:r>
          </a:p>
        </p:txBody>
      </p:sp>
      <p:sp>
        <p:nvSpPr>
          <p:cNvPr id="119" name="">
            <a:extLst xmlns:a="http://schemas.openxmlformats.org/drawingml/2006/main">
              <a:ext uri="{FF2B5EF4-FFF2-40B4-BE49-F238E27FC236}">
                <a16:creationId xmlns:a16="http://schemas.microsoft.com/office/drawing/2014/main" id="{1969EF6F-DB12-44A0-B481-EB2C69D3595A}"/>
              </a:ext>
            </a:extLst>
          </p:cNvPr>
          <p:cNvSpPr>
            <a:spLocks xmlns:a="http://schemas.openxmlformats.org/drawingml/2006/main" noGrp="1"/>
          </p:cNvSpPr>
          <p:nvPr/>
        </p:nvSpPr>
        <p:spPr>
          <a:xfrm xmlns:a="http://schemas.openxmlformats.org/drawingml/2006/main">
            <a:off x="4569279"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0" name="">
            <a:extLst xmlns:a="http://schemas.openxmlformats.org/drawingml/2006/main">
              <a:ext uri="{FF2B5EF4-FFF2-40B4-BE49-F238E27FC236}">
                <a16:creationId xmlns:a16="http://schemas.microsoft.com/office/drawing/2014/main" id="{FA6F4169-8EF5-42E2-83F0-1E59A4D2AAA6}"/>
              </a:ext>
            </a:extLst>
          </p:cNvPr>
          <p:cNvSpPr>
            <a:spLocks xmlns:a="http://schemas.openxmlformats.org/drawingml/2006/main" noGrp="1"/>
          </p:cNvSpPr>
          <p:nvPr/>
        </p:nvSpPr>
        <p:spPr>
          <a:xfrm xmlns:a="http://schemas.openxmlformats.org/drawingml/2006/main">
            <a:off x="5382986"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Screen/light</a:t>
            </a:r>
          </a:p>
        </p:txBody>
      </p:sp>
      <p:sp>
        <p:nvSpPr>
          <p:cNvPr id="121" name="">
            <a:extLst xmlns:a="http://schemas.openxmlformats.org/drawingml/2006/main">
              <a:ext uri="{FF2B5EF4-FFF2-40B4-BE49-F238E27FC236}">
                <a16:creationId xmlns:a16="http://schemas.microsoft.com/office/drawing/2014/main" id="{BB65D9C4-1BFB-4340-AD3D-DB76156604CB}"/>
              </a:ext>
            </a:extLst>
          </p:cNvPr>
          <p:cNvSpPr>
            <a:spLocks xmlns:a="http://schemas.openxmlformats.org/drawingml/2006/main" noGrp="1"/>
          </p:cNvSpPr>
          <p:nvPr/>
        </p:nvSpPr>
        <p:spPr>
          <a:xfrm xmlns:a="http://schemas.openxmlformats.org/drawingml/2006/main">
            <a:off x="5421086"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2" name="">
            <a:extLst xmlns:a="http://schemas.openxmlformats.org/drawingml/2006/main">
              <a:ext uri="{FF2B5EF4-FFF2-40B4-BE49-F238E27FC236}">
                <a16:creationId xmlns:a16="http://schemas.microsoft.com/office/drawing/2014/main" id="{0E29278F-2A31-46D0-98D8-B71C5289B063}"/>
              </a:ext>
            </a:extLst>
          </p:cNvPr>
          <p:cNvSpPr>
            <a:spLocks xmlns:a="http://schemas.openxmlformats.org/drawingml/2006/main" noGrp="1"/>
          </p:cNvSpPr>
          <p:nvPr/>
        </p:nvSpPr>
        <p:spPr>
          <a:xfrm xmlns:a="http://schemas.openxmlformats.org/drawingml/2006/main">
            <a:off x="6234793" y="7334250"/>
            <a:ext cx="843643"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Context/rested</a:t>
            </a:r>
          </a:p>
        </p:txBody>
      </p:sp>
      <p:sp>
        <p:nvSpPr>
          <p:cNvPr id="123" name="">
            <a:extLst xmlns:a="http://schemas.openxmlformats.org/drawingml/2006/main">
              <a:ext uri="{FF2B5EF4-FFF2-40B4-BE49-F238E27FC236}">
                <a16:creationId xmlns:a16="http://schemas.microsoft.com/office/drawing/2014/main" id="{94C8A1E5-77FE-4ED1-A724-8E37D607E354}"/>
              </a:ext>
            </a:extLst>
          </p:cNvPr>
          <p:cNvSpPr>
            <a:spLocks xmlns:a="http://schemas.openxmlformats.org/drawingml/2006/main" noGrp="1"/>
          </p:cNvSpPr>
          <p:nvPr/>
        </p:nvSpPr>
        <p:spPr>
          <a:xfrm xmlns:a="http://schemas.openxmlformats.org/drawingml/2006/main">
            <a:off x="6272893" y="7639050"/>
            <a:ext cx="830036"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4" name="">
            <a:extLst xmlns:a="http://schemas.openxmlformats.org/drawingml/2006/main">
              <a:ext uri="{FF2B5EF4-FFF2-40B4-BE49-F238E27FC236}">
                <a16:creationId xmlns:a16="http://schemas.microsoft.com/office/drawing/2014/main" id="{DB5F918E-13F4-4ACF-877A-24B42B96EE81}"/>
              </a:ext>
            </a:extLst>
          </p:cNvPr>
          <p:cNvSpPr>
            <a:spLocks xmlns:a="http://schemas.openxmlformats.org/drawingml/2006/main" noGrp="1"/>
          </p:cNvSpPr>
          <p:nvPr/>
        </p:nvSpPr>
        <p:spPr>
          <a:xfrm xmlns:a="http://schemas.openxmlformats.org/drawingml/2006/main">
            <a:off x="514350" y="8362950"/>
            <a:ext cx="674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5F6878"/>
                </a:solidFill>
                <a:latin typeface="Verdana"/>
                <a:ea typeface="Verdana"/>
                <a:cs typeface="Verdana"/>
              </a:defRPr>
            </a:pPr>
            <a:r>
              <a:rPr sz="863" b="0" i="0">
                <a:solidFill>
                  <a:srgbClr val="5F6878"/>
                </a:solidFill>
                <a:latin typeface="Verdana"/>
                <a:ea typeface="Verdana"/>
                <a:cs typeface="Verdana"/>
              </a:rPr>
              <a:t>Context can include pain, caregiving, shift work, breathing symptoms, restless legs, stress, or other notes.</a:t>
            </a:r>
          </a:p>
        </p:txBody>
      </p:sp>
    </p:spTree>
    <p:extLst>
      <p:ext uri="{BB962C8B-B14F-4D97-AF65-F5344CB8AC3E}">
        <p14:creationId xmlns:p14="http://schemas.microsoft.com/office/powerpoint/2010/main" val="1594851757"/>
      </p:ext>
    </p:extLst>
  </p:cSld>
</p:sld>
</file>

<file path=ppt/slides/slide16.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4" name="">
            <a:extLst xmlns:a="http://schemas.openxmlformats.org/drawingml/2006/main">
              <a:ext uri="{FF2B5EF4-FFF2-40B4-BE49-F238E27FC236}">
                <a16:creationId xmlns:a16="http://schemas.microsoft.com/office/drawing/2014/main" id="{AE74BA15-D3C6-4F31-8894-2748F46F2735}"/>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bc3ee2c51f5248c4"/>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D4087918-C8A5-486D-B063-EB62E4FA4BFA}"/>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0724CB53-A723-4671-9F13-E13BD28A45A8}"/>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F133C1B8-2F67-40C6-A323-913DF6C54AF0}"/>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1F4E11DD-18E7-4BE2-AEF1-3C792664292F}"/>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4B6F3CB4-F632-46A1-9396-9F7B0E99CB0A}"/>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9fefc73f09cf4ff4"/>
              </a:rPr>
              <a:t>mindfuldiabetes.org</a:t>
            </a:r>
          </a:p>
        </p:txBody>
      </p:sp>
      <p:sp>
        <p:nvSpPr>
          <p:cNvPr id="8" name="">
            <a:extLst xmlns:a="http://schemas.openxmlformats.org/drawingml/2006/main">
              <a:ext uri="{FF2B5EF4-FFF2-40B4-BE49-F238E27FC236}">
                <a16:creationId xmlns:a16="http://schemas.microsoft.com/office/drawing/2014/main" id="{F32C15D1-C49D-41FE-BF33-2E004FA03836}"/>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16</a:t>
            </a:r>
          </a:p>
        </p:txBody>
      </p:sp>
      <p:sp>
        <p:nvSpPr>
          <p:cNvPr id="9" name="">
            <a:extLst xmlns:a="http://schemas.openxmlformats.org/drawingml/2006/main">
              <a:ext uri="{FF2B5EF4-FFF2-40B4-BE49-F238E27FC236}">
                <a16:creationId xmlns:a16="http://schemas.microsoft.com/office/drawing/2014/main" id="{7D36280B-9BE4-40CC-888A-8BD102662184}"/>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a:t>
            </a:r>
          </a:p>
        </p:txBody>
      </p:sp>
      <p:sp>
        <p:nvSpPr>
          <p:cNvPr id="10" name="">
            <a:extLst xmlns:a="http://schemas.openxmlformats.org/drawingml/2006/main">
              <a:ext uri="{FF2B5EF4-FFF2-40B4-BE49-F238E27FC236}">
                <a16:creationId xmlns:a16="http://schemas.microsoft.com/office/drawing/2014/main" id="{F3F8DC9B-853D-422E-AF8E-0A7509FB5BE1}"/>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Mood and Energy Notes</a:t>
            </a:r>
          </a:p>
        </p:txBody>
      </p:sp>
      <p:sp>
        <p:nvSpPr>
          <p:cNvPr id="11" name="">
            <a:extLst xmlns:a="http://schemas.openxmlformats.org/drawingml/2006/main">
              <a:ext uri="{FF2B5EF4-FFF2-40B4-BE49-F238E27FC236}">
                <a16:creationId xmlns:a16="http://schemas.microsoft.com/office/drawing/2014/main" id="{541B6D4C-9182-4412-A700-7690EA053FB0}"/>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These numbers are simple observations, not diagnoses or grades.</a:t>
            </a:r>
          </a:p>
        </p:txBody>
      </p:sp>
      <p:sp>
        <p:nvSpPr>
          <p:cNvPr id="12" name="">
            <a:extLst xmlns:a="http://schemas.openxmlformats.org/drawingml/2006/main">
              <a:ext uri="{FF2B5EF4-FFF2-40B4-BE49-F238E27FC236}">
                <a16:creationId xmlns:a16="http://schemas.microsoft.com/office/drawing/2014/main" id="{E7A10C02-8395-48C0-9DDC-34608C83556F}"/>
              </a:ext>
            </a:extLst>
          </p:cNvPr>
          <p:cNvSpPr>
            <a:spLocks xmlns:a="http://schemas.openxmlformats.org/drawingml/2006/main" noGrp="1"/>
          </p:cNvSpPr>
          <p:nvPr/>
        </p:nvSpPr>
        <p:spPr>
          <a:xfrm xmlns:a="http://schemas.openxmlformats.org/drawingml/2006/main">
            <a:off x="514350" y="2209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56CC6578-ECED-43AB-8EFD-03350022D55C}"/>
              </a:ext>
            </a:extLst>
          </p:cNvPr>
          <p:cNvSpPr>
            <a:spLocks xmlns:a="http://schemas.openxmlformats.org/drawingml/2006/main" noGrp="1"/>
          </p:cNvSpPr>
          <p:nvPr/>
        </p:nvSpPr>
        <p:spPr>
          <a:xfrm xmlns:a="http://schemas.openxmlformats.org/drawingml/2006/main">
            <a:off x="628650" y="2343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EB62AF42-5B49-4868-AB36-32D76790D97D}"/>
              </a:ext>
            </a:extLst>
          </p:cNvPr>
          <p:cNvSpPr>
            <a:spLocks xmlns:a="http://schemas.openxmlformats.org/drawingml/2006/main" noGrp="1"/>
          </p:cNvSpPr>
          <p:nvPr/>
        </p:nvSpPr>
        <p:spPr>
          <a:xfrm xmlns:a="http://schemas.openxmlformats.org/drawingml/2006/main">
            <a:off x="120015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15" name="">
            <a:extLst xmlns:a="http://schemas.openxmlformats.org/drawingml/2006/main">
              <a:ext uri="{FF2B5EF4-FFF2-40B4-BE49-F238E27FC236}">
                <a16:creationId xmlns:a16="http://schemas.microsoft.com/office/drawing/2014/main" id="{7F5856D8-6341-492D-9B86-346F805C76A1}"/>
              </a:ext>
            </a:extLst>
          </p:cNvPr>
          <p:cNvSpPr>
            <a:spLocks xmlns:a="http://schemas.openxmlformats.org/drawingml/2006/main" noGrp="1"/>
          </p:cNvSpPr>
          <p:nvPr/>
        </p:nvSpPr>
        <p:spPr>
          <a:xfrm xmlns:a="http://schemas.openxmlformats.org/drawingml/2006/main">
            <a:off x="123825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07EC4056-E816-4A12-8F6D-20C64E0B8C62}"/>
              </a:ext>
            </a:extLst>
          </p:cNvPr>
          <p:cNvSpPr>
            <a:spLocks xmlns:a="http://schemas.openxmlformats.org/drawingml/2006/main" noGrp="1"/>
          </p:cNvSpPr>
          <p:nvPr/>
        </p:nvSpPr>
        <p:spPr>
          <a:xfrm xmlns:a="http://schemas.openxmlformats.org/drawingml/2006/main">
            <a:off x="218122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17" name="">
            <a:extLst xmlns:a="http://schemas.openxmlformats.org/drawingml/2006/main">
              <a:ext uri="{FF2B5EF4-FFF2-40B4-BE49-F238E27FC236}">
                <a16:creationId xmlns:a16="http://schemas.microsoft.com/office/drawing/2014/main" id="{C632DD75-F1EC-4013-8903-9069E79B3553}"/>
              </a:ext>
            </a:extLst>
          </p:cNvPr>
          <p:cNvSpPr>
            <a:spLocks xmlns:a="http://schemas.openxmlformats.org/drawingml/2006/main" noGrp="1"/>
          </p:cNvSpPr>
          <p:nvPr/>
        </p:nvSpPr>
        <p:spPr>
          <a:xfrm xmlns:a="http://schemas.openxmlformats.org/drawingml/2006/main">
            <a:off x="221932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FB5A79D5-2A74-434D-A4E0-4B648925E90C}"/>
              </a:ext>
            </a:extLst>
          </p:cNvPr>
          <p:cNvSpPr>
            <a:spLocks xmlns:a="http://schemas.openxmlformats.org/drawingml/2006/main" noGrp="1"/>
          </p:cNvSpPr>
          <p:nvPr/>
        </p:nvSpPr>
        <p:spPr>
          <a:xfrm xmlns:a="http://schemas.openxmlformats.org/drawingml/2006/main">
            <a:off x="316230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19" name="">
            <a:extLst xmlns:a="http://schemas.openxmlformats.org/drawingml/2006/main">
              <a:ext uri="{FF2B5EF4-FFF2-40B4-BE49-F238E27FC236}">
                <a16:creationId xmlns:a16="http://schemas.microsoft.com/office/drawing/2014/main" id="{7CFDDE32-0852-4C9E-B9FC-9FE075D76978}"/>
              </a:ext>
            </a:extLst>
          </p:cNvPr>
          <p:cNvSpPr>
            <a:spLocks xmlns:a="http://schemas.openxmlformats.org/drawingml/2006/main" noGrp="1"/>
          </p:cNvSpPr>
          <p:nvPr/>
        </p:nvSpPr>
        <p:spPr>
          <a:xfrm xmlns:a="http://schemas.openxmlformats.org/drawingml/2006/main">
            <a:off x="320040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75271BB2-05ED-48F4-B4C8-DF4AD3DC016E}"/>
              </a:ext>
            </a:extLst>
          </p:cNvPr>
          <p:cNvSpPr>
            <a:spLocks xmlns:a="http://schemas.openxmlformats.org/drawingml/2006/main" noGrp="1"/>
          </p:cNvSpPr>
          <p:nvPr/>
        </p:nvSpPr>
        <p:spPr>
          <a:xfrm xmlns:a="http://schemas.openxmlformats.org/drawingml/2006/main">
            <a:off x="414337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21" name="">
            <a:extLst xmlns:a="http://schemas.openxmlformats.org/drawingml/2006/main">
              <a:ext uri="{FF2B5EF4-FFF2-40B4-BE49-F238E27FC236}">
                <a16:creationId xmlns:a16="http://schemas.microsoft.com/office/drawing/2014/main" id="{19C35DDC-8A95-4704-9F11-05A33FD647E6}"/>
              </a:ext>
            </a:extLst>
          </p:cNvPr>
          <p:cNvSpPr>
            <a:spLocks xmlns:a="http://schemas.openxmlformats.org/drawingml/2006/main" noGrp="1"/>
          </p:cNvSpPr>
          <p:nvPr/>
        </p:nvSpPr>
        <p:spPr>
          <a:xfrm xmlns:a="http://schemas.openxmlformats.org/drawingml/2006/main">
            <a:off x="418147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B4F1DDBF-82A5-4278-9FEB-CAC11F61CF20}"/>
              </a:ext>
            </a:extLst>
          </p:cNvPr>
          <p:cNvSpPr>
            <a:spLocks xmlns:a="http://schemas.openxmlformats.org/drawingml/2006/main" noGrp="1"/>
          </p:cNvSpPr>
          <p:nvPr/>
        </p:nvSpPr>
        <p:spPr>
          <a:xfrm xmlns:a="http://schemas.openxmlformats.org/drawingml/2006/main">
            <a:off x="5124450"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23" name="">
            <a:extLst xmlns:a="http://schemas.openxmlformats.org/drawingml/2006/main">
              <a:ext uri="{FF2B5EF4-FFF2-40B4-BE49-F238E27FC236}">
                <a16:creationId xmlns:a16="http://schemas.microsoft.com/office/drawing/2014/main" id="{3C8060C5-B1BF-405E-B12B-F796BF8DC323}"/>
              </a:ext>
            </a:extLst>
          </p:cNvPr>
          <p:cNvSpPr>
            <a:spLocks xmlns:a="http://schemas.openxmlformats.org/drawingml/2006/main" noGrp="1"/>
          </p:cNvSpPr>
          <p:nvPr/>
        </p:nvSpPr>
        <p:spPr>
          <a:xfrm xmlns:a="http://schemas.openxmlformats.org/drawingml/2006/main">
            <a:off x="5162550"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7DBB2837-0E43-4453-9A06-BE1C07ACE114}"/>
              </a:ext>
            </a:extLst>
          </p:cNvPr>
          <p:cNvSpPr>
            <a:spLocks xmlns:a="http://schemas.openxmlformats.org/drawingml/2006/main" noGrp="1"/>
          </p:cNvSpPr>
          <p:nvPr/>
        </p:nvSpPr>
        <p:spPr>
          <a:xfrm xmlns:a="http://schemas.openxmlformats.org/drawingml/2006/main">
            <a:off x="6105525" y="2305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25" name="">
            <a:extLst xmlns:a="http://schemas.openxmlformats.org/drawingml/2006/main">
              <a:ext uri="{FF2B5EF4-FFF2-40B4-BE49-F238E27FC236}">
                <a16:creationId xmlns:a16="http://schemas.microsoft.com/office/drawing/2014/main" id="{8F717067-C42B-495A-A433-7025E901572B}"/>
              </a:ext>
            </a:extLst>
          </p:cNvPr>
          <p:cNvSpPr>
            <a:spLocks xmlns:a="http://schemas.openxmlformats.org/drawingml/2006/main" noGrp="1"/>
          </p:cNvSpPr>
          <p:nvPr/>
        </p:nvSpPr>
        <p:spPr>
          <a:xfrm xmlns:a="http://schemas.openxmlformats.org/drawingml/2006/main">
            <a:off x="6143625" y="2609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FDBBD3C9-4FB4-4398-9649-CC6E75B1E59F}"/>
              </a:ext>
            </a:extLst>
          </p:cNvPr>
          <p:cNvSpPr>
            <a:spLocks xmlns:a="http://schemas.openxmlformats.org/drawingml/2006/main" noGrp="1"/>
          </p:cNvSpPr>
          <p:nvPr/>
        </p:nvSpPr>
        <p:spPr>
          <a:xfrm xmlns:a="http://schemas.openxmlformats.org/drawingml/2006/main">
            <a:off x="514350" y="3048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0AA89A9A-6554-4EE3-9210-E3AB53912979}"/>
              </a:ext>
            </a:extLst>
          </p:cNvPr>
          <p:cNvSpPr>
            <a:spLocks xmlns:a="http://schemas.openxmlformats.org/drawingml/2006/main" noGrp="1"/>
          </p:cNvSpPr>
          <p:nvPr/>
        </p:nvSpPr>
        <p:spPr>
          <a:xfrm xmlns:a="http://schemas.openxmlformats.org/drawingml/2006/main">
            <a:off x="628650" y="3181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2</a:t>
            </a:r>
          </a:p>
        </p:txBody>
      </p:sp>
      <p:sp>
        <p:nvSpPr>
          <p:cNvPr id="28" name="">
            <a:extLst xmlns:a="http://schemas.openxmlformats.org/drawingml/2006/main">
              <a:ext uri="{FF2B5EF4-FFF2-40B4-BE49-F238E27FC236}">
                <a16:creationId xmlns:a16="http://schemas.microsoft.com/office/drawing/2014/main" id="{9309CF74-24B6-4182-A25D-56A0EE33F632}"/>
              </a:ext>
            </a:extLst>
          </p:cNvPr>
          <p:cNvSpPr>
            <a:spLocks xmlns:a="http://schemas.openxmlformats.org/drawingml/2006/main" noGrp="1"/>
          </p:cNvSpPr>
          <p:nvPr/>
        </p:nvSpPr>
        <p:spPr>
          <a:xfrm xmlns:a="http://schemas.openxmlformats.org/drawingml/2006/main">
            <a:off x="120015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29" name="">
            <a:extLst xmlns:a="http://schemas.openxmlformats.org/drawingml/2006/main">
              <a:ext uri="{FF2B5EF4-FFF2-40B4-BE49-F238E27FC236}">
                <a16:creationId xmlns:a16="http://schemas.microsoft.com/office/drawing/2014/main" id="{28C7E952-6690-42AF-AA8B-8D39F740B40D}"/>
              </a:ext>
            </a:extLst>
          </p:cNvPr>
          <p:cNvSpPr>
            <a:spLocks xmlns:a="http://schemas.openxmlformats.org/drawingml/2006/main" noGrp="1"/>
          </p:cNvSpPr>
          <p:nvPr/>
        </p:nvSpPr>
        <p:spPr>
          <a:xfrm xmlns:a="http://schemas.openxmlformats.org/drawingml/2006/main">
            <a:off x="123825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A7839A53-EFD3-42AD-A53E-B35EB3DDC21F}"/>
              </a:ext>
            </a:extLst>
          </p:cNvPr>
          <p:cNvSpPr>
            <a:spLocks xmlns:a="http://schemas.openxmlformats.org/drawingml/2006/main" noGrp="1"/>
          </p:cNvSpPr>
          <p:nvPr/>
        </p:nvSpPr>
        <p:spPr>
          <a:xfrm xmlns:a="http://schemas.openxmlformats.org/drawingml/2006/main">
            <a:off x="218122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31" name="">
            <a:extLst xmlns:a="http://schemas.openxmlformats.org/drawingml/2006/main">
              <a:ext uri="{FF2B5EF4-FFF2-40B4-BE49-F238E27FC236}">
                <a16:creationId xmlns:a16="http://schemas.microsoft.com/office/drawing/2014/main" id="{FA8613F1-94C9-4881-B832-2E3CEC150F6D}"/>
              </a:ext>
            </a:extLst>
          </p:cNvPr>
          <p:cNvSpPr>
            <a:spLocks xmlns:a="http://schemas.openxmlformats.org/drawingml/2006/main" noGrp="1"/>
          </p:cNvSpPr>
          <p:nvPr/>
        </p:nvSpPr>
        <p:spPr>
          <a:xfrm xmlns:a="http://schemas.openxmlformats.org/drawingml/2006/main">
            <a:off x="221932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FE3029AB-5177-427B-810F-D3EB372ED2EC}"/>
              </a:ext>
            </a:extLst>
          </p:cNvPr>
          <p:cNvSpPr>
            <a:spLocks xmlns:a="http://schemas.openxmlformats.org/drawingml/2006/main" noGrp="1"/>
          </p:cNvSpPr>
          <p:nvPr/>
        </p:nvSpPr>
        <p:spPr>
          <a:xfrm xmlns:a="http://schemas.openxmlformats.org/drawingml/2006/main">
            <a:off x="316230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33" name="">
            <a:extLst xmlns:a="http://schemas.openxmlformats.org/drawingml/2006/main">
              <a:ext uri="{FF2B5EF4-FFF2-40B4-BE49-F238E27FC236}">
                <a16:creationId xmlns:a16="http://schemas.microsoft.com/office/drawing/2014/main" id="{F327EB5E-A7CC-4B24-A56E-B268AFF7639D}"/>
              </a:ext>
            </a:extLst>
          </p:cNvPr>
          <p:cNvSpPr>
            <a:spLocks xmlns:a="http://schemas.openxmlformats.org/drawingml/2006/main" noGrp="1"/>
          </p:cNvSpPr>
          <p:nvPr/>
        </p:nvSpPr>
        <p:spPr>
          <a:xfrm xmlns:a="http://schemas.openxmlformats.org/drawingml/2006/main">
            <a:off x="320040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CAB86B4A-5004-4156-937E-E71BCC8E0287}"/>
              </a:ext>
            </a:extLst>
          </p:cNvPr>
          <p:cNvSpPr>
            <a:spLocks xmlns:a="http://schemas.openxmlformats.org/drawingml/2006/main" noGrp="1"/>
          </p:cNvSpPr>
          <p:nvPr/>
        </p:nvSpPr>
        <p:spPr>
          <a:xfrm xmlns:a="http://schemas.openxmlformats.org/drawingml/2006/main">
            <a:off x="414337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35" name="">
            <a:extLst xmlns:a="http://schemas.openxmlformats.org/drawingml/2006/main">
              <a:ext uri="{FF2B5EF4-FFF2-40B4-BE49-F238E27FC236}">
                <a16:creationId xmlns:a16="http://schemas.microsoft.com/office/drawing/2014/main" id="{11689DDA-BDE5-419E-9EF2-65C68B763E59}"/>
              </a:ext>
            </a:extLst>
          </p:cNvPr>
          <p:cNvSpPr>
            <a:spLocks xmlns:a="http://schemas.openxmlformats.org/drawingml/2006/main" noGrp="1"/>
          </p:cNvSpPr>
          <p:nvPr/>
        </p:nvSpPr>
        <p:spPr>
          <a:xfrm xmlns:a="http://schemas.openxmlformats.org/drawingml/2006/main">
            <a:off x="418147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6" name="">
            <a:extLst xmlns:a="http://schemas.openxmlformats.org/drawingml/2006/main">
              <a:ext uri="{FF2B5EF4-FFF2-40B4-BE49-F238E27FC236}">
                <a16:creationId xmlns:a16="http://schemas.microsoft.com/office/drawing/2014/main" id="{70BB5ED7-100B-4963-A63F-D6BEA810E312}"/>
              </a:ext>
            </a:extLst>
          </p:cNvPr>
          <p:cNvSpPr>
            <a:spLocks xmlns:a="http://schemas.openxmlformats.org/drawingml/2006/main" noGrp="1"/>
          </p:cNvSpPr>
          <p:nvPr/>
        </p:nvSpPr>
        <p:spPr>
          <a:xfrm xmlns:a="http://schemas.openxmlformats.org/drawingml/2006/main">
            <a:off x="5124450"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37" name="">
            <a:extLst xmlns:a="http://schemas.openxmlformats.org/drawingml/2006/main">
              <a:ext uri="{FF2B5EF4-FFF2-40B4-BE49-F238E27FC236}">
                <a16:creationId xmlns:a16="http://schemas.microsoft.com/office/drawing/2014/main" id="{E803D253-6272-4976-B756-C8D83CC7B8DF}"/>
              </a:ext>
            </a:extLst>
          </p:cNvPr>
          <p:cNvSpPr>
            <a:spLocks xmlns:a="http://schemas.openxmlformats.org/drawingml/2006/main" noGrp="1"/>
          </p:cNvSpPr>
          <p:nvPr/>
        </p:nvSpPr>
        <p:spPr>
          <a:xfrm xmlns:a="http://schemas.openxmlformats.org/drawingml/2006/main">
            <a:off x="5162550"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D6994B29-5B61-477D-9B9C-C7CF97404E26}"/>
              </a:ext>
            </a:extLst>
          </p:cNvPr>
          <p:cNvSpPr>
            <a:spLocks xmlns:a="http://schemas.openxmlformats.org/drawingml/2006/main" noGrp="1"/>
          </p:cNvSpPr>
          <p:nvPr/>
        </p:nvSpPr>
        <p:spPr>
          <a:xfrm xmlns:a="http://schemas.openxmlformats.org/drawingml/2006/main">
            <a:off x="6105525" y="3143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39" name="">
            <a:extLst xmlns:a="http://schemas.openxmlformats.org/drawingml/2006/main">
              <a:ext uri="{FF2B5EF4-FFF2-40B4-BE49-F238E27FC236}">
                <a16:creationId xmlns:a16="http://schemas.microsoft.com/office/drawing/2014/main" id="{E446C3AD-20DC-4C31-843B-B2AD1DA9C544}"/>
              </a:ext>
            </a:extLst>
          </p:cNvPr>
          <p:cNvSpPr>
            <a:spLocks xmlns:a="http://schemas.openxmlformats.org/drawingml/2006/main" noGrp="1"/>
          </p:cNvSpPr>
          <p:nvPr/>
        </p:nvSpPr>
        <p:spPr>
          <a:xfrm xmlns:a="http://schemas.openxmlformats.org/drawingml/2006/main">
            <a:off x="6143625" y="3448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5138548D-446B-496A-9DF5-D4E591DB041F}"/>
              </a:ext>
            </a:extLst>
          </p:cNvPr>
          <p:cNvSpPr>
            <a:spLocks xmlns:a="http://schemas.openxmlformats.org/drawingml/2006/main" noGrp="1"/>
          </p:cNvSpPr>
          <p:nvPr/>
        </p:nvSpPr>
        <p:spPr>
          <a:xfrm xmlns:a="http://schemas.openxmlformats.org/drawingml/2006/main">
            <a:off x="514350" y="38862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87A39916-D3BA-49C5-B191-4CF33D2CB486}"/>
              </a:ext>
            </a:extLst>
          </p:cNvPr>
          <p:cNvSpPr>
            <a:spLocks xmlns:a="http://schemas.openxmlformats.org/drawingml/2006/main" noGrp="1"/>
          </p:cNvSpPr>
          <p:nvPr/>
        </p:nvSpPr>
        <p:spPr>
          <a:xfrm xmlns:a="http://schemas.openxmlformats.org/drawingml/2006/main">
            <a:off x="628650" y="40195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3</a:t>
            </a:r>
          </a:p>
        </p:txBody>
      </p:sp>
      <p:sp>
        <p:nvSpPr>
          <p:cNvPr id="42" name="">
            <a:extLst xmlns:a="http://schemas.openxmlformats.org/drawingml/2006/main">
              <a:ext uri="{FF2B5EF4-FFF2-40B4-BE49-F238E27FC236}">
                <a16:creationId xmlns:a16="http://schemas.microsoft.com/office/drawing/2014/main" id="{81453280-29F6-43FD-8662-37E36F12ED57}"/>
              </a:ext>
            </a:extLst>
          </p:cNvPr>
          <p:cNvSpPr>
            <a:spLocks xmlns:a="http://schemas.openxmlformats.org/drawingml/2006/main" noGrp="1"/>
          </p:cNvSpPr>
          <p:nvPr/>
        </p:nvSpPr>
        <p:spPr>
          <a:xfrm xmlns:a="http://schemas.openxmlformats.org/drawingml/2006/main">
            <a:off x="120015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43" name="">
            <a:extLst xmlns:a="http://schemas.openxmlformats.org/drawingml/2006/main">
              <a:ext uri="{FF2B5EF4-FFF2-40B4-BE49-F238E27FC236}">
                <a16:creationId xmlns:a16="http://schemas.microsoft.com/office/drawing/2014/main" id="{8CC5D61D-DAD9-4C30-AF95-A284D1835831}"/>
              </a:ext>
            </a:extLst>
          </p:cNvPr>
          <p:cNvSpPr>
            <a:spLocks xmlns:a="http://schemas.openxmlformats.org/drawingml/2006/main" noGrp="1"/>
          </p:cNvSpPr>
          <p:nvPr/>
        </p:nvSpPr>
        <p:spPr>
          <a:xfrm xmlns:a="http://schemas.openxmlformats.org/drawingml/2006/main">
            <a:off x="123825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975CEBE4-6364-400D-97BC-09DE23266028}"/>
              </a:ext>
            </a:extLst>
          </p:cNvPr>
          <p:cNvSpPr>
            <a:spLocks xmlns:a="http://schemas.openxmlformats.org/drawingml/2006/main" noGrp="1"/>
          </p:cNvSpPr>
          <p:nvPr/>
        </p:nvSpPr>
        <p:spPr>
          <a:xfrm xmlns:a="http://schemas.openxmlformats.org/drawingml/2006/main">
            <a:off x="218122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45" name="">
            <a:extLst xmlns:a="http://schemas.openxmlformats.org/drawingml/2006/main">
              <a:ext uri="{FF2B5EF4-FFF2-40B4-BE49-F238E27FC236}">
                <a16:creationId xmlns:a16="http://schemas.microsoft.com/office/drawing/2014/main" id="{93FDFF5D-6DCC-427C-A7E4-3E8230EC8316}"/>
              </a:ext>
            </a:extLst>
          </p:cNvPr>
          <p:cNvSpPr>
            <a:spLocks xmlns:a="http://schemas.openxmlformats.org/drawingml/2006/main" noGrp="1"/>
          </p:cNvSpPr>
          <p:nvPr/>
        </p:nvSpPr>
        <p:spPr>
          <a:xfrm xmlns:a="http://schemas.openxmlformats.org/drawingml/2006/main">
            <a:off x="221932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6" name="">
            <a:extLst xmlns:a="http://schemas.openxmlformats.org/drawingml/2006/main">
              <a:ext uri="{FF2B5EF4-FFF2-40B4-BE49-F238E27FC236}">
                <a16:creationId xmlns:a16="http://schemas.microsoft.com/office/drawing/2014/main" id="{6E4EA259-AAA0-49AD-A04D-678043AFEF38}"/>
              </a:ext>
            </a:extLst>
          </p:cNvPr>
          <p:cNvSpPr>
            <a:spLocks xmlns:a="http://schemas.openxmlformats.org/drawingml/2006/main" noGrp="1"/>
          </p:cNvSpPr>
          <p:nvPr/>
        </p:nvSpPr>
        <p:spPr>
          <a:xfrm xmlns:a="http://schemas.openxmlformats.org/drawingml/2006/main">
            <a:off x="316230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47" name="">
            <a:extLst xmlns:a="http://schemas.openxmlformats.org/drawingml/2006/main">
              <a:ext uri="{FF2B5EF4-FFF2-40B4-BE49-F238E27FC236}">
                <a16:creationId xmlns:a16="http://schemas.microsoft.com/office/drawing/2014/main" id="{1490F5ED-D0DB-4A83-B56B-28FE19D6192E}"/>
              </a:ext>
            </a:extLst>
          </p:cNvPr>
          <p:cNvSpPr>
            <a:spLocks xmlns:a="http://schemas.openxmlformats.org/drawingml/2006/main" noGrp="1"/>
          </p:cNvSpPr>
          <p:nvPr/>
        </p:nvSpPr>
        <p:spPr>
          <a:xfrm xmlns:a="http://schemas.openxmlformats.org/drawingml/2006/main">
            <a:off x="320040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48F40D28-916F-4D32-B61C-869F40B58933}"/>
              </a:ext>
            </a:extLst>
          </p:cNvPr>
          <p:cNvSpPr>
            <a:spLocks xmlns:a="http://schemas.openxmlformats.org/drawingml/2006/main" noGrp="1"/>
          </p:cNvSpPr>
          <p:nvPr/>
        </p:nvSpPr>
        <p:spPr>
          <a:xfrm xmlns:a="http://schemas.openxmlformats.org/drawingml/2006/main">
            <a:off x="414337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49" name="">
            <a:extLst xmlns:a="http://schemas.openxmlformats.org/drawingml/2006/main">
              <a:ext uri="{FF2B5EF4-FFF2-40B4-BE49-F238E27FC236}">
                <a16:creationId xmlns:a16="http://schemas.microsoft.com/office/drawing/2014/main" id="{C404A903-F6CB-441F-A672-F4DCD7EB0C4B}"/>
              </a:ext>
            </a:extLst>
          </p:cNvPr>
          <p:cNvSpPr>
            <a:spLocks xmlns:a="http://schemas.openxmlformats.org/drawingml/2006/main" noGrp="1"/>
          </p:cNvSpPr>
          <p:nvPr/>
        </p:nvSpPr>
        <p:spPr>
          <a:xfrm xmlns:a="http://schemas.openxmlformats.org/drawingml/2006/main">
            <a:off x="418147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0" name="">
            <a:extLst xmlns:a="http://schemas.openxmlformats.org/drawingml/2006/main">
              <a:ext uri="{FF2B5EF4-FFF2-40B4-BE49-F238E27FC236}">
                <a16:creationId xmlns:a16="http://schemas.microsoft.com/office/drawing/2014/main" id="{7928253A-11BB-400F-9F68-F9BBE0E501F0}"/>
              </a:ext>
            </a:extLst>
          </p:cNvPr>
          <p:cNvSpPr>
            <a:spLocks xmlns:a="http://schemas.openxmlformats.org/drawingml/2006/main" noGrp="1"/>
          </p:cNvSpPr>
          <p:nvPr/>
        </p:nvSpPr>
        <p:spPr>
          <a:xfrm xmlns:a="http://schemas.openxmlformats.org/drawingml/2006/main">
            <a:off x="5124450"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51" name="">
            <a:extLst xmlns:a="http://schemas.openxmlformats.org/drawingml/2006/main">
              <a:ext uri="{FF2B5EF4-FFF2-40B4-BE49-F238E27FC236}">
                <a16:creationId xmlns:a16="http://schemas.microsoft.com/office/drawing/2014/main" id="{22DA22C4-3210-43CA-B1B4-6CE878053D41}"/>
              </a:ext>
            </a:extLst>
          </p:cNvPr>
          <p:cNvSpPr>
            <a:spLocks xmlns:a="http://schemas.openxmlformats.org/drawingml/2006/main" noGrp="1"/>
          </p:cNvSpPr>
          <p:nvPr/>
        </p:nvSpPr>
        <p:spPr>
          <a:xfrm xmlns:a="http://schemas.openxmlformats.org/drawingml/2006/main">
            <a:off x="5162550"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B37F8495-3BE8-4731-890A-A422FEDD90FF}"/>
              </a:ext>
            </a:extLst>
          </p:cNvPr>
          <p:cNvSpPr>
            <a:spLocks xmlns:a="http://schemas.openxmlformats.org/drawingml/2006/main" noGrp="1"/>
          </p:cNvSpPr>
          <p:nvPr/>
        </p:nvSpPr>
        <p:spPr>
          <a:xfrm xmlns:a="http://schemas.openxmlformats.org/drawingml/2006/main">
            <a:off x="6105525" y="39814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53" name="">
            <a:extLst xmlns:a="http://schemas.openxmlformats.org/drawingml/2006/main">
              <a:ext uri="{FF2B5EF4-FFF2-40B4-BE49-F238E27FC236}">
                <a16:creationId xmlns:a16="http://schemas.microsoft.com/office/drawing/2014/main" id="{4808D01F-DAEE-4DF9-A0EF-92BAB9B4FFAF}"/>
              </a:ext>
            </a:extLst>
          </p:cNvPr>
          <p:cNvSpPr>
            <a:spLocks xmlns:a="http://schemas.openxmlformats.org/drawingml/2006/main" noGrp="1"/>
          </p:cNvSpPr>
          <p:nvPr/>
        </p:nvSpPr>
        <p:spPr>
          <a:xfrm xmlns:a="http://schemas.openxmlformats.org/drawingml/2006/main">
            <a:off x="6143625" y="42862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AB13B38F-8623-4B07-BE71-5BA868D35E10}"/>
              </a:ext>
            </a:extLst>
          </p:cNvPr>
          <p:cNvSpPr>
            <a:spLocks xmlns:a="http://schemas.openxmlformats.org/drawingml/2006/main" noGrp="1"/>
          </p:cNvSpPr>
          <p:nvPr/>
        </p:nvSpPr>
        <p:spPr>
          <a:xfrm xmlns:a="http://schemas.openxmlformats.org/drawingml/2006/main">
            <a:off x="514350" y="47244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B7361E63-FA32-48A8-99D4-0EC79EED4275}"/>
              </a:ext>
            </a:extLst>
          </p:cNvPr>
          <p:cNvSpPr>
            <a:spLocks xmlns:a="http://schemas.openxmlformats.org/drawingml/2006/main" noGrp="1"/>
          </p:cNvSpPr>
          <p:nvPr/>
        </p:nvSpPr>
        <p:spPr>
          <a:xfrm xmlns:a="http://schemas.openxmlformats.org/drawingml/2006/main">
            <a:off x="628650" y="4857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4</a:t>
            </a:r>
          </a:p>
        </p:txBody>
      </p:sp>
      <p:sp>
        <p:nvSpPr>
          <p:cNvPr id="56" name="">
            <a:extLst xmlns:a="http://schemas.openxmlformats.org/drawingml/2006/main">
              <a:ext uri="{FF2B5EF4-FFF2-40B4-BE49-F238E27FC236}">
                <a16:creationId xmlns:a16="http://schemas.microsoft.com/office/drawing/2014/main" id="{CBF68397-8BBA-468B-8927-5BA93667932B}"/>
              </a:ext>
            </a:extLst>
          </p:cNvPr>
          <p:cNvSpPr>
            <a:spLocks xmlns:a="http://schemas.openxmlformats.org/drawingml/2006/main" noGrp="1"/>
          </p:cNvSpPr>
          <p:nvPr/>
        </p:nvSpPr>
        <p:spPr>
          <a:xfrm xmlns:a="http://schemas.openxmlformats.org/drawingml/2006/main">
            <a:off x="120015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57" name="">
            <a:extLst xmlns:a="http://schemas.openxmlformats.org/drawingml/2006/main">
              <a:ext uri="{FF2B5EF4-FFF2-40B4-BE49-F238E27FC236}">
                <a16:creationId xmlns:a16="http://schemas.microsoft.com/office/drawing/2014/main" id="{DE3D4D7C-316F-4BAF-A0EA-9D70272ED0B5}"/>
              </a:ext>
            </a:extLst>
          </p:cNvPr>
          <p:cNvSpPr>
            <a:spLocks xmlns:a="http://schemas.openxmlformats.org/drawingml/2006/main" noGrp="1"/>
          </p:cNvSpPr>
          <p:nvPr/>
        </p:nvSpPr>
        <p:spPr>
          <a:xfrm xmlns:a="http://schemas.openxmlformats.org/drawingml/2006/main">
            <a:off x="123825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9EB35610-C5F2-4D2E-B7DF-DEE6C8C657CA}"/>
              </a:ext>
            </a:extLst>
          </p:cNvPr>
          <p:cNvSpPr>
            <a:spLocks xmlns:a="http://schemas.openxmlformats.org/drawingml/2006/main" noGrp="1"/>
          </p:cNvSpPr>
          <p:nvPr/>
        </p:nvSpPr>
        <p:spPr>
          <a:xfrm xmlns:a="http://schemas.openxmlformats.org/drawingml/2006/main">
            <a:off x="218122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59" name="">
            <a:extLst xmlns:a="http://schemas.openxmlformats.org/drawingml/2006/main">
              <a:ext uri="{FF2B5EF4-FFF2-40B4-BE49-F238E27FC236}">
                <a16:creationId xmlns:a16="http://schemas.microsoft.com/office/drawing/2014/main" id="{B9DEEC49-9926-44D7-BAAE-6F3121ED60EC}"/>
              </a:ext>
            </a:extLst>
          </p:cNvPr>
          <p:cNvSpPr>
            <a:spLocks xmlns:a="http://schemas.openxmlformats.org/drawingml/2006/main" noGrp="1"/>
          </p:cNvSpPr>
          <p:nvPr/>
        </p:nvSpPr>
        <p:spPr>
          <a:xfrm xmlns:a="http://schemas.openxmlformats.org/drawingml/2006/main">
            <a:off x="221932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0" name="">
            <a:extLst xmlns:a="http://schemas.openxmlformats.org/drawingml/2006/main">
              <a:ext uri="{FF2B5EF4-FFF2-40B4-BE49-F238E27FC236}">
                <a16:creationId xmlns:a16="http://schemas.microsoft.com/office/drawing/2014/main" id="{B6967834-4C62-40B3-8688-F27DC3082E03}"/>
              </a:ext>
            </a:extLst>
          </p:cNvPr>
          <p:cNvSpPr>
            <a:spLocks xmlns:a="http://schemas.openxmlformats.org/drawingml/2006/main" noGrp="1"/>
          </p:cNvSpPr>
          <p:nvPr/>
        </p:nvSpPr>
        <p:spPr>
          <a:xfrm xmlns:a="http://schemas.openxmlformats.org/drawingml/2006/main">
            <a:off x="316230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61" name="">
            <a:extLst xmlns:a="http://schemas.openxmlformats.org/drawingml/2006/main">
              <a:ext uri="{FF2B5EF4-FFF2-40B4-BE49-F238E27FC236}">
                <a16:creationId xmlns:a16="http://schemas.microsoft.com/office/drawing/2014/main" id="{88C6CE65-160A-4658-ADCA-BD4EDD9621E6}"/>
              </a:ext>
            </a:extLst>
          </p:cNvPr>
          <p:cNvSpPr>
            <a:spLocks xmlns:a="http://schemas.openxmlformats.org/drawingml/2006/main" noGrp="1"/>
          </p:cNvSpPr>
          <p:nvPr/>
        </p:nvSpPr>
        <p:spPr>
          <a:xfrm xmlns:a="http://schemas.openxmlformats.org/drawingml/2006/main">
            <a:off x="320040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2" name="">
            <a:extLst xmlns:a="http://schemas.openxmlformats.org/drawingml/2006/main">
              <a:ext uri="{FF2B5EF4-FFF2-40B4-BE49-F238E27FC236}">
                <a16:creationId xmlns:a16="http://schemas.microsoft.com/office/drawing/2014/main" id="{634F07D2-2063-4CEA-B730-EBC50FF5D0FE}"/>
              </a:ext>
            </a:extLst>
          </p:cNvPr>
          <p:cNvSpPr>
            <a:spLocks xmlns:a="http://schemas.openxmlformats.org/drawingml/2006/main" noGrp="1"/>
          </p:cNvSpPr>
          <p:nvPr/>
        </p:nvSpPr>
        <p:spPr>
          <a:xfrm xmlns:a="http://schemas.openxmlformats.org/drawingml/2006/main">
            <a:off x="414337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63" name="">
            <a:extLst xmlns:a="http://schemas.openxmlformats.org/drawingml/2006/main">
              <a:ext uri="{FF2B5EF4-FFF2-40B4-BE49-F238E27FC236}">
                <a16:creationId xmlns:a16="http://schemas.microsoft.com/office/drawing/2014/main" id="{3E768832-F599-4B14-852D-CF84062D4E28}"/>
              </a:ext>
            </a:extLst>
          </p:cNvPr>
          <p:cNvSpPr>
            <a:spLocks xmlns:a="http://schemas.openxmlformats.org/drawingml/2006/main" noGrp="1"/>
          </p:cNvSpPr>
          <p:nvPr/>
        </p:nvSpPr>
        <p:spPr>
          <a:xfrm xmlns:a="http://schemas.openxmlformats.org/drawingml/2006/main">
            <a:off x="418147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25A08CDA-B6DB-4398-881D-6CC368CDA017}"/>
              </a:ext>
            </a:extLst>
          </p:cNvPr>
          <p:cNvSpPr>
            <a:spLocks xmlns:a="http://schemas.openxmlformats.org/drawingml/2006/main" noGrp="1"/>
          </p:cNvSpPr>
          <p:nvPr/>
        </p:nvSpPr>
        <p:spPr>
          <a:xfrm xmlns:a="http://schemas.openxmlformats.org/drawingml/2006/main">
            <a:off x="5124450"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65" name="">
            <a:extLst xmlns:a="http://schemas.openxmlformats.org/drawingml/2006/main">
              <a:ext uri="{FF2B5EF4-FFF2-40B4-BE49-F238E27FC236}">
                <a16:creationId xmlns:a16="http://schemas.microsoft.com/office/drawing/2014/main" id="{D35FF1C5-5B9C-4A70-BC0C-ED9F92DC9B65}"/>
              </a:ext>
            </a:extLst>
          </p:cNvPr>
          <p:cNvSpPr>
            <a:spLocks xmlns:a="http://schemas.openxmlformats.org/drawingml/2006/main" noGrp="1"/>
          </p:cNvSpPr>
          <p:nvPr/>
        </p:nvSpPr>
        <p:spPr>
          <a:xfrm xmlns:a="http://schemas.openxmlformats.org/drawingml/2006/main">
            <a:off x="5162550"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D5577B14-0474-4609-B830-199CDF6BAD0C}"/>
              </a:ext>
            </a:extLst>
          </p:cNvPr>
          <p:cNvSpPr>
            <a:spLocks xmlns:a="http://schemas.openxmlformats.org/drawingml/2006/main" noGrp="1"/>
          </p:cNvSpPr>
          <p:nvPr/>
        </p:nvSpPr>
        <p:spPr>
          <a:xfrm xmlns:a="http://schemas.openxmlformats.org/drawingml/2006/main">
            <a:off x="6105525" y="4819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67" name="">
            <a:extLst xmlns:a="http://schemas.openxmlformats.org/drawingml/2006/main">
              <a:ext uri="{FF2B5EF4-FFF2-40B4-BE49-F238E27FC236}">
                <a16:creationId xmlns:a16="http://schemas.microsoft.com/office/drawing/2014/main" id="{FC3F59B4-A72C-441E-B6D7-95D1A81085BF}"/>
              </a:ext>
            </a:extLst>
          </p:cNvPr>
          <p:cNvSpPr>
            <a:spLocks xmlns:a="http://schemas.openxmlformats.org/drawingml/2006/main" noGrp="1"/>
          </p:cNvSpPr>
          <p:nvPr/>
        </p:nvSpPr>
        <p:spPr>
          <a:xfrm xmlns:a="http://schemas.openxmlformats.org/drawingml/2006/main">
            <a:off x="6143625" y="5124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3102176A-DEA3-4E67-A5EE-1F8508A57AF5}"/>
              </a:ext>
            </a:extLst>
          </p:cNvPr>
          <p:cNvSpPr>
            <a:spLocks xmlns:a="http://schemas.openxmlformats.org/drawingml/2006/main" noGrp="1"/>
          </p:cNvSpPr>
          <p:nvPr/>
        </p:nvSpPr>
        <p:spPr>
          <a:xfrm xmlns:a="http://schemas.openxmlformats.org/drawingml/2006/main">
            <a:off x="514350" y="55626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69" name="">
            <a:extLst xmlns:a="http://schemas.openxmlformats.org/drawingml/2006/main">
              <a:ext uri="{FF2B5EF4-FFF2-40B4-BE49-F238E27FC236}">
                <a16:creationId xmlns:a16="http://schemas.microsoft.com/office/drawing/2014/main" id="{7DBAFC5C-2F8F-4F86-ADF8-EA43F29CA3AD}"/>
              </a:ext>
            </a:extLst>
          </p:cNvPr>
          <p:cNvSpPr>
            <a:spLocks xmlns:a="http://schemas.openxmlformats.org/drawingml/2006/main" noGrp="1"/>
          </p:cNvSpPr>
          <p:nvPr/>
        </p:nvSpPr>
        <p:spPr>
          <a:xfrm xmlns:a="http://schemas.openxmlformats.org/drawingml/2006/main">
            <a:off x="628650" y="56959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5</a:t>
            </a:r>
          </a:p>
        </p:txBody>
      </p:sp>
      <p:sp>
        <p:nvSpPr>
          <p:cNvPr id="70" name="">
            <a:extLst xmlns:a="http://schemas.openxmlformats.org/drawingml/2006/main">
              <a:ext uri="{FF2B5EF4-FFF2-40B4-BE49-F238E27FC236}">
                <a16:creationId xmlns:a16="http://schemas.microsoft.com/office/drawing/2014/main" id="{1638D83F-AD7C-449C-B171-53067463C527}"/>
              </a:ext>
            </a:extLst>
          </p:cNvPr>
          <p:cNvSpPr>
            <a:spLocks xmlns:a="http://schemas.openxmlformats.org/drawingml/2006/main" noGrp="1"/>
          </p:cNvSpPr>
          <p:nvPr/>
        </p:nvSpPr>
        <p:spPr>
          <a:xfrm xmlns:a="http://schemas.openxmlformats.org/drawingml/2006/main">
            <a:off x="120015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71" name="">
            <a:extLst xmlns:a="http://schemas.openxmlformats.org/drawingml/2006/main">
              <a:ext uri="{FF2B5EF4-FFF2-40B4-BE49-F238E27FC236}">
                <a16:creationId xmlns:a16="http://schemas.microsoft.com/office/drawing/2014/main" id="{A0EE7713-373B-415D-9474-6E690594DD81}"/>
              </a:ext>
            </a:extLst>
          </p:cNvPr>
          <p:cNvSpPr>
            <a:spLocks xmlns:a="http://schemas.openxmlformats.org/drawingml/2006/main" noGrp="1"/>
          </p:cNvSpPr>
          <p:nvPr/>
        </p:nvSpPr>
        <p:spPr>
          <a:xfrm xmlns:a="http://schemas.openxmlformats.org/drawingml/2006/main">
            <a:off x="123825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7888925F-02A6-439E-9D4E-2421E643ED34}"/>
              </a:ext>
            </a:extLst>
          </p:cNvPr>
          <p:cNvSpPr>
            <a:spLocks xmlns:a="http://schemas.openxmlformats.org/drawingml/2006/main" noGrp="1"/>
          </p:cNvSpPr>
          <p:nvPr/>
        </p:nvSpPr>
        <p:spPr>
          <a:xfrm xmlns:a="http://schemas.openxmlformats.org/drawingml/2006/main">
            <a:off x="218122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73" name="">
            <a:extLst xmlns:a="http://schemas.openxmlformats.org/drawingml/2006/main">
              <a:ext uri="{FF2B5EF4-FFF2-40B4-BE49-F238E27FC236}">
                <a16:creationId xmlns:a16="http://schemas.microsoft.com/office/drawing/2014/main" id="{1A4CB2EC-D872-4A86-AD81-D3D0DF02F6AA}"/>
              </a:ext>
            </a:extLst>
          </p:cNvPr>
          <p:cNvSpPr>
            <a:spLocks xmlns:a="http://schemas.openxmlformats.org/drawingml/2006/main" noGrp="1"/>
          </p:cNvSpPr>
          <p:nvPr/>
        </p:nvSpPr>
        <p:spPr>
          <a:xfrm xmlns:a="http://schemas.openxmlformats.org/drawingml/2006/main">
            <a:off x="221932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4" name="">
            <a:extLst xmlns:a="http://schemas.openxmlformats.org/drawingml/2006/main">
              <a:ext uri="{FF2B5EF4-FFF2-40B4-BE49-F238E27FC236}">
                <a16:creationId xmlns:a16="http://schemas.microsoft.com/office/drawing/2014/main" id="{848229B7-F979-4667-A68B-713AC13A97A5}"/>
              </a:ext>
            </a:extLst>
          </p:cNvPr>
          <p:cNvSpPr>
            <a:spLocks xmlns:a="http://schemas.openxmlformats.org/drawingml/2006/main" noGrp="1"/>
          </p:cNvSpPr>
          <p:nvPr/>
        </p:nvSpPr>
        <p:spPr>
          <a:xfrm xmlns:a="http://schemas.openxmlformats.org/drawingml/2006/main">
            <a:off x="316230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75" name="">
            <a:extLst xmlns:a="http://schemas.openxmlformats.org/drawingml/2006/main">
              <a:ext uri="{FF2B5EF4-FFF2-40B4-BE49-F238E27FC236}">
                <a16:creationId xmlns:a16="http://schemas.microsoft.com/office/drawing/2014/main" id="{B4433E1B-760C-4D22-94BF-2FED81B9311B}"/>
              </a:ext>
            </a:extLst>
          </p:cNvPr>
          <p:cNvSpPr>
            <a:spLocks xmlns:a="http://schemas.openxmlformats.org/drawingml/2006/main" noGrp="1"/>
          </p:cNvSpPr>
          <p:nvPr/>
        </p:nvSpPr>
        <p:spPr>
          <a:xfrm xmlns:a="http://schemas.openxmlformats.org/drawingml/2006/main">
            <a:off x="320040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6" name="">
            <a:extLst xmlns:a="http://schemas.openxmlformats.org/drawingml/2006/main">
              <a:ext uri="{FF2B5EF4-FFF2-40B4-BE49-F238E27FC236}">
                <a16:creationId xmlns:a16="http://schemas.microsoft.com/office/drawing/2014/main" id="{436E16B9-A390-4CA1-A507-0D4208FB492E}"/>
              </a:ext>
            </a:extLst>
          </p:cNvPr>
          <p:cNvSpPr>
            <a:spLocks xmlns:a="http://schemas.openxmlformats.org/drawingml/2006/main" noGrp="1"/>
          </p:cNvSpPr>
          <p:nvPr/>
        </p:nvSpPr>
        <p:spPr>
          <a:xfrm xmlns:a="http://schemas.openxmlformats.org/drawingml/2006/main">
            <a:off x="414337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77" name="">
            <a:extLst xmlns:a="http://schemas.openxmlformats.org/drawingml/2006/main">
              <a:ext uri="{FF2B5EF4-FFF2-40B4-BE49-F238E27FC236}">
                <a16:creationId xmlns:a16="http://schemas.microsoft.com/office/drawing/2014/main" id="{30FDBCFA-BE37-4969-880D-8667C0840776}"/>
              </a:ext>
            </a:extLst>
          </p:cNvPr>
          <p:cNvSpPr>
            <a:spLocks xmlns:a="http://schemas.openxmlformats.org/drawingml/2006/main" noGrp="1"/>
          </p:cNvSpPr>
          <p:nvPr/>
        </p:nvSpPr>
        <p:spPr>
          <a:xfrm xmlns:a="http://schemas.openxmlformats.org/drawingml/2006/main">
            <a:off x="418147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8" name="">
            <a:extLst xmlns:a="http://schemas.openxmlformats.org/drawingml/2006/main">
              <a:ext uri="{FF2B5EF4-FFF2-40B4-BE49-F238E27FC236}">
                <a16:creationId xmlns:a16="http://schemas.microsoft.com/office/drawing/2014/main" id="{F1BF7771-490D-4F75-A135-4C0A7F9538D1}"/>
              </a:ext>
            </a:extLst>
          </p:cNvPr>
          <p:cNvSpPr>
            <a:spLocks xmlns:a="http://schemas.openxmlformats.org/drawingml/2006/main" noGrp="1"/>
          </p:cNvSpPr>
          <p:nvPr/>
        </p:nvSpPr>
        <p:spPr>
          <a:xfrm xmlns:a="http://schemas.openxmlformats.org/drawingml/2006/main">
            <a:off x="5124450"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79" name="">
            <a:extLst xmlns:a="http://schemas.openxmlformats.org/drawingml/2006/main">
              <a:ext uri="{FF2B5EF4-FFF2-40B4-BE49-F238E27FC236}">
                <a16:creationId xmlns:a16="http://schemas.microsoft.com/office/drawing/2014/main" id="{256610B5-4659-40AB-9C2A-1FD5C9C2D567}"/>
              </a:ext>
            </a:extLst>
          </p:cNvPr>
          <p:cNvSpPr>
            <a:spLocks xmlns:a="http://schemas.openxmlformats.org/drawingml/2006/main" noGrp="1"/>
          </p:cNvSpPr>
          <p:nvPr/>
        </p:nvSpPr>
        <p:spPr>
          <a:xfrm xmlns:a="http://schemas.openxmlformats.org/drawingml/2006/main">
            <a:off x="5162550"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0" name="">
            <a:extLst xmlns:a="http://schemas.openxmlformats.org/drawingml/2006/main">
              <a:ext uri="{FF2B5EF4-FFF2-40B4-BE49-F238E27FC236}">
                <a16:creationId xmlns:a16="http://schemas.microsoft.com/office/drawing/2014/main" id="{DEDA6554-23FB-47E0-B588-FB86C9062C9A}"/>
              </a:ext>
            </a:extLst>
          </p:cNvPr>
          <p:cNvSpPr>
            <a:spLocks xmlns:a="http://schemas.openxmlformats.org/drawingml/2006/main" noGrp="1"/>
          </p:cNvSpPr>
          <p:nvPr/>
        </p:nvSpPr>
        <p:spPr>
          <a:xfrm xmlns:a="http://schemas.openxmlformats.org/drawingml/2006/main">
            <a:off x="6105525" y="5657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81" name="">
            <a:extLst xmlns:a="http://schemas.openxmlformats.org/drawingml/2006/main">
              <a:ext uri="{FF2B5EF4-FFF2-40B4-BE49-F238E27FC236}">
                <a16:creationId xmlns:a16="http://schemas.microsoft.com/office/drawing/2014/main" id="{39F06479-59F6-46ED-83ED-B1E5658C14BF}"/>
              </a:ext>
            </a:extLst>
          </p:cNvPr>
          <p:cNvSpPr>
            <a:spLocks xmlns:a="http://schemas.openxmlformats.org/drawingml/2006/main" noGrp="1"/>
          </p:cNvSpPr>
          <p:nvPr/>
        </p:nvSpPr>
        <p:spPr>
          <a:xfrm xmlns:a="http://schemas.openxmlformats.org/drawingml/2006/main">
            <a:off x="6143625" y="5962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9374F210-56CD-48AA-9AE6-E5F61C95F11C}"/>
              </a:ext>
            </a:extLst>
          </p:cNvPr>
          <p:cNvSpPr>
            <a:spLocks xmlns:a="http://schemas.openxmlformats.org/drawingml/2006/main" noGrp="1"/>
          </p:cNvSpPr>
          <p:nvPr/>
        </p:nvSpPr>
        <p:spPr>
          <a:xfrm xmlns:a="http://schemas.openxmlformats.org/drawingml/2006/main">
            <a:off x="514350" y="64008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83" name="">
            <a:extLst xmlns:a="http://schemas.openxmlformats.org/drawingml/2006/main">
              <a:ext uri="{FF2B5EF4-FFF2-40B4-BE49-F238E27FC236}">
                <a16:creationId xmlns:a16="http://schemas.microsoft.com/office/drawing/2014/main" id="{69E7C7B1-0A11-4DD3-A68B-1D856FD4EC16}"/>
              </a:ext>
            </a:extLst>
          </p:cNvPr>
          <p:cNvSpPr>
            <a:spLocks xmlns:a="http://schemas.openxmlformats.org/drawingml/2006/main" noGrp="1"/>
          </p:cNvSpPr>
          <p:nvPr/>
        </p:nvSpPr>
        <p:spPr>
          <a:xfrm xmlns:a="http://schemas.openxmlformats.org/drawingml/2006/main">
            <a:off x="628650" y="65341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6</a:t>
            </a:r>
          </a:p>
        </p:txBody>
      </p:sp>
      <p:sp>
        <p:nvSpPr>
          <p:cNvPr id="84" name="">
            <a:extLst xmlns:a="http://schemas.openxmlformats.org/drawingml/2006/main">
              <a:ext uri="{FF2B5EF4-FFF2-40B4-BE49-F238E27FC236}">
                <a16:creationId xmlns:a16="http://schemas.microsoft.com/office/drawing/2014/main" id="{3D93CC23-C1FF-4FF1-8D25-DF4002D8BC91}"/>
              </a:ext>
            </a:extLst>
          </p:cNvPr>
          <p:cNvSpPr>
            <a:spLocks xmlns:a="http://schemas.openxmlformats.org/drawingml/2006/main" noGrp="1"/>
          </p:cNvSpPr>
          <p:nvPr/>
        </p:nvSpPr>
        <p:spPr>
          <a:xfrm xmlns:a="http://schemas.openxmlformats.org/drawingml/2006/main">
            <a:off x="120015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85" name="">
            <a:extLst xmlns:a="http://schemas.openxmlformats.org/drawingml/2006/main">
              <a:ext uri="{FF2B5EF4-FFF2-40B4-BE49-F238E27FC236}">
                <a16:creationId xmlns:a16="http://schemas.microsoft.com/office/drawing/2014/main" id="{14F77B51-26EA-4329-A3A8-EA358D3CF77B}"/>
              </a:ext>
            </a:extLst>
          </p:cNvPr>
          <p:cNvSpPr>
            <a:spLocks xmlns:a="http://schemas.openxmlformats.org/drawingml/2006/main" noGrp="1"/>
          </p:cNvSpPr>
          <p:nvPr/>
        </p:nvSpPr>
        <p:spPr>
          <a:xfrm xmlns:a="http://schemas.openxmlformats.org/drawingml/2006/main">
            <a:off x="123825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D95A7C24-162A-432C-ACF8-332ABEE68602}"/>
              </a:ext>
            </a:extLst>
          </p:cNvPr>
          <p:cNvSpPr>
            <a:spLocks xmlns:a="http://schemas.openxmlformats.org/drawingml/2006/main" noGrp="1"/>
          </p:cNvSpPr>
          <p:nvPr/>
        </p:nvSpPr>
        <p:spPr>
          <a:xfrm xmlns:a="http://schemas.openxmlformats.org/drawingml/2006/main">
            <a:off x="218122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87" name="">
            <a:extLst xmlns:a="http://schemas.openxmlformats.org/drawingml/2006/main">
              <a:ext uri="{FF2B5EF4-FFF2-40B4-BE49-F238E27FC236}">
                <a16:creationId xmlns:a16="http://schemas.microsoft.com/office/drawing/2014/main" id="{D92F56C5-BEA8-467D-AE8C-C1D5D00A480E}"/>
              </a:ext>
            </a:extLst>
          </p:cNvPr>
          <p:cNvSpPr>
            <a:spLocks xmlns:a="http://schemas.openxmlformats.org/drawingml/2006/main" noGrp="1"/>
          </p:cNvSpPr>
          <p:nvPr/>
        </p:nvSpPr>
        <p:spPr>
          <a:xfrm xmlns:a="http://schemas.openxmlformats.org/drawingml/2006/main">
            <a:off x="221932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E78E5AE4-18A3-45D7-9285-1713BFBF3D7A}"/>
              </a:ext>
            </a:extLst>
          </p:cNvPr>
          <p:cNvSpPr>
            <a:spLocks xmlns:a="http://schemas.openxmlformats.org/drawingml/2006/main" noGrp="1"/>
          </p:cNvSpPr>
          <p:nvPr/>
        </p:nvSpPr>
        <p:spPr>
          <a:xfrm xmlns:a="http://schemas.openxmlformats.org/drawingml/2006/main">
            <a:off x="316230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89" name="">
            <a:extLst xmlns:a="http://schemas.openxmlformats.org/drawingml/2006/main">
              <a:ext uri="{FF2B5EF4-FFF2-40B4-BE49-F238E27FC236}">
                <a16:creationId xmlns:a16="http://schemas.microsoft.com/office/drawing/2014/main" id="{AF7EEA34-7DCE-4F23-8454-006D2C11DB40}"/>
              </a:ext>
            </a:extLst>
          </p:cNvPr>
          <p:cNvSpPr>
            <a:spLocks xmlns:a="http://schemas.openxmlformats.org/drawingml/2006/main" noGrp="1"/>
          </p:cNvSpPr>
          <p:nvPr/>
        </p:nvSpPr>
        <p:spPr>
          <a:xfrm xmlns:a="http://schemas.openxmlformats.org/drawingml/2006/main">
            <a:off x="320040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0" name="">
            <a:extLst xmlns:a="http://schemas.openxmlformats.org/drawingml/2006/main">
              <a:ext uri="{FF2B5EF4-FFF2-40B4-BE49-F238E27FC236}">
                <a16:creationId xmlns:a16="http://schemas.microsoft.com/office/drawing/2014/main" id="{409B769E-7526-4FCF-B7BA-C34E8A2A3DCA}"/>
              </a:ext>
            </a:extLst>
          </p:cNvPr>
          <p:cNvSpPr>
            <a:spLocks xmlns:a="http://schemas.openxmlformats.org/drawingml/2006/main" noGrp="1"/>
          </p:cNvSpPr>
          <p:nvPr/>
        </p:nvSpPr>
        <p:spPr>
          <a:xfrm xmlns:a="http://schemas.openxmlformats.org/drawingml/2006/main">
            <a:off x="414337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91" name="">
            <a:extLst xmlns:a="http://schemas.openxmlformats.org/drawingml/2006/main">
              <a:ext uri="{FF2B5EF4-FFF2-40B4-BE49-F238E27FC236}">
                <a16:creationId xmlns:a16="http://schemas.microsoft.com/office/drawing/2014/main" id="{391C04E4-A3FF-4F07-B50C-90B03E73D438}"/>
              </a:ext>
            </a:extLst>
          </p:cNvPr>
          <p:cNvSpPr>
            <a:spLocks xmlns:a="http://schemas.openxmlformats.org/drawingml/2006/main" noGrp="1"/>
          </p:cNvSpPr>
          <p:nvPr/>
        </p:nvSpPr>
        <p:spPr>
          <a:xfrm xmlns:a="http://schemas.openxmlformats.org/drawingml/2006/main">
            <a:off x="418147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DF65C339-10DB-457A-BEFA-3F7C9C1522D8}"/>
              </a:ext>
            </a:extLst>
          </p:cNvPr>
          <p:cNvSpPr>
            <a:spLocks xmlns:a="http://schemas.openxmlformats.org/drawingml/2006/main" noGrp="1"/>
          </p:cNvSpPr>
          <p:nvPr/>
        </p:nvSpPr>
        <p:spPr>
          <a:xfrm xmlns:a="http://schemas.openxmlformats.org/drawingml/2006/main">
            <a:off x="5124450"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93" name="">
            <a:extLst xmlns:a="http://schemas.openxmlformats.org/drawingml/2006/main">
              <a:ext uri="{FF2B5EF4-FFF2-40B4-BE49-F238E27FC236}">
                <a16:creationId xmlns:a16="http://schemas.microsoft.com/office/drawing/2014/main" id="{DD70CDF1-568E-47D6-8D97-5C7A46F4691B}"/>
              </a:ext>
            </a:extLst>
          </p:cNvPr>
          <p:cNvSpPr>
            <a:spLocks xmlns:a="http://schemas.openxmlformats.org/drawingml/2006/main" noGrp="1"/>
          </p:cNvSpPr>
          <p:nvPr/>
        </p:nvSpPr>
        <p:spPr>
          <a:xfrm xmlns:a="http://schemas.openxmlformats.org/drawingml/2006/main">
            <a:off x="5162550"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4" name="">
            <a:extLst xmlns:a="http://schemas.openxmlformats.org/drawingml/2006/main">
              <a:ext uri="{FF2B5EF4-FFF2-40B4-BE49-F238E27FC236}">
                <a16:creationId xmlns:a16="http://schemas.microsoft.com/office/drawing/2014/main" id="{7C1EA797-65B8-4D63-8E22-362AB1CD60E4}"/>
              </a:ext>
            </a:extLst>
          </p:cNvPr>
          <p:cNvSpPr>
            <a:spLocks xmlns:a="http://schemas.openxmlformats.org/drawingml/2006/main" noGrp="1"/>
          </p:cNvSpPr>
          <p:nvPr/>
        </p:nvSpPr>
        <p:spPr>
          <a:xfrm xmlns:a="http://schemas.openxmlformats.org/drawingml/2006/main">
            <a:off x="6105525" y="64960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95" name="">
            <a:extLst xmlns:a="http://schemas.openxmlformats.org/drawingml/2006/main">
              <a:ext uri="{FF2B5EF4-FFF2-40B4-BE49-F238E27FC236}">
                <a16:creationId xmlns:a16="http://schemas.microsoft.com/office/drawing/2014/main" id="{6C2DADD6-E4DB-424C-9D73-50E8CD4FBB87}"/>
              </a:ext>
            </a:extLst>
          </p:cNvPr>
          <p:cNvSpPr>
            <a:spLocks xmlns:a="http://schemas.openxmlformats.org/drawingml/2006/main" noGrp="1"/>
          </p:cNvSpPr>
          <p:nvPr/>
        </p:nvSpPr>
        <p:spPr>
          <a:xfrm xmlns:a="http://schemas.openxmlformats.org/drawingml/2006/main">
            <a:off x="6143625" y="68008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CA920151-62D3-4B67-9D0D-83F852922F87}"/>
              </a:ext>
            </a:extLst>
          </p:cNvPr>
          <p:cNvSpPr>
            <a:spLocks xmlns:a="http://schemas.openxmlformats.org/drawingml/2006/main" noGrp="1"/>
          </p:cNvSpPr>
          <p:nvPr/>
        </p:nvSpPr>
        <p:spPr>
          <a:xfrm xmlns:a="http://schemas.openxmlformats.org/drawingml/2006/main">
            <a:off x="514350" y="7239000"/>
            <a:ext cx="674370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D9DEEA"/>
            </a:solidFill>
            <a:prstDash val="solid"/>
          </a:ln>
        </p:spPr>
      </p:sp>
      <p:sp>
        <p:nvSpPr>
          <p:cNvPr id="97" name="">
            <a:extLst xmlns:a="http://schemas.openxmlformats.org/drawingml/2006/main">
              <a:ext uri="{FF2B5EF4-FFF2-40B4-BE49-F238E27FC236}">
                <a16:creationId xmlns:a16="http://schemas.microsoft.com/office/drawing/2014/main" id="{5923B951-436F-4126-B415-F59D9E755FB1}"/>
              </a:ext>
            </a:extLst>
          </p:cNvPr>
          <p:cNvSpPr>
            <a:spLocks xmlns:a="http://schemas.openxmlformats.org/drawingml/2006/main" noGrp="1"/>
          </p:cNvSpPr>
          <p:nvPr/>
        </p:nvSpPr>
        <p:spPr>
          <a:xfrm xmlns:a="http://schemas.openxmlformats.org/drawingml/2006/main">
            <a:off x="628650" y="73723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7</a:t>
            </a:r>
          </a:p>
        </p:txBody>
      </p:sp>
      <p:sp>
        <p:nvSpPr>
          <p:cNvPr id="98" name="">
            <a:extLst xmlns:a="http://schemas.openxmlformats.org/drawingml/2006/main">
              <a:ext uri="{FF2B5EF4-FFF2-40B4-BE49-F238E27FC236}">
                <a16:creationId xmlns:a16="http://schemas.microsoft.com/office/drawing/2014/main" id="{6DCFC8AC-A2C7-4629-9E55-20B1D2083ECE}"/>
              </a:ext>
            </a:extLst>
          </p:cNvPr>
          <p:cNvSpPr>
            <a:spLocks xmlns:a="http://schemas.openxmlformats.org/drawingml/2006/main" noGrp="1"/>
          </p:cNvSpPr>
          <p:nvPr/>
        </p:nvSpPr>
        <p:spPr>
          <a:xfrm xmlns:a="http://schemas.openxmlformats.org/drawingml/2006/main">
            <a:off x="120015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Mood 1-5</a:t>
            </a:r>
          </a:p>
        </p:txBody>
      </p:sp>
      <p:sp>
        <p:nvSpPr>
          <p:cNvPr id="99" name="">
            <a:extLst xmlns:a="http://schemas.openxmlformats.org/drawingml/2006/main">
              <a:ext uri="{FF2B5EF4-FFF2-40B4-BE49-F238E27FC236}">
                <a16:creationId xmlns:a16="http://schemas.microsoft.com/office/drawing/2014/main" id="{A06426CA-FAE8-4AC8-AB8E-5C7AC1A7BAC6}"/>
              </a:ext>
            </a:extLst>
          </p:cNvPr>
          <p:cNvSpPr>
            <a:spLocks xmlns:a="http://schemas.openxmlformats.org/drawingml/2006/main" noGrp="1"/>
          </p:cNvSpPr>
          <p:nvPr/>
        </p:nvSpPr>
        <p:spPr>
          <a:xfrm xmlns:a="http://schemas.openxmlformats.org/drawingml/2006/main">
            <a:off x="123825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B27AF0C4-C759-4293-9FEA-5B5FB6FE9CD6}"/>
              </a:ext>
            </a:extLst>
          </p:cNvPr>
          <p:cNvSpPr>
            <a:spLocks xmlns:a="http://schemas.openxmlformats.org/drawingml/2006/main" noGrp="1"/>
          </p:cNvSpPr>
          <p:nvPr/>
        </p:nvSpPr>
        <p:spPr>
          <a:xfrm xmlns:a="http://schemas.openxmlformats.org/drawingml/2006/main">
            <a:off x="218122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Energy 1-5</a:t>
            </a:r>
          </a:p>
        </p:txBody>
      </p:sp>
      <p:sp>
        <p:nvSpPr>
          <p:cNvPr id="101" name="">
            <a:extLst xmlns:a="http://schemas.openxmlformats.org/drawingml/2006/main">
              <a:ext uri="{FF2B5EF4-FFF2-40B4-BE49-F238E27FC236}">
                <a16:creationId xmlns:a16="http://schemas.microsoft.com/office/drawing/2014/main" id="{D5E81132-14AB-4705-B21D-A60D6A522CC6}"/>
              </a:ext>
            </a:extLst>
          </p:cNvPr>
          <p:cNvSpPr>
            <a:spLocks xmlns:a="http://schemas.openxmlformats.org/drawingml/2006/main" noGrp="1"/>
          </p:cNvSpPr>
          <p:nvPr/>
        </p:nvSpPr>
        <p:spPr>
          <a:xfrm xmlns:a="http://schemas.openxmlformats.org/drawingml/2006/main">
            <a:off x="221932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258DADC3-C527-4FD8-800E-E57A0422CFA1}"/>
              </a:ext>
            </a:extLst>
          </p:cNvPr>
          <p:cNvSpPr>
            <a:spLocks xmlns:a="http://schemas.openxmlformats.org/drawingml/2006/main" noGrp="1"/>
          </p:cNvSpPr>
          <p:nvPr/>
        </p:nvSpPr>
        <p:spPr>
          <a:xfrm xmlns:a="http://schemas.openxmlformats.org/drawingml/2006/main">
            <a:off x="316230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note</a:t>
            </a:r>
          </a:p>
        </p:txBody>
      </p:sp>
      <p:sp>
        <p:nvSpPr>
          <p:cNvPr id="103" name="">
            <a:extLst xmlns:a="http://schemas.openxmlformats.org/drawingml/2006/main">
              <a:ext uri="{FF2B5EF4-FFF2-40B4-BE49-F238E27FC236}">
                <a16:creationId xmlns:a16="http://schemas.microsoft.com/office/drawing/2014/main" id="{6E50E476-A471-40E3-8749-5C0208369614}"/>
              </a:ext>
            </a:extLst>
          </p:cNvPr>
          <p:cNvSpPr>
            <a:spLocks xmlns:a="http://schemas.openxmlformats.org/drawingml/2006/main" noGrp="1"/>
          </p:cNvSpPr>
          <p:nvPr/>
        </p:nvSpPr>
        <p:spPr>
          <a:xfrm xmlns:a="http://schemas.openxmlformats.org/drawingml/2006/main">
            <a:off x="320040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4" name="">
            <a:extLst xmlns:a="http://schemas.openxmlformats.org/drawingml/2006/main">
              <a:ext uri="{FF2B5EF4-FFF2-40B4-BE49-F238E27FC236}">
                <a16:creationId xmlns:a16="http://schemas.microsoft.com/office/drawing/2014/main" id="{03E092CE-361B-4779-924E-6E498586350B}"/>
              </a:ext>
            </a:extLst>
          </p:cNvPr>
          <p:cNvSpPr>
            <a:spLocks xmlns:a="http://schemas.openxmlformats.org/drawingml/2006/main" noGrp="1"/>
          </p:cNvSpPr>
          <p:nvPr/>
        </p:nvSpPr>
        <p:spPr>
          <a:xfrm xmlns:a="http://schemas.openxmlformats.org/drawingml/2006/main">
            <a:off x="414337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Sleep note</a:t>
            </a:r>
          </a:p>
        </p:txBody>
      </p:sp>
      <p:sp>
        <p:nvSpPr>
          <p:cNvPr id="105" name="">
            <a:extLst xmlns:a="http://schemas.openxmlformats.org/drawingml/2006/main">
              <a:ext uri="{FF2B5EF4-FFF2-40B4-BE49-F238E27FC236}">
                <a16:creationId xmlns:a16="http://schemas.microsoft.com/office/drawing/2014/main" id="{473E1423-EFF1-4170-9683-32A534E94FFF}"/>
              </a:ext>
            </a:extLst>
          </p:cNvPr>
          <p:cNvSpPr>
            <a:spLocks xmlns:a="http://schemas.openxmlformats.org/drawingml/2006/main" noGrp="1"/>
          </p:cNvSpPr>
          <p:nvPr/>
        </p:nvSpPr>
        <p:spPr>
          <a:xfrm xmlns:a="http://schemas.openxmlformats.org/drawingml/2006/main">
            <a:off x="418147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6" name="">
            <a:extLst xmlns:a="http://schemas.openxmlformats.org/drawingml/2006/main">
              <a:ext uri="{FF2B5EF4-FFF2-40B4-BE49-F238E27FC236}">
                <a16:creationId xmlns:a16="http://schemas.microsoft.com/office/drawing/2014/main" id="{00A708AD-0DC2-4BBE-9507-1590A096B03B}"/>
              </a:ext>
            </a:extLst>
          </p:cNvPr>
          <p:cNvSpPr>
            <a:spLocks xmlns:a="http://schemas.openxmlformats.org/drawingml/2006/main" noGrp="1"/>
          </p:cNvSpPr>
          <p:nvPr/>
        </p:nvSpPr>
        <p:spPr>
          <a:xfrm xmlns:a="http://schemas.openxmlformats.org/drawingml/2006/main">
            <a:off x="5124450"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Movement note</a:t>
            </a:r>
          </a:p>
        </p:txBody>
      </p:sp>
      <p:sp>
        <p:nvSpPr>
          <p:cNvPr id="107" name="">
            <a:extLst xmlns:a="http://schemas.openxmlformats.org/drawingml/2006/main">
              <a:ext uri="{FF2B5EF4-FFF2-40B4-BE49-F238E27FC236}">
                <a16:creationId xmlns:a16="http://schemas.microsoft.com/office/drawing/2014/main" id="{FF33BCD9-808D-47D3-BDC6-E4C4B25D6C90}"/>
              </a:ext>
            </a:extLst>
          </p:cNvPr>
          <p:cNvSpPr>
            <a:spLocks xmlns:a="http://schemas.openxmlformats.org/drawingml/2006/main" noGrp="1"/>
          </p:cNvSpPr>
          <p:nvPr/>
        </p:nvSpPr>
        <p:spPr>
          <a:xfrm xmlns:a="http://schemas.openxmlformats.org/drawingml/2006/main">
            <a:off x="5162550"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EF7D57B0-3E80-4B34-8280-E88D89333D65}"/>
              </a:ext>
            </a:extLst>
          </p:cNvPr>
          <p:cNvSpPr>
            <a:spLocks xmlns:a="http://schemas.openxmlformats.org/drawingml/2006/main" noGrp="1"/>
          </p:cNvSpPr>
          <p:nvPr/>
        </p:nvSpPr>
        <p:spPr>
          <a:xfrm xmlns:a="http://schemas.openxmlformats.org/drawingml/2006/main">
            <a:off x="6105525" y="73342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Stress/context</a:t>
            </a:r>
          </a:p>
        </p:txBody>
      </p:sp>
      <p:sp>
        <p:nvSpPr>
          <p:cNvPr id="109" name="">
            <a:extLst xmlns:a="http://schemas.openxmlformats.org/drawingml/2006/main">
              <a:ext uri="{FF2B5EF4-FFF2-40B4-BE49-F238E27FC236}">
                <a16:creationId xmlns:a16="http://schemas.microsoft.com/office/drawing/2014/main" id="{89F0EC43-AC82-4B39-9E70-C3CC72C09D5E}"/>
              </a:ext>
            </a:extLst>
          </p:cNvPr>
          <p:cNvSpPr>
            <a:spLocks xmlns:a="http://schemas.openxmlformats.org/drawingml/2006/main" noGrp="1"/>
          </p:cNvSpPr>
          <p:nvPr/>
        </p:nvSpPr>
        <p:spPr>
          <a:xfrm xmlns:a="http://schemas.openxmlformats.org/drawingml/2006/main">
            <a:off x="6143625" y="76390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0" name="">
            <a:extLst xmlns:a="http://schemas.openxmlformats.org/drawingml/2006/main">
              <a:ext uri="{FF2B5EF4-FFF2-40B4-BE49-F238E27FC236}">
                <a16:creationId xmlns:a16="http://schemas.microsoft.com/office/drawing/2014/main" id="{CEA58DF2-732A-436A-8F9D-AD9C6F74F6E6}"/>
              </a:ext>
            </a:extLst>
          </p:cNvPr>
          <p:cNvSpPr>
            <a:spLocks xmlns:a="http://schemas.openxmlformats.org/drawingml/2006/main" noGrp="1"/>
          </p:cNvSpPr>
          <p:nvPr/>
        </p:nvSpPr>
        <p:spPr>
          <a:xfrm xmlns:a="http://schemas.openxmlformats.org/drawingml/2006/main">
            <a:off x="514350" y="8382000"/>
            <a:ext cx="6743700" cy="647700"/>
          </a:xfrm>
          <a:prstGeom xmlns:a="http://schemas.openxmlformats.org/drawingml/2006/main" prst="roundRect">
            <a:avLst>
              <a:gd name="adj" fmla="val 17647"/>
            </a:avLst>
          </a:prstGeom>
          <a:solidFill xmlns:a="http://schemas.openxmlformats.org/drawingml/2006/main">
            <a:srgbClr val="FFF0E7"/>
          </a:solidFill>
          <a:ln xmlns:a="http://schemas.openxmlformats.org/drawingml/2006/main" w="9525">
            <a:solidFill>
              <a:srgbClr val="D9DEEA"/>
            </a:solidFill>
            <a:prstDash val="solid"/>
          </a:ln>
        </p:spPr>
      </p:sp>
      <p:sp>
        <p:nvSpPr>
          <p:cNvPr id="111" name="">
            <a:extLst xmlns:a="http://schemas.openxmlformats.org/drawingml/2006/main">
              <a:ext uri="{FF2B5EF4-FFF2-40B4-BE49-F238E27FC236}">
                <a16:creationId xmlns:a16="http://schemas.microsoft.com/office/drawing/2014/main" id="{2B9C9EC6-2CDA-499B-95DF-374C092D1169}"/>
              </a:ext>
            </a:extLst>
          </p:cNvPr>
          <p:cNvSpPr>
            <a:spLocks xmlns:a="http://schemas.openxmlformats.org/drawingml/2006/main" noGrp="1"/>
          </p:cNvSpPr>
          <p:nvPr/>
        </p:nvSpPr>
        <p:spPr>
          <a:xfrm xmlns:a="http://schemas.openxmlformats.org/drawingml/2006/main">
            <a:off x="514350" y="8382000"/>
            <a:ext cx="57150" cy="64770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D167B886-2130-49C1-94FA-E442B33525A4}"/>
              </a:ext>
            </a:extLst>
          </p:cNvPr>
          <p:cNvSpPr>
            <a:spLocks xmlns:a="http://schemas.openxmlformats.org/drawingml/2006/main" noGrp="1"/>
          </p:cNvSpPr>
          <p:nvPr/>
        </p:nvSpPr>
        <p:spPr>
          <a:xfrm xmlns:a="http://schemas.openxmlformats.org/drawingml/2006/main">
            <a:off x="685800" y="85153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Care note</a:t>
            </a:r>
          </a:p>
        </p:txBody>
      </p:sp>
      <p:sp>
        <p:nvSpPr>
          <p:cNvPr id="113" name="">
            <a:extLst xmlns:a="http://schemas.openxmlformats.org/drawingml/2006/main">
              <a:ext uri="{FF2B5EF4-FFF2-40B4-BE49-F238E27FC236}">
                <a16:creationId xmlns:a16="http://schemas.microsoft.com/office/drawing/2014/main" id="{93C5CD71-AE24-4B90-93D9-806F3017106D}"/>
              </a:ext>
            </a:extLst>
          </p:cNvPr>
          <p:cNvSpPr>
            <a:spLocks xmlns:a="http://schemas.openxmlformats.org/drawingml/2006/main" noGrp="1"/>
          </p:cNvSpPr>
          <p:nvPr/>
        </p:nvSpPr>
        <p:spPr>
          <a:xfrm xmlns:a="http://schemas.openxmlformats.org/drawingml/2006/main">
            <a:off x="685800" y="8782050"/>
            <a:ext cx="6419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Seek appropriate help for symptoms that are severe, persistent, worsening, or feel unsafe.</a:t>
            </a:r>
          </a:p>
        </p:txBody>
      </p:sp>
    </p:spTree>
    <p:extLst>
      <p:ext uri="{BB962C8B-B14F-4D97-AF65-F5344CB8AC3E}">
        <p14:creationId xmlns:p14="http://schemas.microsoft.com/office/powerpoint/2010/main" val="2069926057"/>
      </p:ext>
    </p:extLst>
  </p:cSld>
</p:sld>
</file>

<file path=ppt/slides/slide1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14" name="">
            <a:extLst xmlns:a="http://schemas.openxmlformats.org/drawingml/2006/main">
              <a:ext uri="{FF2B5EF4-FFF2-40B4-BE49-F238E27FC236}">
                <a16:creationId xmlns:a16="http://schemas.microsoft.com/office/drawing/2014/main" id="{9AFD104E-C6DF-4855-B344-4228015375AA}"/>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15" name=""/>
          <p:cNvPicPr>
            <a:picLocks xmlns:a="http://schemas.openxmlformats.org/drawingml/2006/main" noChangeAspect="1"/>
          </p:cNvPicPr>
          <p:nvPr/>
        </p:nvPicPr>
        <p:blipFill>
          <a:blip xmlns:r="http://schemas.openxmlformats.org/officeDocument/2006/relationships" xmlns:a="http://schemas.openxmlformats.org/drawingml/2006/main" r:embed="R960c36f18a9b435f"/>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5A82A8FF-9BB1-4B98-B522-5BF5F72C693B}"/>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84D85569-5886-408D-81F7-EF3AFC248345}"/>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Optional tracker</a:t>
            </a:r>
          </a:p>
        </p:txBody>
      </p:sp>
      <p:sp>
        <p:nvSpPr>
          <p:cNvPr id="5" name="">
            <a:extLst xmlns:a="http://schemas.openxmlformats.org/drawingml/2006/main">
              <a:ext uri="{FF2B5EF4-FFF2-40B4-BE49-F238E27FC236}">
                <a16:creationId xmlns:a16="http://schemas.microsoft.com/office/drawing/2014/main" id="{08662D34-DB37-4AFB-A4A6-588C8CEF113D}"/>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EF2F3365-EBB7-4E75-A08E-D8234EDA5FA0}"/>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3CEDFB07-FC4B-4AEF-A97B-76BF364FE064}"/>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f9931ac313a74bb3"/>
              </a:rPr>
              <a:t>mindfuldiabetes.org</a:t>
            </a:r>
          </a:p>
        </p:txBody>
      </p:sp>
      <p:sp>
        <p:nvSpPr>
          <p:cNvPr id="8" name="">
            <a:extLst xmlns:a="http://schemas.openxmlformats.org/drawingml/2006/main">
              <a:ext uri="{FF2B5EF4-FFF2-40B4-BE49-F238E27FC236}">
                <a16:creationId xmlns:a16="http://schemas.microsoft.com/office/drawing/2014/main" id="{D2289C01-6023-4A8A-A0BD-12535E1FF488}"/>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17</a:t>
            </a:r>
          </a:p>
        </p:txBody>
      </p:sp>
      <p:sp>
        <p:nvSpPr>
          <p:cNvPr id="9" name="">
            <a:extLst xmlns:a="http://schemas.openxmlformats.org/drawingml/2006/main">
              <a:ext uri="{FF2B5EF4-FFF2-40B4-BE49-F238E27FC236}">
                <a16:creationId xmlns:a16="http://schemas.microsoft.com/office/drawing/2014/main" id="{368AAFDC-4C22-4BA3-AD6A-1FE8A9574125}"/>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OPTIONAL GLUCOSE NOTES</a:t>
            </a:r>
          </a:p>
        </p:txBody>
      </p:sp>
      <p:sp>
        <p:nvSpPr>
          <p:cNvPr id="10" name="">
            <a:extLst xmlns:a="http://schemas.openxmlformats.org/drawingml/2006/main">
              <a:ext uri="{FF2B5EF4-FFF2-40B4-BE49-F238E27FC236}">
                <a16:creationId xmlns:a16="http://schemas.microsoft.com/office/drawing/2014/main" id="{68F61A7E-C08C-441F-A275-B7EACAC866E7}"/>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Use only according to your care plan</a:t>
            </a:r>
          </a:p>
        </p:txBody>
      </p:sp>
      <p:sp>
        <p:nvSpPr>
          <p:cNvPr id="11" name="">
            <a:extLst xmlns:a="http://schemas.openxmlformats.org/drawingml/2006/main">
              <a:ext uri="{FF2B5EF4-FFF2-40B4-BE49-F238E27FC236}">
                <a16:creationId xmlns:a16="http://schemas.microsoft.com/office/drawing/2014/main" id="{6FF4E694-8403-4243-A6CC-B264C66AF7F4}"/>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Not everyone needs to monitor glucose. Frequency and actions depend on an individual care plan.</a:t>
            </a:r>
          </a:p>
        </p:txBody>
      </p:sp>
      <p:sp>
        <p:nvSpPr>
          <p:cNvPr id="12" name="">
            <a:extLst xmlns:a="http://schemas.openxmlformats.org/drawingml/2006/main">
              <a:ext uri="{FF2B5EF4-FFF2-40B4-BE49-F238E27FC236}">
                <a16:creationId xmlns:a16="http://schemas.microsoft.com/office/drawing/2014/main" id="{226CD61C-2CDB-4715-8DFF-6421333F5A54}"/>
              </a:ext>
            </a:extLst>
          </p:cNvPr>
          <p:cNvSpPr>
            <a:spLocks xmlns:a="http://schemas.openxmlformats.org/drawingml/2006/main" noGrp="1"/>
          </p:cNvSpPr>
          <p:nvPr/>
        </p:nvSpPr>
        <p:spPr>
          <a:xfrm xmlns:a="http://schemas.openxmlformats.org/drawingml/2006/main">
            <a:off x="514350" y="251460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C4689BCC-B49B-4930-B7D6-9A5BC2E3B26F}"/>
              </a:ext>
            </a:extLst>
          </p:cNvPr>
          <p:cNvSpPr>
            <a:spLocks xmlns:a="http://schemas.openxmlformats.org/drawingml/2006/main" noGrp="1"/>
          </p:cNvSpPr>
          <p:nvPr/>
        </p:nvSpPr>
        <p:spPr>
          <a:xfrm xmlns:a="http://schemas.openxmlformats.org/drawingml/2006/main">
            <a:off x="628650" y="26479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1</a:t>
            </a:r>
          </a:p>
        </p:txBody>
      </p:sp>
      <p:sp>
        <p:nvSpPr>
          <p:cNvPr id="14" name="">
            <a:extLst xmlns:a="http://schemas.openxmlformats.org/drawingml/2006/main">
              <a:ext uri="{FF2B5EF4-FFF2-40B4-BE49-F238E27FC236}">
                <a16:creationId xmlns:a16="http://schemas.microsoft.com/office/drawing/2014/main" id="{DC11C679-B9C1-4E9B-9C39-949CD0A06C3B}"/>
              </a:ext>
            </a:extLst>
          </p:cNvPr>
          <p:cNvSpPr>
            <a:spLocks xmlns:a="http://schemas.openxmlformats.org/drawingml/2006/main" noGrp="1"/>
          </p:cNvSpPr>
          <p:nvPr/>
        </p:nvSpPr>
        <p:spPr>
          <a:xfrm xmlns:a="http://schemas.openxmlformats.org/drawingml/2006/main">
            <a:off x="1200150"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15" name="">
            <a:extLst xmlns:a="http://schemas.openxmlformats.org/drawingml/2006/main">
              <a:ext uri="{FF2B5EF4-FFF2-40B4-BE49-F238E27FC236}">
                <a16:creationId xmlns:a16="http://schemas.microsoft.com/office/drawing/2014/main" id="{A264EFB9-A425-4C28-BA52-98ED42A0C33B}"/>
              </a:ext>
            </a:extLst>
          </p:cNvPr>
          <p:cNvSpPr>
            <a:spLocks xmlns:a="http://schemas.openxmlformats.org/drawingml/2006/main" noGrp="1"/>
          </p:cNvSpPr>
          <p:nvPr/>
        </p:nvSpPr>
        <p:spPr>
          <a:xfrm xmlns:a="http://schemas.openxmlformats.org/drawingml/2006/main">
            <a:off x="1238250"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0EC39EDE-296E-4037-8215-8598D5AA6C99}"/>
              </a:ext>
            </a:extLst>
          </p:cNvPr>
          <p:cNvSpPr>
            <a:spLocks xmlns:a="http://schemas.openxmlformats.org/drawingml/2006/main" noGrp="1"/>
          </p:cNvSpPr>
          <p:nvPr/>
        </p:nvSpPr>
        <p:spPr>
          <a:xfrm xmlns:a="http://schemas.openxmlformats.org/drawingml/2006/main">
            <a:off x="2181225"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17" name="">
            <a:extLst xmlns:a="http://schemas.openxmlformats.org/drawingml/2006/main">
              <a:ext uri="{FF2B5EF4-FFF2-40B4-BE49-F238E27FC236}">
                <a16:creationId xmlns:a16="http://schemas.microsoft.com/office/drawing/2014/main" id="{B4552655-13BA-46F6-857C-3AFE79A68C50}"/>
              </a:ext>
            </a:extLst>
          </p:cNvPr>
          <p:cNvSpPr>
            <a:spLocks xmlns:a="http://schemas.openxmlformats.org/drawingml/2006/main" noGrp="1"/>
          </p:cNvSpPr>
          <p:nvPr/>
        </p:nvSpPr>
        <p:spPr>
          <a:xfrm xmlns:a="http://schemas.openxmlformats.org/drawingml/2006/main">
            <a:off x="2219325"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57F7E050-21EA-450E-852C-F94033D5CA15}"/>
              </a:ext>
            </a:extLst>
          </p:cNvPr>
          <p:cNvSpPr>
            <a:spLocks xmlns:a="http://schemas.openxmlformats.org/drawingml/2006/main" noGrp="1"/>
          </p:cNvSpPr>
          <p:nvPr/>
        </p:nvSpPr>
        <p:spPr>
          <a:xfrm xmlns:a="http://schemas.openxmlformats.org/drawingml/2006/main">
            <a:off x="3162300"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19" name="">
            <a:extLst xmlns:a="http://schemas.openxmlformats.org/drawingml/2006/main">
              <a:ext uri="{FF2B5EF4-FFF2-40B4-BE49-F238E27FC236}">
                <a16:creationId xmlns:a16="http://schemas.microsoft.com/office/drawing/2014/main" id="{602ABC24-2DAF-482A-A3D5-404F50FF232A}"/>
              </a:ext>
            </a:extLst>
          </p:cNvPr>
          <p:cNvSpPr>
            <a:spLocks xmlns:a="http://schemas.openxmlformats.org/drawingml/2006/main" noGrp="1"/>
          </p:cNvSpPr>
          <p:nvPr/>
        </p:nvSpPr>
        <p:spPr>
          <a:xfrm xmlns:a="http://schemas.openxmlformats.org/drawingml/2006/main">
            <a:off x="3200400"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08A57947-E51A-4D2C-AED3-029A4A7252F6}"/>
              </a:ext>
            </a:extLst>
          </p:cNvPr>
          <p:cNvSpPr>
            <a:spLocks xmlns:a="http://schemas.openxmlformats.org/drawingml/2006/main" noGrp="1"/>
          </p:cNvSpPr>
          <p:nvPr/>
        </p:nvSpPr>
        <p:spPr>
          <a:xfrm xmlns:a="http://schemas.openxmlformats.org/drawingml/2006/main">
            <a:off x="4143375"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21" name="">
            <a:extLst xmlns:a="http://schemas.openxmlformats.org/drawingml/2006/main">
              <a:ext uri="{FF2B5EF4-FFF2-40B4-BE49-F238E27FC236}">
                <a16:creationId xmlns:a16="http://schemas.microsoft.com/office/drawing/2014/main" id="{977CA28B-F4CC-412E-9C95-EE8ED8A191F1}"/>
              </a:ext>
            </a:extLst>
          </p:cNvPr>
          <p:cNvSpPr>
            <a:spLocks xmlns:a="http://schemas.openxmlformats.org/drawingml/2006/main" noGrp="1"/>
          </p:cNvSpPr>
          <p:nvPr/>
        </p:nvSpPr>
        <p:spPr>
          <a:xfrm xmlns:a="http://schemas.openxmlformats.org/drawingml/2006/main">
            <a:off x="4181475"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B8CC5EC9-E6A3-41E2-A87D-657E9DC92C87}"/>
              </a:ext>
            </a:extLst>
          </p:cNvPr>
          <p:cNvSpPr>
            <a:spLocks xmlns:a="http://schemas.openxmlformats.org/drawingml/2006/main" noGrp="1"/>
          </p:cNvSpPr>
          <p:nvPr/>
        </p:nvSpPr>
        <p:spPr>
          <a:xfrm xmlns:a="http://schemas.openxmlformats.org/drawingml/2006/main">
            <a:off x="5124450"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23" name="">
            <a:extLst xmlns:a="http://schemas.openxmlformats.org/drawingml/2006/main">
              <a:ext uri="{FF2B5EF4-FFF2-40B4-BE49-F238E27FC236}">
                <a16:creationId xmlns:a16="http://schemas.microsoft.com/office/drawing/2014/main" id="{BC01C9F0-D1DB-476C-A597-AB08A7E0E356}"/>
              </a:ext>
            </a:extLst>
          </p:cNvPr>
          <p:cNvSpPr>
            <a:spLocks xmlns:a="http://schemas.openxmlformats.org/drawingml/2006/main" noGrp="1"/>
          </p:cNvSpPr>
          <p:nvPr/>
        </p:nvSpPr>
        <p:spPr>
          <a:xfrm xmlns:a="http://schemas.openxmlformats.org/drawingml/2006/main">
            <a:off x="5162550"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4" name="">
            <a:extLst xmlns:a="http://schemas.openxmlformats.org/drawingml/2006/main">
              <a:ext uri="{FF2B5EF4-FFF2-40B4-BE49-F238E27FC236}">
                <a16:creationId xmlns:a16="http://schemas.microsoft.com/office/drawing/2014/main" id="{B1C8FC1E-0813-48AE-8ECC-1E9B42EA85CA}"/>
              </a:ext>
            </a:extLst>
          </p:cNvPr>
          <p:cNvSpPr>
            <a:spLocks xmlns:a="http://schemas.openxmlformats.org/drawingml/2006/main" noGrp="1"/>
          </p:cNvSpPr>
          <p:nvPr/>
        </p:nvSpPr>
        <p:spPr>
          <a:xfrm xmlns:a="http://schemas.openxmlformats.org/drawingml/2006/main">
            <a:off x="6105525" y="26098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25" name="">
            <a:extLst xmlns:a="http://schemas.openxmlformats.org/drawingml/2006/main">
              <a:ext uri="{FF2B5EF4-FFF2-40B4-BE49-F238E27FC236}">
                <a16:creationId xmlns:a16="http://schemas.microsoft.com/office/drawing/2014/main" id="{846F7390-C017-42AB-90CC-3BFB61D71EE8}"/>
              </a:ext>
            </a:extLst>
          </p:cNvPr>
          <p:cNvSpPr>
            <a:spLocks xmlns:a="http://schemas.openxmlformats.org/drawingml/2006/main" noGrp="1"/>
          </p:cNvSpPr>
          <p:nvPr/>
        </p:nvSpPr>
        <p:spPr>
          <a:xfrm xmlns:a="http://schemas.openxmlformats.org/drawingml/2006/main">
            <a:off x="6143625" y="29146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24C9FB76-3370-472D-B6FC-3C0D74EFF55C}"/>
              </a:ext>
            </a:extLst>
          </p:cNvPr>
          <p:cNvSpPr>
            <a:spLocks xmlns:a="http://schemas.openxmlformats.org/drawingml/2006/main" noGrp="1"/>
          </p:cNvSpPr>
          <p:nvPr/>
        </p:nvSpPr>
        <p:spPr>
          <a:xfrm xmlns:a="http://schemas.openxmlformats.org/drawingml/2006/main">
            <a:off x="514350" y="325755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25BA81D0-53E7-4D6B-981D-19B881B474C6}"/>
              </a:ext>
            </a:extLst>
          </p:cNvPr>
          <p:cNvSpPr>
            <a:spLocks xmlns:a="http://schemas.openxmlformats.org/drawingml/2006/main" noGrp="1"/>
          </p:cNvSpPr>
          <p:nvPr/>
        </p:nvSpPr>
        <p:spPr>
          <a:xfrm xmlns:a="http://schemas.openxmlformats.org/drawingml/2006/main">
            <a:off x="628650" y="33909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2</a:t>
            </a:r>
          </a:p>
        </p:txBody>
      </p:sp>
      <p:sp>
        <p:nvSpPr>
          <p:cNvPr id="28" name="">
            <a:extLst xmlns:a="http://schemas.openxmlformats.org/drawingml/2006/main">
              <a:ext uri="{FF2B5EF4-FFF2-40B4-BE49-F238E27FC236}">
                <a16:creationId xmlns:a16="http://schemas.microsoft.com/office/drawing/2014/main" id="{8A83E22F-628E-45CD-A88A-38707C1ACFA0}"/>
              </a:ext>
            </a:extLst>
          </p:cNvPr>
          <p:cNvSpPr>
            <a:spLocks xmlns:a="http://schemas.openxmlformats.org/drawingml/2006/main" noGrp="1"/>
          </p:cNvSpPr>
          <p:nvPr/>
        </p:nvSpPr>
        <p:spPr>
          <a:xfrm xmlns:a="http://schemas.openxmlformats.org/drawingml/2006/main">
            <a:off x="1200150"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29" name="">
            <a:extLst xmlns:a="http://schemas.openxmlformats.org/drawingml/2006/main">
              <a:ext uri="{FF2B5EF4-FFF2-40B4-BE49-F238E27FC236}">
                <a16:creationId xmlns:a16="http://schemas.microsoft.com/office/drawing/2014/main" id="{16739C9D-17CC-43A8-9423-D135875B911C}"/>
              </a:ext>
            </a:extLst>
          </p:cNvPr>
          <p:cNvSpPr>
            <a:spLocks xmlns:a="http://schemas.openxmlformats.org/drawingml/2006/main" noGrp="1"/>
          </p:cNvSpPr>
          <p:nvPr/>
        </p:nvSpPr>
        <p:spPr>
          <a:xfrm xmlns:a="http://schemas.openxmlformats.org/drawingml/2006/main">
            <a:off x="1238250"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3E13A7AC-62CE-4E98-95A2-0E0AC6CAD9DE}"/>
              </a:ext>
            </a:extLst>
          </p:cNvPr>
          <p:cNvSpPr>
            <a:spLocks xmlns:a="http://schemas.openxmlformats.org/drawingml/2006/main" noGrp="1"/>
          </p:cNvSpPr>
          <p:nvPr/>
        </p:nvSpPr>
        <p:spPr>
          <a:xfrm xmlns:a="http://schemas.openxmlformats.org/drawingml/2006/main">
            <a:off x="2181225"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31" name="">
            <a:extLst xmlns:a="http://schemas.openxmlformats.org/drawingml/2006/main">
              <a:ext uri="{FF2B5EF4-FFF2-40B4-BE49-F238E27FC236}">
                <a16:creationId xmlns:a16="http://schemas.microsoft.com/office/drawing/2014/main" id="{3A002E9D-8B8E-4F5C-B0FA-D714CB3DF1E3}"/>
              </a:ext>
            </a:extLst>
          </p:cNvPr>
          <p:cNvSpPr>
            <a:spLocks xmlns:a="http://schemas.openxmlformats.org/drawingml/2006/main" noGrp="1"/>
          </p:cNvSpPr>
          <p:nvPr/>
        </p:nvSpPr>
        <p:spPr>
          <a:xfrm xmlns:a="http://schemas.openxmlformats.org/drawingml/2006/main">
            <a:off x="2219325"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EEAFE206-C1AA-46FB-9BDC-5DADC6E47FB9}"/>
              </a:ext>
            </a:extLst>
          </p:cNvPr>
          <p:cNvSpPr>
            <a:spLocks xmlns:a="http://schemas.openxmlformats.org/drawingml/2006/main" noGrp="1"/>
          </p:cNvSpPr>
          <p:nvPr/>
        </p:nvSpPr>
        <p:spPr>
          <a:xfrm xmlns:a="http://schemas.openxmlformats.org/drawingml/2006/main">
            <a:off x="3162300"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33" name="">
            <a:extLst xmlns:a="http://schemas.openxmlformats.org/drawingml/2006/main">
              <a:ext uri="{FF2B5EF4-FFF2-40B4-BE49-F238E27FC236}">
                <a16:creationId xmlns:a16="http://schemas.microsoft.com/office/drawing/2014/main" id="{9DEB2087-D8C0-47E1-B631-33A76CD1CEA8}"/>
              </a:ext>
            </a:extLst>
          </p:cNvPr>
          <p:cNvSpPr>
            <a:spLocks xmlns:a="http://schemas.openxmlformats.org/drawingml/2006/main" noGrp="1"/>
          </p:cNvSpPr>
          <p:nvPr/>
        </p:nvSpPr>
        <p:spPr>
          <a:xfrm xmlns:a="http://schemas.openxmlformats.org/drawingml/2006/main">
            <a:off x="3200400"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4" name="">
            <a:extLst xmlns:a="http://schemas.openxmlformats.org/drawingml/2006/main">
              <a:ext uri="{FF2B5EF4-FFF2-40B4-BE49-F238E27FC236}">
                <a16:creationId xmlns:a16="http://schemas.microsoft.com/office/drawing/2014/main" id="{B5E93636-5BE4-44E2-8677-6AA8F14E8A6D}"/>
              </a:ext>
            </a:extLst>
          </p:cNvPr>
          <p:cNvSpPr>
            <a:spLocks xmlns:a="http://schemas.openxmlformats.org/drawingml/2006/main" noGrp="1"/>
          </p:cNvSpPr>
          <p:nvPr/>
        </p:nvSpPr>
        <p:spPr>
          <a:xfrm xmlns:a="http://schemas.openxmlformats.org/drawingml/2006/main">
            <a:off x="4143375"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35" name="">
            <a:extLst xmlns:a="http://schemas.openxmlformats.org/drawingml/2006/main">
              <a:ext uri="{FF2B5EF4-FFF2-40B4-BE49-F238E27FC236}">
                <a16:creationId xmlns:a16="http://schemas.microsoft.com/office/drawing/2014/main" id="{DE65FDE6-A7B1-4B32-934B-66D6311484DD}"/>
              </a:ext>
            </a:extLst>
          </p:cNvPr>
          <p:cNvSpPr>
            <a:spLocks xmlns:a="http://schemas.openxmlformats.org/drawingml/2006/main" noGrp="1"/>
          </p:cNvSpPr>
          <p:nvPr/>
        </p:nvSpPr>
        <p:spPr>
          <a:xfrm xmlns:a="http://schemas.openxmlformats.org/drawingml/2006/main">
            <a:off x="4181475"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6" name="">
            <a:extLst xmlns:a="http://schemas.openxmlformats.org/drawingml/2006/main">
              <a:ext uri="{FF2B5EF4-FFF2-40B4-BE49-F238E27FC236}">
                <a16:creationId xmlns:a16="http://schemas.microsoft.com/office/drawing/2014/main" id="{D5BB29E9-7276-4244-82D7-BC795AC36CE7}"/>
              </a:ext>
            </a:extLst>
          </p:cNvPr>
          <p:cNvSpPr>
            <a:spLocks xmlns:a="http://schemas.openxmlformats.org/drawingml/2006/main" noGrp="1"/>
          </p:cNvSpPr>
          <p:nvPr/>
        </p:nvSpPr>
        <p:spPr>
          <a:xfrm xmlns:a="http://schemas.openxmlformats.org/drawingml/2006/main">
            <a:off x="5124450"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37" name="">
            <a:extLst xmlns:a="http://schemas.openxmlformats.org/drawingml/2006/main">
              <a:ext uri="{FF2B5EF4-FFF2-40B4-BE49-F238E27FC236}">
                <a16:creationId xmlns:a16="http://schemas.microsoft.com/office/drawing/2014/main" id="{A89D945F-8B6B-41FC-817D-9CC1D6C1C757}"/>
              </a:ext>
            </a:extLst>
          </p:cNvPr>
          <p:cNvSpPr>
            <a:spLocks xmlns:a="http://schemas.openxmlformats.org/drawingml/2006/main" noGrp="1"/>
          </p:cNvSpPr>
          <p:nvPr/>
        </p:nvSpPr>
        <p:spPr>
          <a:xfrm xmlns:a="http://schemas.openxmlformats.org/drawingml/2006/main">
            <a:off x="5162550"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1CC37181-EED2-46CE-950D-DA83C3275CA7}"/>
              </a:ext>
            </a:extLst>
          </p:cNvPr>
          <p:cNvSpPr>
            <a:spLocks xmlns:a="http://schemas.openxmlformats.org/drawingml/2006/main" noGrp="1"/>
          </p:cNvSpPr>
          <p:nvPr/>
        </p:nvSpPr>
        <p:spPr>
          <a:xfrm xmlns:a="http://schemas.openxmlformats.org/drawingml/2006/main">
            <a:off x="6105525" y="33528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39" name="">
            <a:extLst xmlns:a="http://schemas.openxmlformats.org/drawingml/2006/main">
              <a:ext uri="{FF2B5EF4-FFF2-40B4-BE49-F238E27FC236}">
                <a16:creationId xmlns:a16="http://schemas.microsoft.com/office/drawing/2014/main" id="{9EA4EBD1-F225-4CD7-9144-953AFF463AD6}"/>
              </a:ext>
            </a:extLst>
          </p:cNvPr>
          <p:cNvSpPr>
            <a:spLocks xmlns:a="http://schemas.openxmlformats.org/drawingml/2006/main" noGrp="1"/>
          </p:cNvSpPr>
          <p:nvPr/>
        </p:nvSpPr>
        <p:spPr>
          <a:xfrm xmlns:a="http://schemas.openxmlformats.org/drawingml/2006/main">
            <a:off x="6143625" y="36576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0" name="">
            <a:extLst xmlns:a="http://schemas.openxmlformats.org/drawingml/2006/main">
              <a:ext uri="{FF2B5EF4-FFF2-40B4-BE49-F238E27FC236}">
                <a16:creationId xmlns:a16="http://schemas.microsoft.com/office/drawing/2014/main" id="{B19EC941-4E7F-4F55-9F9F-55F534170CAE}"/>
              </a:ext>
            </a:extLst>
          </p:cNvPr>
          <p:cNvSpPr>
            <a:spLocks xmlns:a="http://schemas.openxmlformats.org/drawingml/2006/main" noGrp="1"/>
          </p:cNvSpPr>
          <p:nvPr/>
        </p:nvSpPr>
        <p:spPr>
          <a:xfrm xmlns:a="http://schemas.openxmlformats.org/drawingml/2006/main">
            <a:off x="514350" y="400050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41" name="">
            <a:extLst xmlns:a="http://schemas.openxmlformats.org/drawingml/2006/main">
              <a:ext uri="{FF2B5EF4-FFF2-40B4-BE49-F238E27FC236}">
                <a16:creationId xmlns:a16="http://schemas.microsoft.com/office/drawing/2014/main" id="{01F04BD5-6D2E-4745-8586-77274AC4A8DF}"/>
              </a:ext>
            </a:extLst>
          </p:cNvPr>
          <p:cNvSpPr>
            <a:spLocks xmlns:a="http://schemas.openxmlformats.org/drawingml/2006/main" noGrp="1"/>
          </p:cNvSpPr>
          <p:nvPr/>
        </p:nvSpPr>
        <p:spPr>
          <a:xfrm xmlns:a="http://schemas.openxmlformats.org/drawingml/2006/main">
            <a:off x="628650" y="41338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3</a:t>
            </a:r>
          </a:p>
        </p:txBody>
      </p:sp>
      <p:sp>
        <p:nvSpPr>
          <p:cNvPr id="42" name="">
            <a:extLst xmlns:a="http://schemas.openxmlformats.org/drawingml/2006/main">
              <a:ext uri="{FF2B5EF4-FFF2-40B4-BE49-F238E27FC236}">
                <a16:creationId xmlns:a16="http://schemas.microsoft.com/office/drawing/2014/main" id="{84933BBE-337F-4161-8B2D-89F4BC7582AD}"/>
              </a:ext>
            </a:extLst>
          </p:cNvPr>
          <p:cNvSpPr>
            <a:spLocks xmlns:a="http://schemas.openxmlformats.org/drawingml/2006/main" noGrp="1"/>
          </p:cNvSpPr>
          <p:nvPr/>
        </p:nvSpPr>
        <p:spPr>
          <a:xfrm xmlns:a="http://schemas.openxmlformats.org/drawingml/2006/main">
            <a:off x="1200150"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43" name="">
            <a:extLst xmlns:a="http://schemas.openxmlformats.org/drawingml/2006/main">
              <a:ext uri="{FF2B5EF4-FFF2-40B4-BE49-F238E27FC236}">
                <a16:creationId xmlns:a16="http://schemas.microsoft.com/office/drawing/2014/main" id="{50CBF41D-D145-4454-98C9-0C8096BB4EC1}"/>
              </a:ext>
            </a:extLst>
          </p:cNvPr>
          <p:cNvSpPr>
            <a:spLocks xmlns:a="http://schemas.openxmlformats.org/drawingml/2006/main" noGrp="1"/>
          </p:cNvSpPr>
          <p:nvPr/>
        </p:nvSpPr>
        <p:spPr>
          <a:xfrm xmlns:a="http://schemas.openxmlformats.org/drawingml/2006/main">
            <a:off x="1238250"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4" name="">
            <a:extLst xmlns:a="http://schemas.openxmlformats.org/drawingml/2006/main">
              <a:ext uri="{FF2B5EF4-FFF2-40B4-BE49-F238E27FC236}">
                <a16:creationId xmlns:a16="http://schemas.microsoft.com/office/drawing/2014/main" id="{4FB37AC5-746A-41F3-B5FE-28B897372F3B}"/>
              </a:ext>
            </a:extLst>
          </p:cNvPr>
          <p:cNvSpPr>
            <a:spLocks xmlns:a="http://schemas.openxmlformats.org/drawingml/2006/main" noGrp="1"/>
          </p:cNvSpPr>
          <p:nvPr/>
        </p:nvSpPr>
        <p:spPr>
          <a:xfrm xmlns:a="http://schemas.openxmlformats.org/drawingml/2006/main">
            <a:off x="2181225"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45" name="">
            <a:extLst xmlns:a="http://schemas.openxmlformats.org/drawingml/2006/main">
              <a:ext uri="{FF2B5EF4-FFF2-40B4-BE49-F238E27FC236}">
                <a16:creationId xmlns:a16="http://schemas.microsoft.com/office/drawing/2014/main" id="{46089092-E8DA-41BF-8D5E-2C1A9F66DDA6}"/>
              </a:ext>
            </a:extLst>
          </p:cNvPr>
          <p:cNvSpPr>
            <a:spLocks xmlns:a="http://schemas.openxmlformats.org/drawingml/2006/main" noGrp="1"/>
          </p:cNvSpPr>
          <p:nvPr/>
        </p:nvSpPr>
        <p:spPr>
          <a:xfrm xmlns:a="http://schemas.openxmlformats.org/drawingml/2006/main">
            <a:off x="2219325"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6" name="">
            <a:extLst xmlns:a="http://schemas.openxmlformats.org/drawingml/2006/main">
              <a:ext uri="{FF2B5EF4-FFF2-40B4-BE49-F238E27FC236}">
                <a16:creationId xmlns:a16="http://schemas.microsoft.com/office/drawing/2014/main" id="{9A79CE41-6BD5-4A29-9E32-987294A42BE1}"/>
              </a:ext>
            </a:extLst>
          </p:cNvPr>
          <p:cNvSpPr>
            <a:spLocks xmlns:a="http://schemas.openxmlformats.org/drawingml/2006/main" noGrp="1"/>
          </p:cNvSpPr>
          <p:nvPr/>
        </p:nvSpPr>
        <p:spPr>
          <a:xfrm xmlns:a="http://schemas.openxmlformats.org/drawingml/2006/main">
            <a:off x="3162300"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47" name="">
            <a:extLst xmlns:a="http://schemas.openxmlformats.org/drawingml/2006/main">
              <a:ext uri="{FF2B5EF4-FFF2-40B4-BE49-F238E27FC236}">
                <a16:creationId xmlns:a16="http://schemas.microsoft.com/office/drawing/2014/main" id="{7792EF30-9E78-4222-AC9E-E36E05E2FCBB}"/>
              </a:ext>
            </a:extLst>
          </p:cNvPr>
          <p:cNvSpPr>
            <a:spLocks xmlns:a="http://schemas.openxmlformats.org/drawingml/2006/main" noGrp="1"/>
          </p:cNvSpPr>
          <p:nvPr/>
        </p:nvSpPr>
        <p:spPr>
          <a:xfrm xmlns:a="http://schemas.openxmlformats.org/drawingml/2006/main">
            <a:off x="3200400"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2B740ED9-BD2B-42F9-A1C8-02F863ED4C4A}"/>
              </a:ext>
            </a:extLst>
          </p:cNvPr>
          <p:cNvSpPr>
            <a:spLocks xmlns:a="http://schemas.openxmlformats.org/drawingml/2006/main" noGrp="1"/>
          </p:cNvSpPr>
          <p:nvPr/>
        </p:nvSpPr>
        <p:spPr>
          <a:xfrm xmlns:a="http://schemas.openxmlformats.org/drawingml/2006/main">
            <a:off x="4143375"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49" name="">
            <a:extLst xmlns:a="http://schemas.openxmlformats.org/drawingml/2006/main">
              <a:ext uri="{FF2B5EF4-FFF2-40B4-BE49-F238E27FC236}">
                <a16:creationId xmlns:a16="http://schemas.microsoft.com/office/drawing/2014/main" id="{9F9512BE-024C-4C33-B211-8124F3CEDEED}"/>
              </a:ext>
            </a:extLst>
          </p:cNvPr>
          <p:cNvSpPr>
            <a:spLocks xmlns:a="http://schemas.openxmlformats.org/drawingml/2006/main" noGrp="1"/>
          </p:cNvSpPr>
          <p:nvPr/>
        </p:nvSpPr>
        <p:spPr>
          <a:xfrm xmlns:a="http://schemas.openxmlformats.org/drawingml/2006/main">
            <a:off x="4181475"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0" name="">
            <a:extLst xmlns:a="http://schemas.openxmlformats.org/drawingml/2006/main">
              <a:ext uri="{FF2B5EF4-FFF2-40B4-BE49-F238E27FC236}">
                <a16:creationId xmlns:a16="http://schemas.microsoft.com/office/drawing/2014/main" id="{082410C0-439D-4E61-B76D-B8F82D50071F}"/>
              </a:ext>
            </a:extLst>
          </p:cNvPr>
          <p:cNvSpPr>
            <a:spLocks xmlns:a="http://schemas.openxmlformats.org/drawingml/2006/main" noGrp="1"/>
          </p:cNvSpPr>
          <p:nvPr/>
        </p:nvSpPr>
        <p:spPr>
          <a:xfrm xmlns:a="http://schemas.openxmlformats.org/drawingml/2006/main">
            <a:off x="5124450"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51" name="">
            <a:extLst xmlns:a="http://schemas.openxmlformats.org/drawingml/2006/main">
              <a:ext uri="{FF2B5EF4-FFF2-40B4-BE49-F238E27FC236}">
                <a16:creationId xmlns:a16="http://schemas.microsoft.com/office/drawing/2014/main" id="{4FE0B438-EC99-4DAA-93E8-1E082964C2DA}"/>
              </a:ext>
            </a:extLst>
          </p:cNvPr>
          <p:cNvSpPr>
            <a:spLocks xmlns:a="http://schemas.openxmlformats.org/drawingml/2006/main" noGrp="1"/>
          </p:cNvSpPr>
          <p:nvPr/>
        </p:nvSpPr>
        <p:spPr>
          <a:xfrm xmlns:a="http://schemas.openxmlformats.org/drawingml/2006/main">
            <a:off x="5162550"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5B1E9C93-8A67-4287-A635-BC43B00FA177}"/>
              </a:ext>
            </a:extLst>
          </p:cNvPr>
          <p:cNvSpPr>
            <a:spLocks xmlns:a="http://schemas.openxmlformats.org/drawingml/2006/main" noGrp="1"/>
          </p:cNvSpPr>
          <p:nvPr/>
        </p:nvSpPr>
        <p:spPr>
          <a:xfrm xmlns:a="http://schemas.openxmlformats.org/drawingml/2006/main">
            <a:off x="6105525" y="40957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53" name="">
            <a:extLst xmlns:a="http://schemas.openxmlformats.org/drawingml/2006/main">
              <a:ext uri="{FF2B5EF4-FFF2-40B4-BE49-F238E27FC236}">
                <a16:creationId xmlns:a16="http://schemas.microsoft.com/office/drawing/2014/main" id="{A27E556B-4730-4977-9AF3-719FEF7A79FB}"/>
              </a:ext>
            </a:extLst>
          </p:cNvPr>
          <p:cNvSpPr>
            <a:spLocks xmlns:a="http://schemas.openxmlformats.org/drawingml/2006/main" noGrp="1"/>
          </p:cNvSpPr>
          <p:nvPr/>
        </p:nvSpPr>
        <p:spPr>
          <a:xfrm xmlns:a="http://schemas.openxmlformats.org/drawingml/2006/main">
            <a:off x="6143625" y="44005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4" name="">
            <a:extLst xmlns:a="http://schemas.openxmlformats.org/drawingml/2006/main">
              <a:ext uri="{FF2B5EF4-FFF2-40B4-BE49-F238E27FC236}">
                <a16:creationId xmlns:a16="http://schemas.microsoft.com/office/drawing/2014/main" id="{4BE194C0-B104-419D-B764-2596E451A22A}"/>
              </a:ext>
            </a:extLst>
          </p:cNvPr>
          <p:cNvSpPr>
            <a:spLocks xmlns:a="http://schemas.openxmlformats.org/drawingml/2006/main" noGrp="1"/>
          </p:cNvSpPr>
          <p:nvPr/>
        </p:nvSpPr>
        <p:spPr>
          <a:xfrm xmlns:a="http://schemas.openxmlformats.org/drawingml/2006/main">
            <a:off x="514350" y="474345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55" name="">
            <a:extLst xmlns:a="http://schemas.openxmlformats.org/drawingml/2006/main">
              <a:ext uri="{FF2B5EF4-FFF2-40B4-BE49-F238E27FC236}">
                <a16:creationId xmlns:a16="http://schemas.microsoft.com/office/drawing/2014/main" id="{A2514613-6CDE-4804-8E33-B778979FA215}"/>
              </a:ext>
            </a:extLst>
          </p:cNvPr>
          <p:cNvSpPr>
            <a:spLocks xmlns:a="http://schemas.openxmlformats.org/drawingml/2006/main" noGrp="1"/>
          </p:cNvSpPr>
          <p:nvPr/>
        </p:nvSpPr>
        <p:spPr>
          <a:xfrm xmlns:a="http://schemas.openxmlformats.org/drawingml/2006/main">
            <a:off x="628650" y="48768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4</a:t>
            </a:r>
          </a:p>
        </p:txBody>
      </p:sp>
      <p:sp>
        <p:nvSpPr>
          <p:cNvPr id="56" name="">
            <a:extLst xmlns:a="http://schemas.openxmlformats.org/drawingml/2006/main">
              <a:ext uri="{FF2B5EF4-FFF2-40B4-BE49-F238E27FC236}">
                <a16:creationId xmlns:a16="http://schemas.microsoft.com/office/drawing/2014/main" id="{17F2DE06-AF6F-454A-BA2C-0D9D91344358}"/>
              </a:ext>
            </a:extLst>
          </p:cNvPr>
          <p:cNvSpPr>
            <a:spLocks xmlns:a="http://schemas.openxmlformats.org/drawingml/2006/main" noGrp="1"/>
          </p:cNvSpPr>
          <p:nvPr/>
        </p:nvSpPr>
        <p:spPr>
          <a:xfrm xmlns:a="http://schemas.openxmlformats.org/drawingml/2006/main">
            <a:off x="1200150"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57" name="">
            <a:extLst xmlns:a="http://schemas.openxmlformats.org/drawingml/2006/main">
              <a:ext uri="{FF2B5EF4-FFF2-40B4-BE49-F238E27FC236}">
                <a16:creationId xmlns:a16="http://schemas.microsoft.com/office/drawing/2014/main" id="{BD8011A3-409A-4CF1-A9C8-6A70DA89BEA4}"/>
              </a:ext>
            </a:extLst>
          </p:cNvPr>
          <p:cNvSpPr>
            <a:spLocks xmlns:a="http://schemas.openxmlformats.org/drawingml/2006/main" noGrp="1"/>
          </p:cNvSpPr>
          <p:nvPr/>
        </p:nvSpPr>
        <p:spPr>
          <a:xfrm xmlns:a="http://schemas.openxmlformats.org/drawingml/2006/main">
            <a:off x="1238250"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D513C5B4-DDF9-4A81-AA29-38B2822CA4EA}"/>
              </a:ext>
            </a:extLst>
          </p:cNvPr>
          <p:cNvSpPr>
            <a:spLocks xmlns:a="http://schemas.openxmlformats.org/drawingml/2006/main" noGrp="1"/>
          </p:cNvSpPr>
          <p:nvPr/>
        </p:nvSpPr>
        <p:spPr>
          <a:xfrm xmlns:a="http://schemas.openxmlformats.org/drawingml/2006/main">
            <a:off x="2181225"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59" name="">
            <a:extLst xmlns:a="http://schemas.openxmlformats.org/drawingml/2006/main">
              <a:ext uri="{FF2B5EF4-FFF2-40B4-BE49-F238E27FC236}">
                <a16:creationId xmlns:a16="http://schemas.microsoft.com/office/drawing/2014/main" id="{84C162BF-1436-4574-AE3F-4C2E8D9AC401}"/>
              </a:ext>
            </a:extLst>
          </p:cNvPr>
          <p:cNvSpPr>
            <a:spLocks xmlns:a="http://schemas.openxmlformats.org/drawingml/2006/main" noGrp="1"/>
          </p:cNvSpPr>
          <p:nvPr/>
        </p:nvSpPr>
        <p:spPr>
          <a:xfrm xmlns:a="http://schemas.openxmlformats.org/drawingml/2006/main">
            <a:off x="2219325"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0" name="">
            <a:extLst xmlns:a="http://schemas.openxmlformats.org/drawingml/2006/main">
              <a:ext uri="{FF2B5EF4-FFF2-40B4-BE49-F238E27FC236}">
                <a16:creationId xmlns:a16="http://schemas.microsoft.com/office/drawing/2014/main" id="{DFAF0F3C-2B13-4D66-B74A-DCB8A8AC94F6}"/>
              </a:ext>
            </a:extLst>
          </p:cNvPr>
          <p:cNvSpPr>
            <a:spLocks xmlns:a="http://schemas.openxmlformats.org/drawingml/2006/main" noGrp="1"/>
          </p:cNvSpPr>
          <p:nvPr/>
        </p:nvSpPr>
        <p:spPr>
          <a:xfrm xmlns:a="http://schemas.openxmlformats.org/drawingml/2006/main">
            <a:off x="3162300"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61" name="">
            <a:extLst xmlns:a="http://schemas.openxmlformats.org/drawingml/2006/main">
              <a:ext uri="{FF2B5EF4-FFF2-40B4-BE49-F238E27FC236}">
                <a16:creationId xmlns:a16="http://schemas.microsoft.com/office/drawing/2014/main" id="{4CBB59AD-37D5-4C76-AEF9-D8E5F51CE29E}"/>
              </a:ext>
            </a:extLst>
          </p:cNvPr>
          <p:cNvSpPr>
            <a:spLocks xmlns:a="http://schemas.openxmlformats.org/drawingml/2006/main" noGrp="1"/>
          </p:cNvSpPr>
          <p:nvPr/>
        </p:nvSpPr>
        <p:spPr>
          <a:xfrm xmlns:a="http://schemas.openxmlformats.org/drawingml/2006/main">
            <a:off x="3200400"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2" name="">
            <a:extLst xmlns:a="http://schemas.openxmlformats.org/drawingml/2006/main">
              <a:ext uri="{FF2B5EF4-FFF2-40B4-BE49-F238E27FC236}">
                <a16:creationId xmlns:a16="http://schemas.microsoft.com/office/drawing/2014/main" id="{3FBB3975-9834-4011-B250-EF5558BB08AA}"/>
              </a:ext>
            </a:extLst>
          </p:cNvPr>
          <p:cNvSpPr>
            <a:spLocks xmlns:a="http://schemas.openxmlformats.org/drawingml/2006/main" noGrp="1"/>
          </p:cNvSpPr>
          <p:nvPr/>
        </p:nvSpPr>
        <p:spPr>
          <a:xfrm xmlns:a="http://schemas.openxmlformats.org/drawingml/2006/main">
            <a:off x="4143375"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63" name="">
            <a:extLst xmlns:a="http://schemas.openxmlformats.org/drawingml/2006/main">
              <a:ext uri="{FF2B5EF4-FFF2-40B4-BE49-F238E27FC236}">
                <a16:creationId xmlns:a16="http://schemas.microsoft.com/office/drawing/2014/main" id="{FF42F999-D19E-426D-B700-DA1033AB5213}"/>
              </a:ext>
            </a:extLst>
          </p:cNvPr>
          <p:cNvSpPr>
            <a:spLocks xmlns:a="http://schemas.openxmlformats.org/drawingml/2006/main" noGrp="1"/>
          </p:cNvSpPr>
          <p:nvPr/>
        </p:nvSpPr>
        <p:spPr>
          <a:xfrm xmlns:a="http://schemas.openxmlformats.org/drawingml/2006/main">
            <a:off x="4181475"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4" name="">
            <a:extLst xmlns:a="http://schemas.openxmlformats.org/drawingml/2006/main">
              <a:ext uri="{FF2B5EF4-FFF2-40B4-BE49-F238E27FC236}">
                <a16:creationId xmlns:a16="http://schemas.microsoft.com/office/drawing/2014/main" id="{C32E3B58-01F0-4A5D-9470-E5BBD1D3E10D}"/>
              </a:ext>
            </a:extLst>
          </p:cNvPr>
          <p:cNvSpPr>
            <a:spLocks xmlns:a="http://schemas.openxmlformats.org/drawingml/2006/main" noGrp="1"/>
          </p:cNvSpPr>
          <p:nvPr/>
        </p:nvSpPr>
        <p:spPr>
          <a:xfrm xmlns:a="http://schemas.openxmlformats.org/drawingml/2006/main">
            <a:off x="5124450"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65" name="">
            <a:extLst xmlns:a="http://schemas.openxmlformats.org/drawingml/2006/main">
              <a:ext uri="{FF2B5EF4-FFF2-40B4-BE49-F238E27FC236}">
                <a16:creationId xmlns:a16="http://schemas.microsoft.com/office/drawing/2014/main" id="{F8C88700-766D-4063-83AB-0C969C4868E1}"/>
              </a:ext>
            </a:extLst>
          </p:cNvPr>
          <p:cNvSpPr>
            <a:spLocks xmlns:a="http://schemas.openxmlformats.org/drawingml/2006/main" noGrp="1"/>
          </p:cNvSpPr>
          <p:nvPr/>
        </p:nvSpPr>
        <p:spPr>
          <a:xfrm xmlns:a="http://schemas.openxmlformats.org/drawingml/2006/main">
            <a:off x="5162550"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6" name="">
            <a:extLst xmlns:a="http://schemas.openxmlformats.org/drawingml/2006/main">
              <a:ext uri="{FF2B5EF4-FFF2-40B4-BE49-F238E27FC236}">
                <a16:creationId xmlns:a16="http://schemas.microsoft.com/office/drawing/2014/main" id="{BE3DA7AF-6C58-4402-9AF3-016F3FA26239}"/>
              </a:ext>
            </a:extLst>
          </p:cNvPr>
          <p:cNvSpPr>
            <a:spLocks xmlns:a="http://schemas.openxmlformats.org/drawingml/2006/main" noGrp="1"/>
          </p:cNvSpPr>
          <p:nvPr/>
        </p:nvSpPr>
        <p:spPr>
          <a:xfrm xmlns:a="http://schemas.openxmlformats.org/drawingml/2006/main">
            <a:off x="6105525" y="48387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67" name="">
            <a:extLst xmlns:a="http://schemas.openxmlformats.org/drawingml/2006/main">
              <a:ext uri="{FF2B5EF4-FFF2-40B4-BE49-F238E27FC236}">
                <a16:creationId xmlns:a16="http://schemas.microsoft.com/office/drawing/2014/main" id="{F64E7A97-F70B-43FF-9839-28ED436902EC}"/>
              </a:ext>
            </a:extLst>
          </p:cNvPr>
          <p:cNvSpPr>
            <a:spLocks xmlns:a="http://schemas.openxmlformats.org/drawingml/2006/main" noGrp="1"/>
          </p:cNvSpPr>
          <p:nvPr/>
        </p:nvSpPr>
        <p:spPr>
          <a:xfrm xmlns:a="http://schemas.openxmlformats.org/drawingml/2006/main">
            <a:off x="6143625" y="51435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EB2902A9-10AA-4D52-846D-56B2546A2210}"/>
              </a:ext>
            </a:extLst>
          </p:cNvPr>
          <p:cNvSpPr>
            <a:spLocks xmlns:a="http://schemas.openxmlformats.org/drawingml/2006/main" noGrp="1"/>
          </p:cNvSpPr>
          <p:nvPr/>
        </p:nvSpPr>
        <p:spPr>
          <a:xfrm xmlns:a="http://schemas.openxmlformats.org/drawingml/2006/main">
            <a:off x="514350" y="548640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69" name="">
            <a:extLst xmlns:a="http://schemas.openxmlformats.org/drawingml/2006/main">
              <a:ext uri="{FF2B5EF4-FFF2-40B4-BE49-F238E27FC236}">
                <a16:creationId xmlns:a16="http://schemas.microsoft.com/office/drawing/2014/main" id="{56B0AAE2-7E60-4F9C-9F16-9E8D11C08708}"/>
              </a:ext>
            </a:extLst>
          </p:cNvPr>
          <p:cNvSpPr>
            <a:spLocks xmlns:a="http://schemas.openxmlformats.org/drawingml/2006/main" noGrp="1"/>
          </p:cNvSpPr>
          <p:nvPr/>
        </p:nvSpPr>
        <p:spPr>
          <a:xfrm xmlns:a="http://schemas.openxmlformats.org/drawingml/2006/main">
            <a:off x="628650" y="56197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5</a:t>
            </a:r>
          </a:p>
        </p:txBody>
      </p:sp>
      <p:sp>
        <p:nvSpPr>
          <p:cNvPr id="70" name="">
            <a:extLst xmlns:a="http://schemas.openxmlformats.org/drawingml/2006/main">
              <a:ext uri="{FF2B5EF4-FFF2-40B4-BE49-F238E27FC236}">
                <a16:creationId xmlns:a16="http://schemas.microsoft.com/office/drawing/2014/main" id="{791FE00B-AD5B-4FEF-8045-693E5352A588}"/>
              </a:ext>
            </a:extLst>
          </p:cNvPr>
          <p:cNvSpPr>
            <a:spLocks xmlns:a="http://schemas.openxmlformats.org/drawingml/2006/main" noGrp="1"/>
          </p:cNvSpPr>
          <p:nvPr/>
        </p:nvSpPr>
        <p:spPr>
          <a:xfrm xmlns:a="http://schemas.openxmlformats.org/drawingml/2006/main">
            <a:off x="1200150"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71" name="">
            <a:extLst xmlns:a="http://schemas.openxmlformats.org/drawingml/2006/main">
              <a:ext uri="{FF2B5EF4-FFF2-40B4-BE49-F238E27FC236}">
                <a16:creationId xmlns:a16="http://schemas.microsoft.com/office/drawing/2014/main" id="{9D3B031F-9E0B-4D2B-9EA3-88954A16B743}"/>
              </a:ext>
            </a:extLst>
          </p:cNvPr>
          <p:cNvSpPr>
            <a:spLocks xmlns:a="http://schemas.openxmlformats.org/drawingml/2006/main" noGrp="1"/>
          </p:cNvSpPr>
          <p:nvPr/>
        </p:nvSpPr>
        <p:spPr>
          <a:xfrm xmlns:a="http://schemas.openxmlformats.org/drawingml/2006/main">
            <a:off x="1238250"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C498DF4F-194A-45D5-A0DE-DEB63C59AFFC}"/>
              </a:ext>
            </a:extLst>
          </p:cNvPr>
          <p:cNvSpPr>
            <a:spLocks xmlns:a="http://schemas.openxmlformats.org/drawingml/2006/main" noGrp="1"/>
          </p:cNvSpPr>
          <p:nvPr/>
        </p:nvSpPr>
        <p:spPr>
          <a:xfrm xmlns:a="http://schemas.openxmlformats.org/drawingml/2006/main">
            <a:off x="2181225"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73" name="">
            <a:extLst xmlns:a="http://schemas.openxmlformats.org/drawingml/2006/main">
              <a:ext uri="{FF2B5EF4-FFF2-40B4-BE49-F238E27FC236}">
                <a16:creationId xmlns:a16="http://schemas.microsoft.com/office/drawing/2014/main" id="{EC0A3130-6BB1-4262-A6D7-1BBF6D72A7F4}"/>
              </a:ext>
            </a:extLst>
          </p:cNvPr>
          <p:cNvSpPr>
            <a:spLocks xmlns:a="http://schemas.openxmlformats.org/drawingml/2006/main" noGrp="1"/>
          </p:cNvSpPr>
          <p:nvPr/>
        </p:nvSpPr>
        <p:spPr>
          <a:xfrm xmlns:a="http://schemas.openxmlformats.org/drawingml/2006/main">
            <a:off x="2219325"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4" name="">
            <a:extLst xmlns:a="http://schemas.openxmlformats.org/drawingml/2006/main">
              <a:ext uri="{FF2B5EF4-FFF2-40B4-BE49-F238E27FC236}">
                <a16:creationId xmlns:a16="http://schemas.microsoft.com/office/drawing/2014/main" id="{EDC8E0EB-85B0-402D-9405-4F87BAB06A57}"/>
              </a:ext>
            </a:extLst>
          </p:cNvPr>
          <p:cNvSpPr>
            <a:spLocks xmlns:a="http://schemas.openxmlformats.org/drawingml/2006/main" noGrp="1"/>
          </p:cNvSpPr>
          <p:nvPr/>
        </p:nvSpPr>
        <p:spPr>
          <a:xfrm xmlns:a="http://schemas.openxmlformats.org/drawingml/2006/main">
            <a:off x="3162300"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75" name="">
            <a:extLst xmlns:a="http://schemas.openxmlformats.org/drawingml/2006/main">
              <a:ext uri="{FF2B5EF4-FFF2-40B4-BE49-F238E27FC236}">
                <a16:creationId xmlns:a16="http://schemas.microsoft.com/office/drawing/2014/main" id="{4AD3EF1B-F7A4-4870-A3DC-B5B8AF306689}"/>
              </a:ext>
            </a:extLst>
          </p:cNvPr>
          <p:cNvSpPr>
            <a:spLocks xmlns:a="http://schemas.openxmlformats.org/drawingml/2006/main" noGrp="1"/>
          </p:cNvSpPr>
          <p:nvPr/>
        </p:nvSpPr>
        <p:spPr>
          <a:xfrm xmlns:a="http://schemas.openxmlformats.org/drawingml/2006/main">
            <a:off x="3200400"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6" name="">
            <a:extLst xmlns:a="http://schemas.openxmlformats.org/drawingml/2006/main">
              <a:ext uri="{FF2B5EF4-FFF2-40B4-BE49-F238E27FC236}">
                <a16:creationId xmlns:a16="http://schemas.microsoft.com/office/drawing/2014/main" id="{E05E2DA2-F4DD-4C1E-BFB5-8F555B9D8265}"/>
              </a:ext>
            </a:extLst>
          </p:cNvPr>
          <p:cNvSpPr>
            <a:spLocks xmlns:a="http://schemas.openxmlformats.org/drawingml/2006/main" noGrp="1"/>
          </p:cNvSpPr>
          <p:nvPr/>
        </p:nvSpPr>
        <p:spPr>
          <a:xfrm xmlns:a="http://schemas.openxmlformats.org/drawingml/2006/main">
            <a:off x="4143375"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77" name="">
            <a:extLst xmlns:a="http://schemas.openxmlformats.org/drawingml/2006/main">
              <a:ext uri="{FF2B5EF4-FFF2-40B4-BE49-F238E27FC236}">
                <a16:creationId xmlns:a16="http://schemas.microsoft.com/office/drawing/2014/main" id="{CEA443B6-1042-4968-AC2C-8651743F6F5B}"/>
              </a:ext>
            </a:extLst>
          </p:cNvPr>
          <p:cNvSpPr>
            <a:spLocks xmlns:a="http://schemas.openxmlformats.org/drawingml/2006/main" noGrp="1"/>
          </p:cNvSpPr>
          <p:nvPr/>
        </p:nvSpPr>
        <p:spPr>
          <a:xfrm xmlns:a="http://schemas.openxmlformats.org/drawingml/2006/main">
            <a:off x="4181475"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8" name="">
            <a:extLst xmlns:a="http://schemas.openxmlformats.org/drawingml/2006/main">
              <a:ext uri="{FF2B5EF4-FFF2-40B4-BE49-F238E27FC236}">
                <a16:creationId xmlns:a16="http://schemas.microsoft.com/office/drawing/2014/main" id="{176C7757-9A2F-4A1C-93F0-3EAA630EEF25}"/>
              </a:ext>
            </a:extLst>
          </p:cNvPr>
          <p:cNvSpPr>
            <a:spLocks xmlns:a="http://schemas.openxmlformats.org/drawingml/2006/main" noGrp="1"/>
          </p:cNvSpPr>
          <p:nvPr/>
        </p:nvSpPr>
        <p:spPr>
          <a:xfrm xmlns:a="http://schemas.openxmlformats.org/drawingml/2006/main">
            <a:off x="5124450"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79" name="">
            <a:extLst xmlns:a="http://schemas.openxmlformats.org/drawingml/2006/main">
              <a:ext uri="{FF2B5EF4-FFF2-40B4-BE49-F238E27FC236}">
                <a16:creationId xmlns:a16="http://schemas.microsoft.com/office/drawing/2014/main" id="{56ECD115-9A29-495C-9B22-67718CFF7636}"/>
              </a:ext>
            </a:extLst>
          </p:cNvPr>
          <p:cNvSpPr>
            <a:spLocks xmlns:a="http://schemas.openxmlformats.org/drawingml/2006/main" noGrp="1"/>
          </p:cNvSpPr>
          <p:nvPr/>
        </p:nvSpPr>
        <p:spPr>
          <a:xfrm xmlns:a="http://schemas.openxmlformats.org/drawingml/2006/main">
            <a:off x="5162550"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0" name="">
            <a:extLst xmlns:a="http://schemas.openxmlformats.org/drawingml/2006/main">
              <a:ext uri="{FF2B5EF4-FFF2-40B4-BE49-F238E27FC236}">
                <a16:creationId xmlns:a16="http://schemas.microsoft.com/office/drawing/2014/main" id="{1688C71B-6056-471B-BC14-54E90AE55C01}"/>
              </a:ext>
            </a:extLst>
          </p:cNvPr>
          <p:cNvSpPr>
            <a:spLocks xmlns:a="http://schemas.openxmlformats.org/drawingml/2006/main" noGrp="1"/>
          </p:cNvSpPr>
          <p:nvPr/>
        </p:nvSpPr>
        <p:spPr>
          <a:xfrm xmlns:a="http://schemas.openxmlformats.org/drawingml/2006/main">
            <a:off x="6105525" y="55816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81" name="">
            <a:extLst xmlns:a="http://schemas.openxmlformats.org/drawingml/2006/main">
              <a:ext uri="{FF2B5EF4-FFF2-40B4-BE49-F238E27FC236}">
                <a16:creationId xmlns:a16="http://schemas.microsoft.com/office/drawing/2014/main" id="{A40EEC18-8F7A-4A8B-9C9E-3F3A739F2075}"/>
              </a:ext>
            </a:extLst>
          </p:cNvPr>
          <p:cNvSpPr>
            <a:spLocks xmlns:a="http://schemas.openxmlformats.org/drawingml/2006/main" noGrp="1"/>
          </p:cNvSpPr>
          <p:nvPr/>
        </p:nvSpPr>
        <p:spPr>
          <a:xfrm xmlns:a="http://schemas.openxmlformats.org/drawingml/2006/main">
            <a:off x="6143625" y="58864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5E81416B-5CD5-4CEB-B08E-520EEC909284}"/>
              </a:ext>
            </a:extLst>
          </p:cNvPr>
          <p:cNvSpPr>
            <a:spLocks xmlns:a="http://schemas.openxmlformats.org/drawingml/2006/main" noGrp="1"/>
          </p:cNvSpPr>
          <p:nvPr/>
        </p:nvSpPr>
        <p:spPr>
          <a:xfrm xmlns:a="http://schemas.openxmlformats.org/drawingml/2006/main">
            <a:off x="514350" y="622935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83" name="">
            <a:extLst xmlns:a="http://schemas.openxmlformats.org/drawingml/2006/main">
              <a:ext uri="{FF2B5EF4-FFF2-40B4-BE49-F238E27FC236}">
                <a16:creationId xmlns:a16="http://schemas.microsoft.com/office/drawing/2014/main" id="{431BE327-CDBB-4451-8C37-4C93D23B14D3}"/>
              </a:ext>
            </a:extLst>
          </p:cNvPr>
          <p:cNvSpPr>
            <a:spLocks xmlns:a="http://schemas.openxmlformats.org/drawingml/2006/main" noGrp="1"/>
          </p:cNvSpPr>
          <p:nvPr/>
        </p:nvSpPr>
        <p:spPr>
          <a:xfrm xmlns:a="http://schemas.openxmlformats.org/drawingml/2006/main">
            <a:off x="628650" y="636270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6</a:t>
            </a:r>
          </a:p>
        </p:txBody>
      </p:sp>
      <p:sp>
        <p:nvSpPr>
          <p:cNvPr id="84" name="">
            <a:extLst xmlns:a="http://schemas.openxmlformats.org/drawingml/2006/main">
              <a:ext uri="{FF2B5EF4-FFF2-40B4-BE49-F238E27FC236}">
                <a16:creationId xmlns:a16="http://schemas.microsoft.com/office/drawing/2014/main" id="{A7921EA0-DD8C-45A8-ADA2-69B13C489894}"/>
              </a:ext>
            </a:extLst>
          </p:cNvPr>
          <p:cNvSpPr>
            <a:spLocks xmlns:a="http://schemas.openxmlformats.org/drawingml/2006/main" noGrp="1"/>
          </p:cNvSpPr>
          <p:nvPr/>
        </p:nvSpPr>
        <p:spPr>
          <a:xfrm xmlns:a="http://schemas.openxmlformats.org/drawingml/2006/main">
            <a:off x="1200150"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85" name="">
            <a:extLst xmlns:a="http://schemas.openxmlformats.org/drawingml/2006/main">
              <a:ext uri="{FF2B5EF4-FFF2-40B4-BE49-F238E27FC236}">
                <a16:creationId xmlns:a16="http://schemas.microsoft.com/office/drawing/2014/main" id="{EA18B4A0-8BD4-49B3-BA0E-C7021962EEDB}"/>
              </a:ext>
            </a:extLst>
          </p:cNvPr>
          <p:cNvSpPr>
            <a:spLocks xmlns:a="http://schemas.openxmlformats.org/drawingml/2006/main" noGrp="1"/>
          </p:cNvSpPr>
          <p:nvPr/>
        </p:nvSpPr>
        <p:spPr>
          <a:xfrm xmlns:a="http://schemas.openxmlformats.org/drawingml/2006/main">
            <a:off x="1238250"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6" name="">
            <a:extLst xmlns:a="http://schemas.openxmlformats.org/drawingml/2006/main">
              <a:ext uri="{FF2B5EF4-FFF2-40B4-BE49-F238E27FC236}">
                <a16:creationId xmlns:a16="http://schemas.microsoft.com/office/drawing/2014/main" id="{F2830AB3-BFAC-402A-B012-8D80397EB77B}"/>
              </a:ext>
            </a:extLst>
          </p:cNvPr>
          <p:cNvSpPr>
            <a:spLocks xmlns:a="http://schemas.openxmlformats.org/drawingml/2006/main" noGrp="1"/>
          </p:cNvSpPr>
          <p:nvPr/>
        </p:nvSpPr>
        <p:spPr>
          <a:xfrm xmlns:a="http://schemas.openxmlformats.org/drawingml/2006/main">
            <a:off x="2181225"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87" name="">
            <a:extLst xmlns:a="http://schemas.openxmlformats.org/drawingml/2006/main">
              <a:ext uri="{FF2B5EF4-FFF2-40B4-BE49-F238E27FC236}">
                <a16:creationId xmlns:a16="http://schemas.microsoft.com/office/drawing/2014/main" id="{FF1FE23B-D7BD-4966-BE88-57F1CFFAE036}"/>
              </a:ext>
            </a:extLst>
          </p:cNvPr>
          <p:cNvSpPr>
            <a:spLocks xmlns:a="http://schemas.openxmlformats.org/drawingml/2006/main" noGrp="1"/>
          </p:cNvSpPr>
          <p:nvPr/>
        </p:nvSpPr>
        <p:spPr>
          <a:xfrm xmlns:a="http://schemas.openxmlformats.org/drawingml/2006/main">
            <a:off x="2219325"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587462C4-576C-41C2-AEB0-474F5E8E8C2C}"/>
              </a:ext>
            </a:extLst>
          </p:cNvPr>
          <p:cNvSpPr>
            <a:spLocks xmlns:a="http://schemas.openxmlformats.org/drawingml/2006/main" noGrp="1"/>
          </p:cNvSpPr>
          <p:nvPr/>
        </p:nvSpPr>
        <p:spPr>
          <a:xfrm xmlns:a="http://schemas.openxmlformats.org/drawingml/2006/main">
            <a:off x="3162300"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89" name="">
            <a:extLst xmlns:a="http://schemas.openxmlformats.org/drawingml/2006/main">
              <a:ext uri="{FF2B5EF4-FFF2-40B4-BE49-F238E27FC236}">
                <a16:creationId xmlns:a16="http://schemas.microsoft.com/office/drawing/2014/main" id="{118F08B1-7C48-45AA-9A1C-A8398D696013}"/>
              </a:ext>
            </a:extLst>
          </p:cNvPr>
          <p:cNvSpPr>
            <a:spLocks xmlns:a="http://schemas.openxmlformats.org/drawingml/2006/main" noGrp="1"/>
          </p:cNvSpPr>
          <p:nvPr/>
        </p:nvSpPr>
        <p:spPr>
          <a:xfrm xmlns:a="http://schemas.openxmlformats.org/drawingml/2006/main">
            <a:off x="3200400"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0" name="">
            <a:extLst xmlns:a="http://schemas.openxmlformats.org/drawingml/2006/main">
              <a:ext uri="{FF2B5EF4-FFF2-40B4-BE49-F238E27FC236}">
                <a16:creationId xmlns:a16="http://schemas.microsoft.com/office/drawing/2014/main" id="{E56ABACD-5C6C-40F9-A029-2DE07E70ED0C}"/>
              </a:ext>
            </a:extLst>
          </p:cNvPr>
          <p:cNvSpPr>
            <a:spLocks xmlns:a="http://schemas.openxmlformats.org/drawingml/2006/main" noGrp="1"/>
          </p:cNvSpPr>
          <p:nvPr/>
        </p:nvSpPr>
        <p:spPr>
          <a:xfrm xmlns:a="http://schemas.openxmlformats.org/drawingml/2006/main">
            <a:off x="4143375"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91" name="">
            <a:extLst xmlns:a="http://schemas.openxmlformats.org/drawingml/2006/main">
              <a:ext uri="{FF2B5EF4-FFF2-40B4-BE49-F238E27FC236}">
                <a16:creationId xmlns:a16="http://schemas.microsoft.com/office/drawing/2014/main" id="{B058EF84-068A-4D77-A3A9-935C4439A983}"/>
              </a:ext>
            </a:extLst>
          </p:cNvPr>
          <p:cNvSpPr>
            <a:spLocks xmlns:a="http://schemas.openxmlformats.org/drawingml/2006/main" noGrp="1"/>
          </p:cNvSpPr>
          <p:nvPr/>
        </p:nvSpPr>
        <p:spPr>
          <a:xfrm xmlns:a="http://schemas.openxmlformats.org/drawingml/2006/main">
            <a:off x="4181475"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0A17ABCA-1BB9-46CD-B1ED-36DDA96DDD9E}"/>
              </a:ext>
            </a:extLst>
          </p:cNvPr>
          <p:cNvSpPr>
            <a:spLocks xmlns:a="http://schemas.openxmlformats.org/drawingml/2006/main" noGrp="1"/>
          </p:cNvSpPr>
          <p:nvPr/>
        </p:nvSpPr>
        <p:spPr>
          <a:xfrm xmlns:a="http://schemas.openxmlformats.org/drawingml/2006/main">
            <a:off x="5124450"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93" name="">
            <a:extLst xmlns:a="http://schemas.openxmlformats.org/drawingml/2006/main">
              <a:ext uri="{FF2B5EF4-FFF2-40B4-BE49-F238E27FC236}">
                <a16:creationId xmlns:a16="http://schemas.microsoft.com/office/drawing/2014/main" id="{5C7B59D4-C772-4F2E-8A34-0343D28E505E}"/>
              </a:ext>
            </a:extLst>
          </p:cNvPr>
          <p:cNvSpPr>
            <a:spLocks xmlns:a="http://schemas.openxmlformats.org/drawingml/2006/main" noGrp="1"/>
          </p:cNvSpPr>
          <p:nvPr/>
        </p:nvSpPr>
        <p:spPr>
          <a:xfrm xmlns:a="http://schemas.openxmlformats.org/drawingml/2006/main">
            <a:off x="5162550"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4" name="">
            <a:extLst xmlns:a="http://schemas.openxmlformats.org/drawingml/2006/main">
              <a:ext uri="{FF2B5EF4-FFF2-40B4-BE49-F238E27FC236}">
                <a16:creationId xmlns:a16="http://schemas.microsoft.com/office/drawing/2014/main" id="{84FEB921-3820-4593-A4FA-03F9BBDDE4B6}"/>
              </a:ext>
            </a:extLst>
          </p:cNvPr>
          <p:cNvSpPr>
            <a:spLocks xmlns:a="http://schemas.openxmlformats.org/drawingml/2006/main" noGrp="1"/>
          </p:cNvSpPr>
          <p:nvPr/>
        </p:nvSpPr>
        <p:spPr>
          <a:xfrm xmlns:a="http://schemas.openxmlformats.org/drawingml/2006/main">
            <a:off x="6105525" y="632460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95" name="">
            <a:extLst xmlns:a="http://schemas.openxmlformats.org/drawingml/2006/main">
              <a:ext uri="{FF2B5EF4-FFF2-40B4-BE49-F238E27FC236}">
                <a16:creationId xmlns:a16="http://schemas.microsoft.com/office/drawing/2014/main" id="{6D810A0C-8964-48C0-AEE3-5DDB30F050B0}"/>
              </a:ext>
            </a:extLst>
          </p:cNvPr>
          <p:cNvSpPr>
            <a:spLocks xmlns:a="http://schemas.openxmlformats.org/drawingml/2006/main" noGrp="1"/>
          </p:cNvSpPr>
          <p:nvPr/>
        </p:nvSpPr>
        <p:spPr>
          <a:xfrm xmlns:a="http://schemas.openxmlformats.org/drawingml/2006/main">
            <a:off x="6143625" y="662940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6" name="">
            <a:extLst xmlns:a="http://schemas.openxmlformats.org/drawingml/2006/main">
              <a:ext uri="{FF2B5EF4-FFF2-40B4-BE49-F238E27FC236}">
                <a16:creationId xmlns:a16="http://schemas.microsoft.com/office/drawing/2014/main" id="{D2E2ED03-53FF-4092-AFCB-902FD1044176}"/>
              </a:ext>
            </a:extLst>
          </p:cNvPr>
          <p:cNvSpPr>
            <a:spLocks xmlns:a="http://schemas.openxmlformats.org/drawingml/2006/main" noGrp="1"/>
          </p:cNvSpPr>
          <p:nvPr/>
        </p:nvSpPr>
        <p:spPr>
          <a:xfrm xmlns:a="http://schemas.openxmlformats.org/drawingml/2006/main">
            <a:off x="514350" y="6972300"/>
            <a:ext cx="67437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EEA"/>
            </a:solidFill>
            <a:prstDash val="solid"/>
          </a:ln>
        </p:spPr>
      </p:sp>
      <p:sp>
        <p:nvSpPr>
          <p:cNvPr id="97" name="">
            <a:extLst xmlns:a="http://schemas.openxmlformats.org/drawingml/2006/main">
              <a:ext uri="{FF2B5EF4-FFF2-40B4-BE49-F238E27FC236}">
                <a16:creationId xmlns:a16="http://schemas.microsoft.com/office/drawing/2014/main" id="{EF921C6F-98E0-40CE-AF72-7856D0F33B01}"/>
              </a:ext>
            </a:extLst>
          </p:cNvPr>
          <p:cNvSpPr>
            <a:spLocks xmlns:a="http://schemas.openxmlformats.org/drawingml/2006/main" noGrp="1"/>
          </p:cNvSpPr>
          <p:nvPr/>
        </p:nvSpPr>
        <p:spPr>
          <a:xfrm xmlns:a="http://schemas.openxmlformats.org/drawingml/2006/main">
            <a:off x="628650" y="7105650"/>
            <a:ext cx="514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005030"/>
                </a:solidFill>
                <a:latin typeface="Verdana"/>
                <a:ea typeface="Verdana"/>
                <a:cs typeface="Verdana"/>
              </a:defRPr>
            </a:pPr>
            <a:r>
              <a:rPr sz="825" b="1" i="0">
                <a:solidFill>
                  <a:srgbClr val="005030"/>
                </a:solidFill>
                <a:latin typeface="Verdana"/>
                <a:ea typeface="Verdana"/>
                <a:cs typeface="Verdana"/>
              </a:rPr>
              <a:t>Day 7</a:t>
            </a:r>
          </a:p>
        </p:txBody>
      </p:sp>
      <p:sp>
        <p:nvSpPr>
          <p:cNvPr id="98" name="">
            <a:extLst xmlns:a="http://schemas.openxmlformats.org/drawingml/2006/main">
              <a:ext uri="{FF2B5EF4-FFF2-40B4-BE49-F238E27FC236}">
                <a16:creationId xmlns:a16="http://schemas.microsoft.com/office/drawing/2014/main" id="{E6243795-4B34-4951-BD59-9C393716AB8F}"/>
              </a:ext>
            </a:extLst>
          </p:cNvPr>
          <p:cNvSpPr>
            <a:spLocks xmlns:a="http://schemas.openxmlformats.org/drawingml/2006/main" noGrp="1"/>
          </p:cNvSpPr>
          <p:nvPr/>
        </p:nvSpPr>
        <p:spPr>
          <a:xfrm xmlns:a="http://schemas.openxmlformats.org/drawingml/2006/main">
            <a:off x="1200150"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Date/time</a:t>
            </a:r>
          </a:p>
        </p:txBody>
      </p:sp>
      <p:sp>
        <p:nvSpPr>
          <p:cNvPr id="99" name="">
            <a:extLst xmlns:a="http://schemas.openxmlformats.org/drawingml/2006/main">
              <a:ext uri="{FF2B5EF4-FFF2-40B4-BE49-F238E27FC236}">
                <a16:creationId xmlns:a16="http://schemas.microsoft.com/office/drawing/2014/main" id="{9E16A913-A61B-41BE-90FD-EEF62EC82BD6}"/>
              </a:ext>
            </a:extLst>
          </p:cNvPr>
          <p:cNvSpPr>
            <a:spLocks xmlns:a="http://schemas.openxmlformats.org/drawingml/2006/main" noGrp="1"/>
          </p:cNvSpPr>
          <p:nvPr/>
        </p:nvSpPr>
        <p:spPr>
          <a:xfrm xmlns:a="http://schemas.openxmlformats.org/drawingml/2006/main">
            <a:off x="1238250"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0" name="">
            <a:extLst xmlns:a="http://schemas.openxmlformats.org/drawingml/2006/main">
              <a:ext uri="{FF2B5EF4-FFF2-40B4-BE49-F238E27FC236}">
                <a16:creationId xmlns:a16="http://schemas.microsoft.com/office/drawing/2014/main" id="{FE08CEF7-B449-467B-993A-AC4FF6BDF323}"/>
              </a:ext>
            </a:extLst>
          </p:cNvPr>
          <p:cNvSpPr>
            <a:spLocks xmlns:a="http://schemas.openxmlformats.org/drawingml/2006/main" noGrp="1"/>
          </p:cNvSpPr>
          <p:nvPr/>
        </p:nvSpPr>
        <p:spPr>
          <a:xfrm xmlns:a="http://schemas.openxmlformats.org/drawingml/2006/main">
            <a:off x="2181225"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Reading</a:t>
            </a:r>
          </a:p>
        </p:txBody>
      </p:sp>
      <p:sp>
        <p:nvSpPr>
          <p:cNvPr id="101" name="">
            <a:extLst xmlns:a="http://schemas.openxmlformats.org/drawingml/2006/main">
              <a:ext uri="{FF2B5EF4-FFF2-40B4-BE49-F238E27FC236}">
                <a16:creationId xmlns:a16="http://schemas.microsoft.com/office/drawing/2014/main" id="{43BFFC9D-7DEA-47A2-8780-E27094AF0070}"/>
              </a:ext>
            </a:extLst>
          </p:cNvPr>
          <p:cNvSpPr>
            <a:spLocks xmlns:a="http://schemas.openxmlformats.org/drawingml/2006/main" noGrp="1"/>
          </p:cNvSpPr>
          <p:nvPr/>
        </p:nvSpPr>
        <p:spPr>
          <a:xfrm xmlns:a="http://schemas.openxmlformats.org/drawingml/2006/main">
            <a:off x="2219325"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F6E3C2C7-16A6-4CAB-AA69-9E380654F3C4}"/>
              </a:ext>
            </a:extLst>
          </p:cNvPr>
          <p:cNvSpPr>
            <a:spLocks xmlns:a="http://schemas.openxmlformats.org/drawingml/2006/main" noGrp="1"/>
          </p:cNvSpPr>
          <p:nvPr/>
        </p:nvSpPr>
        <p:spPr>
          <a:xfrm xmlns:a="http://schemas.openxmlformats.org/drawingml/2006/main">
            <a:off x="3162300"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Meal relation</a:t>
            </a:r>
          </a:p>
        </p:txBody>
      </p:sp>
      <p:sp>
        <p:nvSpPr>
          <p:cNvPr id="103" name="">
            <a:extLst xmlns:a="http://schemas.openxmlformats.org/drawingml/2006/main">
              <a:ext uri="{FF2B5EF4-FFF2-40B4-BE49-F238E27FC236}">
                <a16:creationId xmlns:a16="http://schemas.microsoft.com/office/drawing/2014/main" id="{B4466B2D-6BF1-4FC3-9637-063A39AD6279}"/>
              </a:ext>
            </a:extLst>
          </p:cNvPr>
          <p:cNvSpPr>
            <a:spLocks xmlns:a="http://schemas.openxmlformats.org/drawingml/2006/main" noGrp="1"/>
          </p:cNvSpPr>
          <p:nvPr/>
        </p:nvSpPr>
        <p:spPr>
          <a:xfrm xmlns:a="http://schemas.openxmlformats.org/drawingml/2006/main">
            <a:off x="3200400"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4" name="">
            <a:extLst xmlns:a="http://schemas.openxmlformats.org/drawingml/2006/main">
              <a:ext uri="{FF2B5EF4-FFF2-40B4-BE49-F238E27FC236}">
                <a16:creationId xmlns:a16="http://schemas.microsoft.com/office/drawing/2014/main" id="{404E1EAB-5AD2-49D3-A33F-D9D140493CE0}"/>
              </a:ext>
            </a:extLst>
          </p:cNvPr>
          <p:cNvSpPr>
            <a:spLocks xmlns:a="http://schemas.openxmlformats.org/drawingml/2006/main" noGrp="1"/>
          </p:cNvSpPr>
          <p:nvPr/>
        </p:nvSpPr>
        <p:spPr>
          <a:xfrm xmlns:a="http://schemas.openxmlformats.org/drawingml/2006/main">
            <a:off x="4143375"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Medicine as prescribed</a:t>
            </a:r>
          </a:p>
        </p:txBody>
      </p:sp>
      <p:sp>
        <p:nvSpPr>
          <p:cNvPr id="105" name="">
            <a:extLst xmlns:a="http://schemas.openxmlformats.org/drawingml/2006/main">
              <a:ext uri="{FF2B5EF4-FFF2-40B4-BE49-F238E27FC236}">
                <a16:creationId xmlns:a16="http://schemas.microsoft.com/office/drawing/2014/main" id="{4D2E0EE2-8089-4575-B0E0-D869063DBA06}"/>
              </a:ext>
            </a:extLst>
          </p:cNvPr>
          <p:cNvSpPr>
            <a:spLocks xmlns:a="http://schemas.openxmlformats.org/drawingml/2006/main" noGrp="1"/>
          </p:cNvSpPr>
          <p:nvPr/>
        </p:nvSpPr>
        <p:spPr>
          <a:xfrm xmlns:a="http://schemas.openxmlformats.org/drawingml/2006/main">
            <a:off x="4181475"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6" name="">
            <a:extLst xmlns:a="http://schemas.openxmlformats.org/drawingml/2006/main">
              <a:ext uri="{FF2B5EF4-FFF2-40B4-BE49-F238E27FC236}">
                <a16:creationId xmlns:a16="http://schemas.microsoft.com/office/drawing/2014/main" id="{C671D36C-76E4-4BCC-AFC2-766B0609C1A7}"/>
              </a:ext>
            </a:extLst>
          </p:cNvPr>
          <p:cNvSpPr>
            <a:spLocks xmlns:a="http://schemas.openxmlformats.org/drawingml/2006/main" noGrp="1"/>
          </p:cNvSpPr>
          <p:nvPr/>
        </p:nvSpPr>
        <p:spPr>
          <a:xfrm xmlns:a="http://schemas.openxmlformats.org/drawingml/2006/main">
            <a:off x="5124450"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Activity, stress, or sleep</a:t>
            </a:r>
          </a:p>
        </p:txBody>
      </p:sp>
      <p:sp>
        <p:nvSpPr>
          <p:cNvPr id="107" name="">
            <a:extLst xmlns:a="http://schemas.openxmlformats.org/drawingml/2006/main">
              <a:ext uri="{FF2B5EF4-FFF2-40B4-BE49-F238E27FC236}">
                <a16:creationId xmlns:a16="http://schemas.microsoft.com/office/drawing/2014/main" id="{58A879FF-7269-4D55-BEA9-36FAB37F2CDC}"/>
              </a:ext>
            </a:extLst>
          </p:cNvPr>
          <p:cNvSpPr>
            <a:spLocks xmlns:a="http://schemas.openxmlformats.org/drawingml/2006/main" noGrp="1"/>
          </p:cNvSpPr>
          <p:nvPr/>
        </p:nvSpPr>
        <p:spPr>
          <a:xfrm xmlns:a="http://schemas.openxmlformats.org/drawingml/2006/main">
            <a:off x="5162550"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E88C4786-22AA-4D0A-8C47-7036ABFDD714}"/>
              </a:ext>
            </a:extLst>
          </p:cNvPr>
          <p:cNvSpPr>
            <a:spLocks xmlns:a="http://schemas.openxmlformats.org/drawingml/2006/main" noGrp="1"/>
          </p:cNvSpPr>
          <p:nvPr/>
        </p:nvSpPr>
        <p:spPr>
          <a:xfrm xmlns:a="http://schemas.openxmlformats.org/drawingml/2006/main">
            <a:off x="6105525" y="7067550"/>
            <a:ext cx="971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60" b="1" i="0">
                <a:solidFill>
                  <a:srgbClr val="5F6878"/>
                </a:solidFill>
                <a:latin typeface="Verdana"/>
                <a:ea typeface="Verdana"/>
                <a:cs typeface="Verdana"/>
              </a:defRPr>
            </a:pPr>
            <a:r>
              <a:rPr sz="660" b="1" i="0">
                <a:solidFill>
                  <a:srgbClr val="5F6878"/>
                </a:solidFill>
                <a:latin typeface="Verdana"/>
                <a:ea typeface="Verdana"/>
                <a:cs typeface="Verdana"/>
              </a:rPr>
              <a:t>Symptoms/action per plan</a:t>
            </a:r>
          </a:p>
        </p:txBody>
      </p:sp>
      <p:sp>
        <p:nvSpPr>
          <p:cNvPr id="109" name="">
            <a:extLst xmlns:a="http://schemas.openxmlformats.org/drawingml/2006/main">
              <a:ext uri="{FF2B5EF4-FFF2-40B4-BE49-F238E27FC236}">
                <a16:creationId xmlns:a16="http://schemas.microsoft.com/office/drawing/2014/main" id="{1E996F79-4471-4947-BB27-2D120E642B63}"/>
              </a:ext>
            </a:extLst>
          </p:cNvPr>
          <p:cNvSpPr>
            <a:spLocks xmlns:a="http://schemas.openxmlformats.org/drawingml/2006/main" noGrp="1"/>
          </p:cNvSpPr>
          <p:nvPr/>
        </p:nvSpPr>
        <p:spPr>
          <a:xfrm xmlns:a="http://schemas.openxmlformats.org/drawingml/2006/main">
            <a:off x="6143625" y="7372350"/>
            <a:ext cx="955675"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0" name="">
            <a:extLst xmlns:a="http://schemas.openxmlformats.org/drawingml/2006/main">
              <a:ext uri="{FF2B5EF4-FFF2-40B4-BE49-F238E27FC236}">
                <a16:creationId xmlns:a16="http://schemas.microsoft.com/office/drawing/2014/main" id="{50A271F9-6C03-40B3-B336-69234AB46B8C}"/>
              </a:ext>
            </a:extLst>
          </p:cNvPr>
          <p:cNvSpPr>
            <a:spLocks xmlns:a="http://schemas.openxmlformats.org/drawingml/2006/main" noGrp="1"/>
          </p:cNvSpPr>
          <p:nvPr/>
        </p:nvSpPr>
        <p:spPr>
          <a:xfrm xmlns:a="http://schemas.openxmlformats.org/drawingml/2006/main">
            <a:off x="514350" y="8077200"/>
            <a:ext cx="6743700" cy="876300"/>
          </a:xfrm>
          <a:prstGeom xmlns:a="http://schemas.openxmlformats.org/drawingml/2006/main" prst="roundRect">
            <a:avLst>
              <a:gd name="adj" fmla="val 13043"/>
            </a:avLst>
          </a:prstGeom>
          <a:solidFill xmlns:a="http://schemas.openxmlformats.org/drawingml/2006/main">
            <a:srgbClr val="FFF0E7"/>
          </a:solidFill>
          <a:ln xmlns:a="http://schemas.openxmlformats.org/drawingml/2006/main" w="9525">
            <a:solidFill>
              <a:srgbClr val="D9DEEA"/>
            </a:solidFill>
            <a:prstDash val="solid"/>
          </a:ln>
        </p:spPr>
      </p:sp>
      <p:sp>
        <p:nvSpPr>
          <p:cNvPr id="111" name="">
            <a:extLst xmlns:a="http://schemas.openxmlformats.org/drawingml/2006/main">
              <a:ext uri="{FF2B5EF4-FFF2-40B4-BE49-F238E27FC236}">
                <a16:creationId xmlns:a16="http://schemas.microsoft.com/office/drawing/2014/main" id="{569E1FAD-250E-4DA0-A025-FDA638F79268}"/>
              </a:ext>
            </a:extLst>
          </p:cNvPr>
          <p:cNvSpPr>
            <a:spLocks xmlns:a="http://schemas.openxmlformats.org/drawingml/2006/main" noGrp="1"/>
          </p:cNvSpPr>
          <p:nvPr/>
        </p:nvSpPr>
        <p:spPr>
          <a:xfrm xmlns:a="http://schemas.openxmlformats.org/drawingml/2006/main">
            <a:off x="514350" y="8077200"/>
            <a:ext cx="57150" cy="87630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ACC63A94-D205-463E-A779-3E6B25E726E1}"/>
              </a:ext>
            </a:extLst>
          </p:cNvPr>
          <p:cNvSpPr>
            <a:spLocks xmlns:a="http://schemas.openxmlformats.org/drawingml/2006/main" noGrp="1"/>
          </p:cNvSpPr>
          <p:nvPr/>
        </p:nvSpPr>
        <p:spPr>
          <a:xfrm xmlns:a="http://schemas.openxmlformats.org/drawingml/2006/main">
            <a:off x="685800" y="82105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Safety note</a:t>
            </a:r>
          </a:p>
        </p:txBody>
      </p:sp>
      <p:sp>
        <p:nvSpPr>
          <p:cNvPr id="113" name="">
            <a:extLst xmlns:a="http://schemas.openxmlformats.org/drawingml/2006/main">
              <a:ext uri="{FF2B5EF4-FFF2-40B4-BE49-F238E27FC236}">
                <a16:creationId xmlns:a16="http://schemas.microsoft.com/office/drawing/2014/main" id="{BCBFD62B-41C3-411A-89E3-8D702AD73895}"/>
              </a:ext>
            </a:extLst>
          </p:cNvPr>
          <p:cNvSpPr>
            <a:spLocks xmlns:a="http://schemas.openxmlformats.org/drawingml/2006/main" noGrp="1"/>
          </p:cNvSpPr>
          <p:nvPr/>
        </p:nvSpPr>
        <p:spPr>
          <a:xfrm xmlns:a="http://schemas.openxmlformats.org/drawingml/2006/main">
            <a:off x="685800" y="8477250"/>
            <a:ext cx="641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Do not change medication or insulin based on this worksheet alone. Follow your personal care plan for high or low readings, and seek urgent help when appropriate.</a:t>
            </a:r>
          </a:p>
        </p:txBody>
      </p:sp>
    </p:spTree>
    <p:extLst>
      <p:ext uri="{BB962C8B-B14F-4D97-AF65-F5344CB8AC3E}">
        <p14:creationId xmlns:p14="http://schemas.microsoft.com/office/powerpoint/2010/main" val="1604207481"/>
      </p:ext>
    </p:extLst>
  </p:cSld>
</p:sld>
</file>

<file path=ppt/slides/slide18.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4685F6C-9122-4968-9E64-BD945473AA05}"/>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1180f7a133647c3"/>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EBC5C4F4-6AEC-4B3C-B013-F357B5A8A225}"/>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225A6079-9A4E-4FB9-B382-526BD7A885A4}"/>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Planning</a:t>
            </a:r>
          </a:p>
        </p:txBody>
      </p:sp>
      <p:sp>
        <p:nvSpPr>
          <p:cNvPr id="5" name="">
            <a:extLst xmlns:a="http://schemas.openxmlformats.org/drawingml/2006/main">
              <a:ext uri="{FF2B5EF4-FFF2-40B4-BE49-F238E27FC236}">
                <a16:creationId xmlns:a16="http://schemas.microsoft.com/office/drawing/2014/main" id="{5E33225A-8304-4554-B19F-1CAF4FA3D75F}"/>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82D4A575-EE0D-49EF-BB3F-765F2D902D0A}"/>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8E12B7C0-D029-4A7F-93B5-37A1E7B48B5D}"/>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94f8693d0b244905"/>
              </a:rPr>
              <a:t>mindfuldiabetes.org</a:t>
            </a:r>
          </a:p>
        </p:txBody>
      </p:sp>
      <p:sp>
        <p:nvSpPr>
          <p:cNvPr id="8" name="">
            <a:extLst xmlns:a="http://schemas.openxmlformats.org/drawingml/2006/main">
              <a:ext uri="{FF2B5EF4-FFF2-40B4-BE49-F238E27FC236}">
                <a16:creationId xmlns:a16="http://schemas.microsoft.com/office/drawing/2014/main" id="{9AC1301A-B756-4224-A1B8-9C03EF5D1783}"/>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18</a:t>
            </a:r>
          </a:p>
        </p:txBody>
      </p:sp>
      <p:sp>
        <p:nvSpPr>
          <p:cNvPr id="9" name="">
            <a:extLst xmlns:a="http://schemas.openxmlformats.org/drawingml/2006/main">
              <a:ext uri="{FF2B5EF4-FFF2-40B4-BE49-F238E27FC236}">
                <a16:creationId xmlns:a16="http://schemas.microsoft.com/office/drawing/2014/main" id="{51EBCFE6-FBAD-4FBB-813E-FFA5840FDDA4}"/>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BACKUP PLANS</a:t>
            </a:r>
          </a:p>
        </p:txBody>
      </p:sp>
      <p:sp>
        <p:nvSpPr>
          <p:cNvPr id="10" name="">
            <a:extLst xmlns:a="http://schemas.openxmlformats.org/drawingml/2006/main">
              <a:ext uri="{FF2B5EF4-FFF2-40B4-BE49-F238E27FC236}">
                <a16:creationId xmlns:a16="http://schemas.microsoft.com/office/drawing/2014/main" id="{4FE395D1-FFF9-4943-8FAA-85638B3FCD1C}"/>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Obstacles and backup plans</a:t>
            </a:r>
          </a:p>
        </p:txBody>
      </p:sp>
      <p:sp>
        <p:nvSpPr>
          <p:cNvPr id="11" name="">
            <a:extLst xmlns:a="http://schemas.openxmlformats.org/drawingml/2006/main">
              <a:ext uri="{FF2B5EF4-FFF2-40B4-BE49-F238E27FC236}">
                <a16:creationId xmlns:a16="http://schemas.microsoft.com/office/drawing/2014/main" id="{FF2F4688-DBFB-408E-81D5-B33C5E61484C}"/>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Plan for difficult days before they arrive.</a:t>
            </a:r>
          </a:p>
        </p:txBody>
      </p:sp>
      <p:sp>
        <p:nvSpPr>
          <p:cNvPr id="12" name="">
            <a:extLst xmlns:a="http://schemas.openxmlformats.org/drawingml/2006/main">
              <a:ext uri="{FF2B5EF4-FFF2-40B4-BE49-F238E27FC236}">
                <a16:creationId xmlns:a16="http://schemas.microsoft.com/office/drawing/2014/main" id="{0537ADFA-15B7-4B2C-9134-3FFE1487B4B8}"/>
              </a:ext>
            </a:extLst>
          </p:cNvPr>
          <p:cNvSpPr>
            <a:spLocks xmlns:a="http://schemas.openxmlformats.org/drawingml/2006/main" noGrp="1"/>
          </p:cNvSpPr>
          <p:nvPr/>
        </p:nvSpPr>
        <p:spPr>
          <a:xfrm xmlns:a="http://schemas.openxmlformats.org/drawingml/2006/main">
            <a:off x="514350" y="2152650"/>
            <a:ext cx="6743700" cy="533400"/>
          </a:xfrm>
          <a:prstGeom xmlns:a="http://schemas.openxmlformats.org/drawingml/2006/main" prst="roundRect">
            <a:avLst>
              <a:gd name="adj" fmla="val 21429"/>
            </a:avLst>
          </a:prstGeom>
          <a:solidFill xmlns:a="http://schemas.openxmlformats.org/drawingml/2006/main">
            <a:srgbClr val="FFF0E7"/>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4D5CAB01-7F9A-4C83-B3D1-ABF08242CFDF}"/>
              </a:ext>
            </a:extLst>
          </p:cNvPr>
          <p:cNvSpPr>
            <a:spLocks xmlns:a="http://schemas.openxmlformats.org/drawingml/2006/main" noGrp="1"/>
          </p:cNvSpPr>
          <p:nvPr/>
        </p:nvSpPr>
        <p:spPr>
          <a:xfrm xmlns:a="http://schemas.openxmlformats.org/drawingml/2006/main">
            <a:off x="514350" y="2152650"/>
            <a:ext cx="57150" cy="53340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2F728F-14F6-45D4-A610-F212AF0859CE}"/>
              </a:ext>
            </a:extLst>
          </p:cNvPr>
          <p:cNvSpPr>
            <a:spLocks xmlns:a="http://schemas.openxmlformats.org/drawingml/2006/main" noGrp="1"/>
          </p:cNvSpPr>
          <p:nvPr/>
        </p:nvSpPr>
        <p:spPr>
          <a:xfrm xmlns:a="http://schemas.openxmlformats.org/drawingml/2006/main">
            <a:off x="685800" y="228600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Example 1</a:t>
            </a:r>
          </a:p>
        </p:txBody>
      </p:sp>
      <p:sp>
        <p:nvSpPr>
          <p:cNvPr id="15" name="">
            <a:extLst xmlns:a="http://schemas.openxmlformats.org/drawingml/2006/main">
              <a:ext uri="{FF2B5EF4-FFF2-40B4-BE49-F238E27FC236}">
                <a16:creationId xmlns:a16="http://schemas.microsoft.com/office/drawing/2014/main" id="{516677B3-F10F-4B41-B27B-D7B853ED0B44}"/>
              </a:ext>
            </a:extLst>
          </p:cNvPr>
          <p:cNvSpPr>
            <a:spLocks xmlns:a="http://schemas.openxmlformats.org/drawingml/2006/main" noGrp="1"/>
          </p:cNvSpPr>
          <p:nvPr/>
        </p:nvSpPr>
        <p:spPr>
          <a:xfrm xmlns:a="http://schemas.openxmlformats.org/drawingml/2006/main">
            <a:off x="685800" y="2552700"/>
            <a:ext cx="641985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If I am too tired to cook, then I will use this backup meal.</a:t>
            </a:r>
          </a:p>
        </p:txBody>
      </p:sp>
      <p:sp>
        <p:nvSpPr>
          <p:cNvPr id="16" name="">
            <a:extLst xmlns:a="http://schemas.openxmlformats.org/drawingml/2006/main">
              <a:ext uri="{FF2B5EF4-FFF2-40B4-BE49-F238E27FC236}">
                <a16:creationId xmlns:a16="http://schemas.microsoft.com/office/drawing/2014/main" id="{11C9431E-85BD-427B-A66F-E6B08600785C}"/>
              </a:ext>
            </a:extLst>
          </p:cNvPr>
          <p:cNvSpPr>
            <a:spLocks xmlns:a="http://schemas.openxmlformats.org/drawingml/2006/main" noGrp="1"/>
          </p:cNvSpPr>
          <p:nvPr/>
        </p:nvSpPr>
        <p:spPr>
          <a:xfrm xmlns:a="http://schemas.openxmlformats.org/drawingml/2006/main">
            <a:off x="514350" y="2857500"/>
            <a:ext cx="6743700" cy="533400"/>
          </a:xfrm>
          <a:prstGeom xmlns:a="http://schemas.openxmlformats.org/drawingml/2006/main" prst="roundRect">
            <a:avLst>
              <a:gd name="adj" fmla="val 21429"/>
            </a:avLst>
          </a:prstGeom>
          <a:solidFill xmlns:a="http://schemas.openxmlformats.org/drawingml/2006/main">
            <a:srgbClr val="EDF8F1"/>
          </a:solidFill>
          <a:ln xmlns:a="http://schemas.openxmlformats.org/drawingml/2006/main" w="9525">
            <a:solidFill>
              <a:srgbClr val="D9DEEA"/>
            </a:solidFill>
            <a:prstDash val="solid"/>
          </a:ln>
        </p:spPr>
      </p:sp>
      <p:sp>
        <p:nvSpPr>
          <p:cNvPr id="17" name="">
            <a:extLst xmlns:a="http://schemas.openxmlformats.org/drawingml/2006/main">
              <a:ext uri="{FF2B5EF4-FFF2-40B4-BE49-F238E27FC236}">
                <a16:creationId xmlns:a16="http://schemas.microsoft.com/office/drawing/2014/main" id="{558EE758-FB45-4839-A5FE-42FD80E8944D}"/>
              </a:ext>
            </a:extLst>
          </p:cNvPr>
          <p:cNvSpPr>
            <a:spLocks xmlns:a="http://schemas.openxmlformats.org/drawingml/2006/main" noGrp="1"/>
          </p:cNvSpPr>
          <p:nvPr/>
        </p:nvSpPr>
        <p:spPr>
          <a:xfrm xmlns:a="http://schemas.openxmlformats.org/drawingml/2006/main">
            <a:off x="514350" y="2857500"/>
            <a:ext cx="57150" cy="533400"/>
          </a:xfrm>
          <a:prstGeom xmlns:a="http://schemas.openxmlformats.org/drawingml/2006/main" prst="rect">
            <a:avLst/>
          </a:prstGeom>
          <a:solidFill xmlns:a="http://schemas.openxmlformats.org/drawingml/2006/main">
            <a:srgbClr val="0050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BD731E-2F13-4F3D-9744-2F7F56015909}"/>
              </a:ext>
            </a:extLst>
          </p:cNvPr>
          <p:cNvSpPr>
            <a:spLocks xmlns:a="http://schemas.openxmlformats.org/drawingml/2006/main" noGrp="1"/>
          </p:cNvSpPr>
          <p:nvPr/>
        </p:nvSpPr>
        <p:spPr>
          <a:xfrm xmlns:a="http://schemas.openxmlformats.org/drawingml/2006/main">
            <a:off x="685800" y="29908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Example 2</a:t>
            </a:r>
          </a:p>
        </p:txBody>
      </p:sp>
      <p:sp>
        <p:nvSpPr>
          <p:cNvPr id="19" name="">
            <a:extLst xmlns:a="http://schemas.openxmlformats.org/drawingml/2006/main">
              <a:ext uri="{FF2B5EF4-FFF2-40B4-BE49-F238E27FC236}">
                <a16:creationId xmlns:a16="http://schemas.microsoft.com/office/drawing/2014/main" id="{8B98E2B5-20AF-41E1-A937-9FB934364E4B}"/>
              </a:ext>
            </a:extLst>
          </p:cNvPr>
          <p:cNvSpPr>
            <a:spLocks xmlns:a="http://schemas.openxmlformats.org/drawingml/2006/main" noGrp="1"/>
          </p:cNvSpPr>
          <p:nvPr/>
        </p:nvSpPr>
        <p:spPr>
          <a:xfrm xmlns:a="http://schemas.openxmlformats.org/drawingml/2006/main">
            <a:off x="685800" y="3257550"/>
            <a:ext cx="641985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If I cannot walk, then I will use this safe movement option.</a:t>
            </a:r>
          </a:p>
        </p:txBody>
      </p:sp>
      <p:sp>
        <p:nvSpPr>
          <p:cNvPr id="20" name="">
            <a:extLst xmlns:a="http://schemas.openxmlformats.org/drawingml/2006/main">
              <a:ext uri="{FF2B5EF4-FFF2-40B4-BE49-F238E27FC236}">
                <a16:creationId xmlns:a16="http://schemas.microsoft.com/office/drawing/2014/main" id="{6494F27A-4165-4E84-9AC6-E1F75F6BEA2B}"/>
              </a:ext>
            </a:extLst>
          </p:cNvPr>
          <p:cNvSpPr>
            <a:spLocks xmlns:a="http://schemas.openxmlformats.org/drawingml/2006/main" noGrp="1"/>
          </p:cNvSpPr>
          <p:nvPr/>
        </p:nvSpPr>
        <p:spPr>
          <a:xfrm xmlns:a="http://schemas.openxmlformats.org/drawingml/2006/main">
            <a:off x="514350" y="3562350"/>
            <a:ext cx="6743700" cy="533400"/>
          </a:xfrm>
          <a:prstGeom xmlns:a="http://schemas.openxmlformats.org/drawingml/2006/main" prst="roundRect">
            <a:avLst>
              <a:gd name="adj" fmla="val 21429"/>
            </a:avLst>
          </a:prstGeom>
          <a:solidFill xmlns:a="http://schemas.openxmlformats.org/drawingml/2006/main">
            <a:srgbClr val="FFF0E7"/>
          </a:solidFill>
          <a:ln xmlns:a="http://schemas.openxmlformats.org/drawingml/2006/main" w="9525">
            <a:solidFill>
              <a:srgbClr val="D9DEEA"/>
            </a:solidFill>
            <a:prstDash val="solid"/>
          </a:ln>
        </p:spPr>
      </p:sp>
      <p:sp>
        <p:nvSpPr>
          <p:cNvPr id="21" name="">
            <a:extLst xmlns:a="http://schemas.openxmlformats.org/drawingml/2006/main">
              <a:ext uri="{FF2B5EF4-FFF2-40B4-BE49-F238E27FC236}">
                <a16:creationId xmlns:a16="http://schemas.microsoft.com/office/drawing/2014/main" id="{D26C2D32-EDC3-458D-A95D-69AE56F8F6CA}"/>
              </a:ext>
            </a:extLst>
          </p:cNvPr>
          <p:cNvSpPr>
            <a:spLocks xmlns:a="http://schemas.openxmlformats.org/drawingml/2006/main" noGrp="1"/>
          </p:cNvSpPr>
          <p:nvPr/>
        </p:nvSpPr>
        <p:spPr>
          <a:xfrm xmlns:a="http://schemas.openxmlformats.org/drawingml/2006/main">
            <a:off x="514350" y="3562350"/>
            <a:ext cx="57150" cy="53340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B38A48C-1884-44D6-A531-0FC8A6C0FEBF}"/>
              </a:ext>
            </a:extLst>
          </p:cNvPr>
          <p:cNvSpPr>
            <a:spLocks xmlns:a="http://schemas.openxmlformats.org/drawingml/2006/main" noGrp="1"/>
          </p:cNvSpPr>
          <p:nvPr/>
        </p:nvSpPr>
        <p:spPr>
          <a:xfrm xmlns:a="http://schemas.openxmlformats.org/drawingml/2006/main">
            <a:off x="685800" y="369570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Example 3</a:t>
            </a:r>
          </a:p>
        </p:txBody>
      </p:sp>
      <p:sp>
        <p:nvSpPr>
          <p:cNvPr id="23" name="">
            <a:extLst xmlns:a="http://schemas.openxmlformats.org/drawingml/2006/main">
              <a:ext uri="{FF2B5EF4-FFF2-40B4-BE49-F238E27FC236}">
                <a16:creationId xmlns:a16="http://schemas.microsoft.com/office/drawing/2014/main" id="{7C2C55ED-F3F5-48BC-A58A-8E8CC8D76CFD}"/>
              </a:ext>
            </a:extLst>
          </p:cNvPr>
          <p:cNvSpPr>
            <a:spLocks xmlns:a="http://schemas.openxmlformats.org/drawingml/2006/main" noGrp="1"/>
          </p:cNvSpPr>
          <p:nvPr/>
        </p:nvSpPr>
        <p:spPr>
          <a:xfrm xmlns:a="http://schemas.openxmlformats.org/drawingml/2006/main">
            <a:off x="685800" y="3962400"/>
            <a:ext cx="6419850" cy="38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If the day becomes chaotic, then I will let this part be imperfect.</a:t>
            </a:r>
          </a:p>
        </p:txBody>
      </p:sp>
      <p:sp>
        <p:nvSpPr>
          <p:cNvPr id="24" name="">
            <a:extLst xmlns:a="http://schemas.openxmlformats.org/drawingml/2006/main">
              <a:ext uri="{FF2B5EF4-FFF2-40B4-BE49-F238E27FC236}">
                <a16:creationId xmlns:a16="http://schemas.microsoft.com/office/drawing/2014/main" id="{5DB49AA7-6195-4ADC-9365-AB921702AD8E}"/>
              </a:ext>
            </a:extLst>
          </p:cNvPr>
          <p:cNvSpPr>
            <a:spLocks xmlns:a="http://schemas.openxmlformats.org/drawingml/2006/main" noGrp="1"/>
          </p:cNvSpPr>
          <p:nvPr/>
        </p:nvSpPr>
        <p:spPr>
          <a:xfrm xmlns:a="http://schemas.openxmlformats.org/drawingml/2006/main">
            <a:off x="514350" y="45720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Obstacle</a:t>
            </a:r>
          </a:p>
        </p:txBody>
      </p:sp>
      <p:sp>
        <p:nvSpPr>
          <p:cNvPr id="25" name="">
            <a:extLst xmlns:a="http://schemas.openxmlformats.org/drawingml/2006/main">
              <a:ext uri="{FF2B5EF4-FFF2-40B4-BE49-F238E27FC236}">
                <a16:creationId xmlns:a16="http://schemas.microsoft.com/office/drawing/2014/main" id="{E1A514F2-3453-436A-A8E4-185C6D1E3EF1}"/>
              </a:ext>
            </a:extLst>
          </p:cNvPr>
          <p:cNvSpPr>
            <a:spLocks xmlns:a="http://schemas.openxmlformats.org/drawingml/2006/main" noGrp="1"/>
          </p:cNvSpPr>
          <p:nvPr/>
        </p:nvSpPr>
        <p:spPr>
          <a:xfrm xmlns:a="http://schemas.openxmlformats.org/drawingml/2006/main">
            <a:off x="514350" y="47815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6" name="">
            <a:extLst xmlns:a="http://schemas.openxmlformats.org/drawingml/2006/main">
              <a:ext uri="{FF2B5EF4-FFF2-40B4-BE49-F238E27FC236}">
                <a16:creationId xmlns:a16="http://schemas.microsoft.com/office/drawing/2014/main" id="{098F1BD4-B784-4B47-90B6-85B6F7712AE1}"/>
              </a:ext>
            </a:extLst>
          </p:cNvPr>
          <p:cNvSpPr>
            <a:spLocks xmlns:a="http://schemas.openxmlformats.org/drawingml/2006/main" noGrp="1"/>
          </p:cNvSpPr>
          <p:nvPr/>
        </p:nvSpPr>
        <p:spPr>
          <a:xfrm xmlns:a="http://schemas.openxmlformats.org/drawingml/2006/main">
            <a:off x="3886200" y="45720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Easiest backup</a:t>
            </a:r>
          </a:p>
        </p:txBody>
      </p:sp>
      <p:sp>
        <p:nvSpPr>
          <p:cNvPr id="27" name="">
            <a:extLst xmlns:a="http://schemas.openxmlformats.org/drawingml/2006/main">
              <a:ext uri="{FF2B5EF4-FFF2-40B4-BE49-F238E27FC236}">
                <a16:creationId xmlns:a16="http://schemas.microsoft.com/office/drawing/2014/main" id="{92D3252B-E11A-4994-A9AD-386619DBB99C}"/>
              </a:ext>
            </a:extLst>
          </p:cNvPr>
          <p:cNvSpPr>
            <a:spLocks xmlns:a="http://schemas.openxmlformats.org/drawingml/2006/main" noGrp="1"/>
          </p:cNvSpPr>
          <p:nvPr/>
        </p:nvSpPr>
        <p:spPr>
          <a:xfrm xmlns:a="http://schemas.openxmlformats.org/drawingml/2006/main">
            <a:off x="3886200" y="478155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28" name="">
            <a:extLst xmlns:a="http://schemas.openxmlformats.org/drawingml/2006/main">
              <a:ext uri="{FF2B5EF4-FFF2-40B4-BE49-F238E27FC236}">
                <a16:creationId xmlns:a16="http://schemas.microsoft.com/office/drawing/2014/main" id="{46E60C28-6846-4F55-B4D0-BBF2D56B37D8}"/>
              </a:ext>
            </a:extLst>
          </p:cNvPr>
          <p:cNvSpPr>
            <a:spLocks xmlns:a="http://schemas.openxmlformats.org/drawingml/2006/main" noGrp="1"/>
          </p:cNvSpPr>
          <p:nvPr/>
        </p:nvSpPr>
        <p:spPr>
          <a:xfrm xmlns:a="http://schemas.openxmlformats.org/drawingml/2006/main">
            <a:off x="514350" y="59245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What I need in advance</a:t>
            </a:r>
          </a:p>
        </p:txBody>
      </p:sp>
      <p:sp>
        <p:nvSpPr>
          <p:cNvPr id="29" name="">
            <a:extLst xmlns:a="http://schemas.openxmlformats.org/drawingml/2006/main">
              <a:ext uri="{FF2B5EF4-FFF2-40B4-BE49-F238E27FC236}">
                <a16:creationId xmlns:a16="http://schemas.microsoft.com/office/drawing/2014/main" id="{6EEB36A7-2EE9-45E5-B9D1-6146F72E7E7B}"/>
              </a:ext>
            </a:extLst>
          </p:cNvPr>
          <p:cNvSpPr>
            <a:spLocks xmlns:a="http://schemas.openxmlformats.org/drawingml/2006/main" noGrp="1"/>
          </p:cNvSpPr>
          <p:nvPr/>
        </p:nvSpPr>
        <p:spPr>
          <a:xfrm xmlns:a="http://schemas.openxmlformats.org/drawingml/2006/main">
            <a:off x="514350" y="61341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30" name="">
            <a:extLst xmlns:a="http://schemas.openxmlformats.org/drawingml/2006/main">
              <a:ext uri="{FF2B5EF4-FFF2-40B4-BE49-F238E27FC236}">
                <a16:creationId xmlns:a16="http://schemas.microsoft.com/office/drawing/2014/main" id="{5850A30B-81C5-424E-9F7B-FBB7A55C1A1D}"/>
              </a:ext>
            </a:extLst>
          </p:cNvPr>
          <p:cNvSpPr>
            <a:spLocks xmlns:a="http://schemas.openxmlformats.org/drawingml/2006/main" noGrp="1"/>
          </p:cNvSpPr>
          <p:nvPr/>
        </p:nvSpPr>
        <p:spPr>
          <a:xfrm xmlns:a="http://schemas.openxmlformats.org/drawingml/2006/main">
            <a:off x="3886200" y="592455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Who can help</a:t>
            </a:r>
          </a:p>
        </p:txBody>
      </p:sp>
      <p:sp>
        <p:nvSpPr>
          <p:cNvPr id="31" name="">
            <a:extLst xmlns:a="http://schemas.openxmlformats.org/drawingml/2006/main">
              <a:ext uri="{FF2B5EF4-FFF2-40B4-BE49-F238E27FC236}">
                <a16:creationId xmlns:a16="http://schemas.microsoft.com/office/drawing/2014/main" id="{923105BF-3D9B-4D5D-B3D1-93AC3B71B6B0}"/>
              </a:ext>
            </a:extLst>
          </p:cNvPr>
          <p:cNvSpPr>
            <a:spLocks xmlns:a="http://schemas.openxmlformats.org/drawingml/2006/main" noGrp="1"/>
          </p:cNvSpPr>
          <p:nvPr/>
        </p:nvSpPr>
        <p:spPr>
          <a:xfrm xmlns:a="http://schemas.openxmlformats.org/drawingml/2006/main">
            <a:off x="3886200" y="6134100"/>
            <a:ext cx="302895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2560C77A-E247-4C98-907E-7F05F05A6A72}"/>
              </a:ext>
            </a:extLst>
          </p:cNvPr>
          <p:cNvSpPr>
            <a:spLocks xmlns:a="http://schemas.openxmlformats.org/drawingml/2006/main" noGrp="1"/>
          </p:cNvSpPr>
          <p:nvPr/>
        </p:nvSpPr>
        <p:spPr>
          <a:xfrm xmlns:a="http://schemas.openxmlformats.org/drawingml/2006/main">
            <a:off x="514350" y="7277100"/>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1" i="0">
                <a:solidFill>
                  <a:srgbClr val="005030"/>
                </a:solidFill>
                <a:latin typeface="Verdana"/>
                <a:ea typeface="Verdana"/>
                <a:cs typeface="Verdana"/>
              </a:defRPr>
            </a:pPr>
            <a:r>
              <a:rPr sz="863" b="1" i="0">
                <a:solidFill>
                  <a:srgbClr val="005030"/>
                </a:solidFill>
                <a:latin typeface="Verdana"/>
                <a:ea typeface="Verdana"/>
                <a:cs typeface="Verdana"/>
              </a:rPr>
              <a:t>What can remain imperfect</a:t>
            </a:r>
          </a:p>
        </p:txBody>
      </p:sp>
      <p:sp>
        <p:nvSpPr>
          <p:cNvPr id="33" name="">
            <a:extLst xmlns:a="http://schemas.openxmlformats.org/drawingml/2006/main">
              <a:ext uri="{FF2B5EF4-FFF2-40B4-BE49-F238E27FC236}">
                <a16:creationId xmlns:a16="http://schemas.microsoft.com/office/drawing/2014/main" id="{195E7DE8-328E-4A5E-ACCE-390B794B679D}"/>
              </a:ext>
            </a:extLst>
          </p:cNvPr>
          <p:cNvSpPr>
            <a:spLocks xmlns:a="http://schemas.openxmlformats.org/drawingml/2006/main" noGrp="1"/>
          </p:cNvSpPr>
          <p:nvPr/>
        </p:nvSpPr>
        <p:spPr>
          <a:xfrm xmlns:a="http://schemas.openxmlformats.org/drawingml/2006/main">
            <a:off x="514350" y="7486650"/>
            <a:ext cx="6743700" cy="857250"/>
          </a:xfrm>
          <a:prstGeom xmlns:a="http://schemas.openxmlformats.org/drawingml/2006/main" prst="roundRect">
            <a:avLst>
              <a:gd name="adj" fmla="val 7778"/>
            </a:avLst>
          </a:prstGeom>
          <a:solidFill xmlns:a="http://schemas.openxmlformats.org/drawingml/2006/main">
            <a:srgbClr val="FFFFFF"/>
          </a:solidFill>
          <a:ln xmlns:a="http://schemas.openxmlformats.org/drawingml/2006/main" w="9525">
            <a:solidFill>
              <a:srgbClr val="D9DEEA"/>
            </a:solidFill>
            <a:prstDash val="solid"/>
          </a:ln>
        </p:spPr>
      </p:sp>
    </p:spTree>
    <p:extLst>
      <p:ext uri="{BB962C8B-B14F-4D97-AF65-F5344CB8AC3E}">
        <p14:creationId xmlns:p14="http://schemas.microsoft.com/office/powerpoint/2010/main" val="838939181"/>
      </p:ext>
    </p:extLst>
  </p:cSld>
</p:sld>
</file>

<file path=ppt/slides/slide19.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73" name="">
            <a:extLst xmlns:a="http://schemas.openxmlformats.org/drawingml/2006/main">
              <a:ext uri="{FF2B5EF4-FFF2-40B4-BE49-F238E27FC236}">
                <a16:creationId xmlns:a16="http://schemas.microsoft.com/office/drawing/2014/main" id="{4B8BA2AF-2BC2-49D3-B914-FBA5967B0E29}"/>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e1d41b1f8ff445e4"/>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617ADA74-EB82-417A-848E-B0D180E32F8C}"/>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ACBCD90F-183D-46CC-A9B4-9C63AC031C9B}"/>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Continuation</a:t>
            </a:r>
          </a:p>
        </p:txBody>
      </p:sp>
      <p:sp>
        <p:nvSpPr>
          <p:cNvPr id="5" name="">
            <a:extLst xmlns:a="http://schemas.openxmlformats.org/drawingml/2006/main">
              <a:ext uri="{FF2B5EF4-FFF2-40B4-BE49-F238E27FC236}">
                <a16:creationId xmlns:a16="http://schemas.microsoft.com/office/drawing/2014/main" id="{B5222FD7-B2A8-49D2-8CAE-C90AC866D1DD}"/>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2B35B2FC-3D51-45D9-80B8-164B55421ECE}"/>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236B3DDD-0300-44A0-83CF-2AA5055F22C8}"/>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4fc9882e8e3c4cb5"/>
              </a:rPr>
              <a:t>mindfuldiabetes.org</a:t>
            </a:r>
          </a:p>
        </p:txBody>
      </p:sp>
      <p:sp>
        <p:nvSpPr>
          <p:cNvPr id="8" name="">
            <a:extLst xmlns:a="http://schemas.openxmlformats.org/drawingml/2006/main">
              <a:ext uri="{FF2B5EF4-FFF2-40B4-BE49-F238E27FC236}">
                <a16:creationId xmlns:a16="http://schemas.microsoft.com/office/drawing/2014/main" id="{3F193B3C-FEDF-4192-B9D2-315BA7378060}"/>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19</a:t>
            </a:r>
          </a:p>
        </p:txBody>
      </p:sp>
      <p:sp>
        <p:nvSpPr>
          <p:cNvPr id="9" name="">
            <a:extLst xmlns:a="http://schemas.openxmlformats.org/drawingml/2006/main">
              <a:ext uri="{FF2B5EF4-FFF2-40B4-BE49-F238E27FC236}">
                <a16:creationId xmlns:a16="http://schemas.microsoft.com/office/drawing/2014/main" id="{482853D3-B9CC-4795-B236-B7B14B94E146}"/>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NEXT MONTH</a:t>
            </a:r>
          </a:p>
        </p:txBody>
      </p:sp>
      <p:sp>
        <p:nvSpPr>
          <p:cNvPr id="10" name="">
            <a:extLst xmlns:a="http://schemas.openxmlformats.org/drawingml/2006/main">
              <a:ext uri="{FF2B5EF4-FFF2-40B4-BE49-F238E27FC236}">
                <a16:creationId xmlns:a16="http://schemas.microsoft.com/office/drawing/2014/main" id="{4757F56C-0BF6-4D3D-BF2A-C5E649D2ACFF}"/>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30-day continuation plan</a:t>
            </a:r>
          </a:p>
        </p:txBody>
      </p:sp>
      <p:sp>
        <p:nvSpPr>
          <p:cNvPr id="11" name="">
            <a:extLst xmlns:a="http://schemas.openxmlformats.org/drawingml/2006/main">
              <a:ext uri="{FF2B5EF4-FFF2-40B4-BE49-F238E27FC236}">
                <a16:creationId xmlns:a16="http://schemas.microsoft.com/office/drawing/2014/main" id="{23C69850-1C3C-4D81-A7B7-4149B1B6B032}"/>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Continue what fits. Adjust what does not.</a:t>
            </a:r>
          </a:p>
        </p:txBody>
      </p:sp>
      <p:sp>
        <p:nvSpPr>
          <p:cNvPr id="12" name="">
            <a:extLst xmlns:a="http://schemas.openxmlformats.org/drawingml/2006/main">
              <a:ext uri="{FF2B5EF4-FFF2-40B4-BE49-F238E27FC236}">
                <a16:creationId xmlns:a16="http://schemas.microsoft.com/office/drawing/2014/main" id="{FCD41F9C-2E4B-4C55-AE16-66105E7FE3CF}"/>
              </a:ext>
            </a:extLst>
          </p:cNvPr>
          <p:cNvSpPr>
            <a:spLocks xmlns:a="http://schemas.openxmlformats.org/drawingml/2006/main" noGrp="1"/>
          </p:cNvSpPr>
          <p:nvPr/>
        </p:nvSpPr>
        <p:spPr>
          <a:xfrm xmlns:a="http://schemas.openxmlformats.org/drawingml/2006/main">
            <a:off x="514350" y="2133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05030"/>
                </a:solidFill>
                <a:latin typeface="Verdana"/>
                <a:ea typeface="Verdana"/>
                <a:cs typeface="Verdana"/>
              </a:defRPr>
            </a:pPr>
            <a:r>
              <a:rPr sz="788" b="1" i="0">
                <a:solidFill>
                  <a:srgbClr val="005030"/>
                </a:solidFill>
                <a:latin typeface="Verdana"/>
                <a:ea typeface="Verdana"/>
                <a:cs typeface="Verdana"/>
              </a:rPr>
              <a:t>Habit 1</a:t>
            </a:r>
          </a:p>
        </p:txBody>
      </p:sp>
      <p:sp>
        <p:nvSpPr>
          <p:cNvPr id="13" name="">
            <a:extLst xmlns:a="http://schemas.openxmlformats.org/drawingml/2006/main">
              <a:ext uri="{FF2B5EF4-FFF2-40B4-BE49-F238E27FC236}">
                <a16:creationId xmlns:a16="http://schemas.microsoft.com/office/drawing/2014/main" id="{95E48F7B-F92A-412D-AC56-1299E1F4E394}"/>
              </a:ext>
            </a:extLst>
          </p:cNvPr>
          <p:cNvSpPr>
            <a:spLocks xmlns:a="http://schemas.openxmlformats.org/drawingml/2006/main" noGrp="1"/>
          </p:cNvSpPr>
          <p:nvPr/>
        </p:nvSpPr>
        <p:spPr>
          <a:xfrm xmlns:a="http://schemas.openxmlformats.org/drawingml/2006/main">
            <a:off x="514350" y="2343150"/>
            <a:ext cx="3028950" cy="323850"/>
          </a:xfrm>
          <a:prstGeom xmlns:a="http://schemas.openxmlformats.org/drawingml/2006/main" prst="roundRect">
            <a:avLst>
              <a:gd name="adj" fmla="val 20588"/>
            </a:avLst>
          </a:prstGeom>
          <a:solidFill xmlns:a="http://schemas.openxmlformats.org/drawingml/2006/main">
            <a:srgbClr val="FFFFFF"/>
          </a:solidFill>
          <a:ln xmlns:a="http://schemas.openxmlformats.org/drawingml/2006/main" w="9525">
            <a:solidFill>
              <a:srgbClr val="D9DEEA"/>
            </a:solidFill>
            <a:prstDash val="solid"/>
          </a:ln>
        </p:spPr>
      </p:sp>
      <p:sp>
        <p:nvSpPr>
          <p:cNvPr id="14" name="">
            <a:extLst xmlns:a="http://schemas.openxmlformats.org/drawingml/2006/main">
              <a:ext uri="{FF2B5EF4-FFF2-40B4-BE49-F238E27FC236}">
                <a16:creationId xmlns:a16="http://schemas.microsoft.com/office/drawing/2014/main" id="{DCE47E68-215A-4108-9AB4-4B9398B96736}"/>
              </a:ext>
            </a:extLst>
          </p:cNvPr>
          <p:cNvSpPr>
            <a:spLocks xmlns:a="http://schemas.openxmlformats.org/drawingml/2006/main" noGrp="1"/>
          </p:cNvSpPr>
          <p:nvPr/>
        </p:nvSpPr>
        <p:spPr>
          <a:xfrm xmlns:a="http://schemas.openxmlformats.org/drawingml/2006/main">
            <a:off x="3886200" y="2133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05030"/>
                </a:solidFill>
                <a:latin typeface="Verdana"/>
                <a:ea typeface="Verdana"/>
                <a:cs typeface="Verdana"/>
              </a:defRPr>
            </a:pPr>
            <a:r>
              <a:rPr sz="788" b="1" i="0">
                <a:solidFill>
                  <a:srgbClr val="005030"/>
                </a:solidFill>
                <a:latin typeface="Verdana"/>
                <a:ea typeface="Verdana"/>
                <a:cs typeface="Verdana"/>
              </a:rPr>
              <a:t>Habit 2</a:t>
            </a:r>
          </a:p>
        </p:txBody>
      </p:sp>
      <p:sp>
        <p:nvSpPr>
          <p:cNvPr id="15" name="">
            <a:extLst xmlns:a="http://schemas.openxmlformats.org/drawingml/2006/main">
              <a:ext uri="{FF2B5EF4-FFF2-40B4-BE49-F238E27FC236}">
                <a16:creationId xmlns:a16="http://schemas.microsoft.com/office/drawing/2014/main" id="{0AAD23D5-4B21-4CB9-B0D3-3D7C52945020}"/>
              </a:ext>
            </a:extLst>
          </p:cNvPr>
          <p:cNvSpPr>
            <a:spLocks xmlns:a="http://schemas.openxmlformats.org/drawingml/2006/main" noGrp="1"/>
          </p:cNvSpPr>
          <p:nvPr/>
        </p:nvSpPr>
        <p:spPr>
          <a:xfrm xmlns:a="http://schemas.openxmlformats.org/drawingml/2006/main">
            <a:off x="3886200" y="2343150"/>
            <a:ext cx="3028950" cy="323850"/>
          </a:xfrm>
          <a:prstGeom xmlns:a="http://schemas.openxmlformats.org/drawingml/2006/main" prst="roundRect">
            <a:avLst>
              <a:gd name="adj" fmla="val 20588"/>
            </a:avLst>
          </a:prstGeom>
          <a:solidFill xmlns:a="http://schemas.openxmlformats.org/drawingml/2006/main">
            <a:srgbClr val="FFFFFF"/>
          </a:solidFill>
          <a:ln xmlns:a="http://schemas.openxmlformats.org/drawingml/2006/main" w="9525">
            <a:solidFill>
              <a:srgbClr val="D9DEEA"/>
            </a:solidFill>
            <a:prstDash val="solid"/>
          </a:ln>
        </p:spPr>
      </p:sp>
      <p:sp>
        <p:nvSpPr>
          <p:cNvPr id="16" name="">
            <a:extLst xmlns:a="http://schemas.openxmlformats.org/drawingml/2006/main">
              <a:ext uri="{FF2B5EF4-FFF2-40B4-BE49-F238E27FC236}">
                <a16:creationId xmlns:a16="http://schemas.microsoft.com/office/drawing/2014/main" id="{A775CBF0-6846-4195-AE52-878B34942997}"/>
              </a:ext>
            </a:extLst>
          </p:cNvPr>
          <p:cNvSpPr>
            <a:spLocks xmlns:a="http://schemas.openxmlformats.org/drawingml/2006/main" noGrp="1"/>
          </p:cNvSpPr>
          <p:nvPr/>
        </p:nvSpPr>
        <p:spPr>
          <a:xfrm xmlns:a="http://schemas.openxmlformats.org/drawingml/2006/main">
            <a:off x="514350" y="27813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05030"/>
                </a:solidFill>
                <a:latin typeface="Verdana"/>
                <a:ea typeface="Verdana"/>
                <a:cs typeface="Verdana"/>
              </a:defRPr>
            </a:pPr>
            <a:r>
              <a:rPr sz="788" b="1" i="0">
                <a:solidFill>
                  <a:srgbClr val="005030"/>
                </a:solidFill>
                <a:latin typeface="Verdana"/>
                <a:ea typeface="Verdana"/>
                <a:cs typeface="Verdana"/>
              </a:rPr>
              <a:t>Why it matters to me</a:t>
            </a:r>
          </a:p>
        </p:txBody>
      </p:sp>
      <p:sp>
        <p:nvSpPr>
          <p:cNvPr id="17" name="">
            <a:extLst xmlns:a="http://schemas.openxmlformats.org/drawingml/2006/main">
              <a:ext uri="{FF2B5EF4-FFF2-40B4-BE49-F238E27FC236}">
                <a16:creationId xmlns:a16="http://schemas.microsoft.com/office/drawing/2014/main" id="{CFBB7E09-4B05-4B26-B3AF-4048CF00902E}"/>
              </a:ext>
            </a:extLst>
          </p:cNvPr>
          <p:cNvSpPr>
            <a:spLocks xmlns:a="http://schemas.openxmlformats.org/drawingml/2006/main" noGrp="1"/>
          </p:cNvSpPr>
          <p:nvPr/>
        </p:nvSpPr>
        <p:spPr>
          <a:xfrm xmlns:a="http://schemas.openxmlformats.org/drawingml/2006/main">
            <a:off x="514350" y="2990850"/>
            <a:ext cx="3028950" cy="323850"/>
          </a:xfrm>
          <a:prstGeom xmlns:a="http://schemas.openxmlformats.org/drawingml/2006/main" prst="roundRect">
            <a:avLst>
              <a:gd name="adj" fmla="val 20588"/>
            </a:avLst>
          </a:prstGeom>
          <a:solidFill xmlns:a="http://schemas.openxmlformats.org/drawingml/2006/main">
            <a:srgbClr val="FFFFFF"/>
          </a:solidFill>
          <a:ln xmlns:a="http://schemas.openxmlformats.org/drawingml/2006/main" w="9525">
            <a:solidFill>
              <a:srgbClr val="D9DEEA"/>
            </a:solidFill>
            <a:prstDash val="solid"/>
          </a:ln>
        </p:spPr>
      </p:sp>
      <p:sp>
        <p:nvSpPr>
          <p:cNvPr id="18" name="">
            <a:extLst xmlns:a="http://schemas.openxmlformats.org/drawingml/2006/main">
              <a:ext uri="{FF2B5EF4-FFF2-40B4-BE49-F238E27FC236}">
                <a16:creationId xmlns:a16="http://schemas.microsoft.com/office/drawing/2014/main" id="{1A8E4347-4648-4091-B440-F1D5E47CA87F}"/>
              </a:ext>
            </a:extLst>
          </p:cNvPr>
          <p:cNvSpPr>
            <a:spLocks xmlns:a="http://schemas.openxmlformats.org/drawingml/2006/main" noGrp="1"/>
          </p:cNvSpPr>
          <p:nvPr/>
        </p:nvSpPr>
        <p:spPr>
          <a:xfrm xmlns:a="http://schemas.openxmlformats.org/drawingml/2006/main">
            <a:off x="3886200" y="27813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05030"/>
                </a:solidFill>
                <a:latin typeface="Verdana"/>
                <a:ea typeface="Verdana"/>
                <a:cs typeface="Verdana"/>
              </a:defRPr>
            </a:pPr>
            <a:r>
              <a:rPr sz="788" b="1" i="0">
                <a:solidFill>
                  <a:srgbClr val="005030"/>
                </a:solidFill>
                <a:latin typeface="Verdana"/>
                <a:ea typeface="Verdana"/>
                <a:cs typeface="Verdana"/>
              </a:rPr>
              <a:t>My minimum version</a:t>
            </a:r>
          </a:p>
        </p:txBody>
      </p:sp>
      <p:sp>
        <p:nvSpPr>
          <p:cNvPr id="19" name="">
            <a:extLst xmlns:a="http://schemas.openxmlformats.org/drawingml/2006/main">
              <a:ext uri="{FF2B5EF4-FFF2-40B4-BE49-F238E27FC236}">
                <a16:creationId xmlns:a16="http://schemas.microsoft.com/office/drawing/2014/main" id="{605AEB9A-EB1D-4A68-873F-9B4617D27A68}"/>
              </a:ext>
            </a:extLst>
          </p:cNvPr>
          <p:cNvSpPr>
            <a:spLocks xmlns:a="http://schemas.openxmlformats.org/drawingml/2006/main" noGrp="1"/>
          </p:cNvSpPr>
          <p:nvPr/>
        </p:nvSpPr>
        <p:spPr>
          <a:xfrm xmlns:a="http://schemas.openxmlformats.org/drawingml/2006/main">
            <a:off x="3886200" y="2990850"/>
            <a:ext cx="3028950" cy="323850"/>
          </a:xfrm>
          <a:prstGeom xmlns:a="http://schemas.openxmlformats.org/drawingml/2006/main" prst="roundRect">
            <a:avLst>
              <a:gd name="adj" fmla="val 20588"/>
            </a:avLst>
          </a:prstGeom>
          <a:solidFill xmlns:a="http://schemas.openxmlformats.org/drawingml/2006/main">
            <a:srgbClr val="FFFFFF"/>
          </a:solidFill>
          <a:ln xmlns:a="http://schemas.openxmlformats.org/drawingml/2006/main" w="9525">
            <a:solidFill>
              <a:srgbClr val="D9DEEA"/>
            </a:solidFill>
            <a:prstDash val="solid"/>
          </a:ln>
        </p:spPr>
      </p:sp>
      <p:sp>
        <p:nvSpPr>
          <p:cNvPr id="20" name="">
            <a:extLst xmlns:a="http://schemas.openxmlformats.org/drawingml/2006/main">
              <a:ext uri="{FF2B5EF4-FFF2-40B4-BE49-F238E27FC236}">
                <a16:creationId xmlns:a16="http://schemas.microsoft.com/office/drawing/2014/main" id="{E54F54F8-5499-4F90-B4DF-A15691C89E83}"/>
              </a:ext>
            </a:extLst>
          </p:cNvPr>
          <p:cNvSpPr>
            <a:spLocks xmlns:a="http://schemas.openxmlformats.org/drawingml/2006/main" noGrp="1"/>
          </p:cNvSpPr>
          <p:nvPr/>
        </p:nvSpPr>
        <p:spPr>
          <a:xfrm xmlns:a="http://schemas.openxmlformats.org/drawingml/2006/main">
            <a:off x="514350" y="3429000"/>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05030"/>
                </a:solidFill>
                <a:latin typeface="Verdana"/>
                <a:ea typeface="Verdana"/>
                <a:cs typeface="Verdana"/>
              </a:defRPr>
            </a:pPr>
            <a:r>
              <a:rPr sz="788" b="1" i="0">
                <a:solidFill>
                  <a:srgbClr val="005030"/>
                </a:solidFill>
                <a:latin typeface="Verdana"/>
                <a:ea typeface="Verdana"/>
                <a:cs typeface="Verdana"/>
              </a:rPr>
              <a:t>My backup plan</a:t>
            </a:r>
          </a:p>
        </p:txBody>
      </p:sp>
      <p:sp>
        <p:nvSpPr>
          <p:cNvPr id="21" name="">
            <a:extLst xmlns:a="http://schemas.openxmlformats.org/drawingml/2006/main">
              <a:ext uri="{FF2B5EF4-FFF2-40B4-BE49-F238E27FC236}">
                <a16:creationId xmlns:a16="http://schemas.microsoft.com/office/drawing/2014/main" id="{66E5CB29-0FAE-49DB-8382-A0778FC046D7}"/>
              </a:ext>
            </a:extLst>
          </p:cNvPr>
          <p:cNvSpPr>
            <a:spLocks xmlns:a="http://schemas.openxmlformats.org/drawingml/2006/main" noGrp="1"/>
          </p:cNvSpPr>
          <p:nvPr/>
        </p:nvSpPr>
        <p:spPr>
          <a:xfrm xmlns:a="http://schemas.openxmlformats.org/drawingml/2006/main">
            <a:off x="514350" y="3638550"/>
            <a:ext cx="6743700" cy="323850"/>
          </a:xfrm>
          <a:prstGeom xmlns:a="http://schemas.openxmlformats.org/drawingml/2006/main" prst="roundRect">
            <a:avLst>
              <a:gd name="adj" fmla="val 20588"/>
            </a:avLst>
          </a:prstGeom>
          <a:solidFill xmlns:a="http://schemas.openxmlformats.org/drawingml/2006/main">
            <a:srgbClr val="FFFFFF"/>
          </a:solidFill>
          <a:ln xmlns:a="http://schemas.openxmlformats.org/drawingml/2006/main" w="9525">
            <a:solidFill>
              <a:srgbClr val="D9DEEA"/>
            </a:solidFill>
            <a:prstDash val="solid"/>
          </a:ln>
        </p:spPr>
      </p:sp>
      <p:sp>
        <p:nvSpPr>
          <p:cNvPr id="22" name="">
            <a:extLst xmlns:a="http://schemas.openxmlformats.org/drawingml/2006/main">
              <a:ext uri="{FF2B5EF4-FFF2-40B4-BE49-F238E27FC236}">
                <a16:creationId xmlns:a16="http://schemas.microsoft.com/office/drawing/2014/main" id="{F45B9776-D7E8-4D0B-BA6C-395224C4571C}"/>
              </a:ext>
            </a:extLst>
          </p:cNvPr>
          <p:cNvSpPr>
            <a:spLocks xmlns:a="http://schemas.openxmlformats.org/drawingml/2006/main" noGrp="1"/>
          </p:cNvSpPr>
          <p:nvPr/>
        </p:nvSpPr>
        <p:spPr>
          <a:xfrm xmlns:a="http://schemas.openxmlformats.org/drawingml/2006/main">
            <a:off x="5905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23" name="">
            <a:extLst xmlns:a="http://schemas.openxmlformats.org/drawingml/2006/main">
              <a:ext uri="{FF2B5EF4-FFF2-40B4-BE49-F238E27FC236}">
                <a16:creationId xmlns:a16="http://schemas.microsoft.com/office/drawing/2014/main" id="{81A0B9A5-9141-46E2-B973-A6EB22466209}"/>
              </a:ext>
            </a:extLst>
          </p:cNvPr>
          <p:cNvSpPr>
            <a:spLocks xmlns:a="http://schemas.openxmlformats.org/drawingml/2006/main" noGrp="1"/>
          </p:cNvSpPr>
          <p:nvPr/>
        </p:nvSpPr>
        <p:spPr>
          <a:xfrm xmlns:a="http://schemas.openxmlformats.org/drawingml/2006/main">
            <a:off x="6667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a:t>
            </a:r>
          </a:p>
        </p:txBody>
      </p:sp>
      <p:sp>
        <p:nvSpPr>
          <p:cNvPr id="24" name="">
            <a:extLst xmlns:a="http://schemas.openxmlformats.org/drawingml/2006/main">
              <a:ext uri="{FF2B5EF4-FFF2-40B4-BE49-F238E27FC236}">
                <a16:creationId xmlns:a16="http://schemas.microsoft.com/office/drawing/2014/main" id="{66D7AA53-2DE2-4E4B-B622-1001EF3BE393}"/>
              </a:ext>
            </a:extLst>
          </p:cNvPr>
          <p:cNvSpPr>
            <a:spLocks xmlns:a="http://schemas.openxmlformats.org/drawingml/2006/main" noGrp="1"/>
          </p:cNvSpPr>
          <p:nvPr/>
        </p:nvSpPr>
        <p:spPr>
          <a:xfrm xmlns:a="http://schemas.openxmlformats.org/drawingml/2006/main">
            <a:off x="9525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25" name="">
            <a:extLst xmlns:a="http://schemas.openxmlformats.org/drawingml/2006/main">
              <a:ext uri="{FF2B5EF4-FFF2-40B4-BE49-F238E27FC236}">
                <a16:creationId xmlns:a16="http://schemas.microsoft.com/office/drawing/2014/main" id="{D8CC234C-9079-454A-90AE-A2A8C820778B}"/>
              </a:ext>
            </a:extLst>
          </p:cNvPr>
          <p:cNvSpPr>
            <a:spLocks xmlns:a="http://schemas.openxmlformats.org/drawingml/2006/main" noGrp="1"/>
          </p:cNvSpPr>
          <p:nvPr/>
        </p:nvSpPr>
        <p:spPr>
          <a:xfrm xmlns:a="http://schemas.openxmlformats.org/drawingml/2006/main">
            <a:off x="11430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26" name="">
            <a:extLst xmlns:a="http://schemas.openxmlformats.org/drawingml/2006/main">
              <a:ext uri="{FF2B5EF4-FFF2-40B4-BE49-F238E27FC236}">
                <a16:creationId xmlns:a16="http://schemas.microsoft.com/office/drawing/2014/main" id="{16203222-98EF-428C-B43D-80FC0D42A5A8}"/>
              </a:ext>
            </a:extLst>
          </p:cNvPr>
          <p:cNvSpPr>
            <a:spLocks xmlns:a="http://schemas.openxmlformats.org/drawingml/2006/main" noGrp="1"/>
          </p:cNvSpPr>
          <p:nvPr/>
        </p:nvSpPr>
        <p:spPr>
          <a:xfrm xmlns:a="http://schemas.openxmlformats.org/drawingml/2006/main">
            <a:off x="6858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27" name="">
            <a:extLst xmlns:a="http://schemas.openxmlformats.org/drawingml/2006/main">
              <a:ext uri="{FF2B5EF4-FFF2-40B4-BE49-F238E27FC236}">
                <a16:creationId xmlns:a16="http://schemas.microsoft.com/office/drawing/2014/main" id="{7444F4BC-34AE-41B3-B93A-0749C49D09BB}"/>
              </a:ext>
            </a:extLst>
          </p:cNvPr>
          <p:cNvSpPr>
            <a:spLocks xmlns:a="http://schemas.openxmlformats.org/drawingml/2006/main" noGrp="1"/>
          </p:cNvSpPr>
          <p:nvPr/>
        </p:nvSpPr>
        <p:spPr>
          <a:xfrm xmlns:a="http://schemas.openxmlformats.org/drawingml/2006/main">
            <a:off x="15049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28" name="">
            <a:extLst xmlns:a="http://schemas.openxmlformats.org/drawingml/2006/main">
              <a:ext uri="{FF2B5EF4-FFF2-40B4-BE49-F238E27FC236}">
                <a16:creationId xmlns:a16="http://schemas.microsoft.com/office/drawing/2014/main" id="{5E68C94A-9A45-4F7A-8538-2E9C086C33C7}"/>
              </a:ext>
            </a:extLst>
          </p:cNvPr>
          <p:cNvSpPr>
            <a:spLocks xmlns:a="http://schemas.openxmlformats.org/drawingml/2006/main" noGrp="1"/>
          </p:cNvSpPr>
          <p:nvPr/>
        </p:nvSpPr>
        <p:spPr>
          <a:xfrm xmlns:a="http://schemas.openxmlformats.org/drawingml/2006/main">
            <a:off x="15811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a:t>
            </a:r>
          </a:p>
        </p:txBody>
      </p:sp>
      <p:sp>
        <p:nvSpPr>
          <p:cNvPr id="29" name="">
            <a:extLst xmlns:a="http://schemas.openxmlformats.org/drawingml/2006/main">
              <a:ext uri="{FF2B5EF4-FFF2-40B4-BE49-F238E27FC236}">
                <a16:creationId xmlns:a16="http://schemas.microsoft.com/office/drawing/2014/main" id="{DDAEF978-389D-4E8F-B618-3051A8CCFF48}"/>
              </a:ext>
            </a:extLst>
          </p:cNvPr>
          <p:cNvSpPr>
            <a:spLocks xmlns:a="http://schemas.openxmlformats.org/drawingml/2006/main" noGrp="1"/>
          </p:cNvSpPr>
          <p:nvPr/>
        </p:nvSpPr>
        <p:spPr>
          <a:xfrm xmlns:a="http://schemas.openxmlformats.org/drawingml/2006/main">
            <a:off x="18669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30" name="">
            <a:extLst xmlns:a="http://schemas.openxmlformats.org/drawingml/2006/main">
              <a:ext uri="{FF2B5EF4-FFF2-40B4-BE49-F238E27FC236}">
                <a16:creationId xmlns:a16="http://schemas.microsoft.com/office/drawing/2014/main" id="{112032A8-E259-46BE-A621-35BE4AE46BEF}"/>
              </a:ext>
            </a:extLst>
          </p:cNvPr>
          <p:cNvSpPr>
            <a:spLocks xmlns:a="http://schemas.openxmlformats.org/drawingml/2006/main" noGrp="1"/>
          </p:cNvSpPr>
          <p:nvPr/>
        </p:nvSpPr>
        <p:spPr>
          <a:xfrm xmlns:a="http://schemas.openxmlformats.org/drawingml/2006/main">
            <a:off x="20574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31" name="">
            <a:extLst xmlns:a="http://schemas.openxmlformats.org/drawingml/2006/main">
              <a:ext uri="{FF2B5EF4-FFF2-40B4-BE49-F238E27FC236}">
                <a16:creationId xmlns:a16="http://schemas.microsoft.com/office/drawing/2014/main" id="{F2F4E4CB-E663-4694-8D39-2BFFD59B2B2A}"/>
              </a:ext>
            </a:extLst>
          </p:cNvPr>
          <p:cNvSpPr>
            <a:spLocks xmlns:a="http://schemas.openxmlformats.org/drawingml/2006/main" noGrp="1"/>
          </p:cNvSpPr>
          <p:nvPr/>
        </p:nvSpPr>
        <p:spPr>
          <a:xfrm xmlns:a="http://schemas.openxmlformats.org/drawingml/2006/main">
            <a:off x="16002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D6092979-B48B-420C-9108-FEC77F030C92}"/>
              </a:ext>
            </a:extLst>
          </p:cNvPr>
          <p:cNvSpPr>
            <a:spLocks xmlns:a="http://schemas.openxmlformats.org/drawingml/2006/main" noGrp="1"/>
          </p:cNvSpPr>
          <p:nvPr/>
        </p:nvSpPr>
        <p:spPr>
          <a:xfrm xmlns:a="http://schemas.openxmlformats.org/drawingml/2006/main">
            <a:off x="24193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33" name="">
            <a:extLst xmlns:a="http://schemas.openxmlformats.org/drawingml/2006/main">
              <a:ext uri="{FF2B5EF4-FFF2-40B4-BE49-F238E27FC236}">
                <a16:creationId xmlns:a16="http://schemas.microsoft.com/office/drawing/2014/main" id="{FE85C647-6437-44CD-B9C3-4605CC129B44}"/>
              </a:ext>
            </a:extLst>
          </p:cNvPr>
          <p:cNvSpPr>
            <a:spLocks xmlns:a="http://schemas.openxmlformats.org/drawingml/2006/main" noGrp="1"/>
          </p:cNvSpPr>
          <p:nvPr/>
        </p:nvSpPr>
        <p:spPr>
          <a:xfrm xmlns:a="http://schemas.openxmlformats.org/drawingml/2006/main">
            <a:off x="24955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3</a:t>
            </a:r>
          </a:p>
        </p:txBody>
      </p:sp>
      <p:sp>
        <p:nvSpPr>
          <p:cNvPr id="34" name="">
            <a:extLst xmlns:a="http://schemas.openxmlformats.org/drawingml/2006/main">
              <a:ext uri="{FF2B5EF4-FFF2-40B4-BE49-F238E27FC236}">
                <a16:creationId xmlns:a16="http://schemas.microsoft.com/office/drawing/2014/main" id="{0BDB6F9A-0414-41D0-AEC7-4B86813314B9}"/>
              </a:ext>
            </a:extLst>
          </p:cNvPr>
          <p:cNvSpPr>
            <a:spLocks xmlns:a="http://schemas.openxmlformats.org/drawingml/2006/main" noGrp="1"/>
          </p:cNvSpPr>
          <p:nvPr/>
        </p:nvSpPr>
        <p:spPr>
          <a:xfrm xmlns:a="http://schemas.openxmlformats.org/drawingml/2006/main">
            <a:off x="27813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35" name="">
            <a:extLst xmlns:a="http://schemas.openxmlformats.org/drawingml/2006/main">
              <a:ext uri="{FF2B5EF4-FFF2-40B4-BE49-F238E27FC236}">
                <a16:creationId xmlns:a16="http://schemas.microsoft.com/office/drawing/2014/main" id="{B2587B78-2497-4E27-8E8E-D8FF8DEE0030}"/>
              </a:ext>
            </a:extLst>
          </p:cNvPr>
          <p:cNvSpPr>
            <a:spLocks xmlns:a="http://schemas.openxmlformats.org/drawingml/2006/main" noGrp="1"/>
          </p:cNvSpPr>
          <p:nvPr/>
        </p:nvSpPr>
        <p:spPr>
          <a:xfrm xmlns:a="http://schemas.openxmlformats.org/drawingml/2006/main">
            <a:off x="29718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36" name="">
            <a:extLst xmlns:a="http://schemas.openxmlformats.org/drawingml/2006/main">
              <a:ext uri="{FF2B5EF4-FFF2-40B4-BE49-F238E27FC236}">
                <a16:creationId xmlns:a16="http://schemas.microsoft.com/office/drawing/2014/main" id="{E6DBAC22-A2D9-49A3-ADBF-EB212DF6945C}"/>
              </a:ext>
            </a:extLst>
          </p:cNvPr>
          <p:cNvSpPr>
            <a:spLocks xmlns:a="http://schemas.openxmlformats.org/drawingml/2006/main" noGrp="1"/>
          </p:cNvSpPr>
          <p:nvPr/>
        </p:nvSpPr>
        <p:spPr>
          <a:xfrm xmlns:a="http://schemas.openxmlformats.org/drawingml/2006/main">
            <a:off x="25146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37" name="">
            <a:extLst xmlns:a="http://schemas.openxmlformats.org/drawingml/2006/main">
              <a:ext uri="{FF2B5EF4-FFF2-40B4-BE49-F238E27FC236}">
                <a16:creationId xmlns:a16="http://schemas.microsoft.com/office/drawing/2014/main" id="{FF3A3359-C3DF-4837-8C7E-BD091FC5C3EF}"/>
              </a:ext>
            </a:extLst>
          </p:cNvPr>
          <p:cNvSpPr>
            <a:spLocks xmlns:a="http://schemas.openxmlformats.org/drawingml/2006/main" noGrp="1"/>
          </p:cNvSpPr>
          <p:nvPr/>
        </p:nvSpPr>
        <p:spPr>
          <a:xfrm xmlns:a="http://schemas.openxmlformats.org/drawingml/2006/main">
            <a:off x="33337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38" name="">
            <a:extLst xmlns:a="http://schemas.openxmlformats.org/drawingml/2006/main">
              <a:ext uri="{FF2B5EF4-FFF2-40B4-BE49-F238E27FC236}">
                <a16:creationId xmlns:a16="http://schemas.microsoft.com/office/drawing/2014/main" id="{DDBC4EDD-A45C-46D8-90AC-CCB3D72366E7}"/>
              </a:ext>
            </a:extLst>
          </p:cNvPr>
          <p:cNvSpPr>
            <a:spLocks xmlns:a="http://schemas.openxmlformats.org/drawingml/2006/main" noGrp="1"/>
          </p:cNvSpPr>
          <p:nvPr/>
        </p:nvSpPr>
        <p:spPr>
          <a:xfrm xmlns:a="http://schemas.openxmlformats.org/drawingml/2006/main">
            <a:off x="34099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4</a:t>
            </a:r>
          </a:p>
        </p:txBody>
      </p:sp>
      <p:sp>
        <p:nvSpPr>
          <p:cNvPr id="39" name="">
            <a:extLst xmlns:a="http://schemas.openxmlformats.org/drawingml/2006/main">
              <a:ext uri="{FF2B5EF4-FFF2-40B4-BE49-F238E27FC236}">
                <a16:creationId xmlns:a16="http://schemas.microsoft.com/office/drawing/2014/main" id="{811AEAE4-E865-4A47-8334-FBF74CB85062}"/>
              </a:ext>
            </a:extLst>
          </p:cNvPr>
          <p:cNvSpPr>
            <a:spLocks xmlns:a="http://schemas.openxmlformats.org/drawingml/2006/main" noGrp="1"/>
          </p:cNvSpPr>
          <p:nvPr/>
        </p:nvSpPr>
        <p:spPr>
          <a:xfrm xmlns:a="http://schemas.openxmlformats.org/drawingml/2006/main">
            <a:off x="36957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40" name="">
            <a:extLst xmlns:a="http://schemas.openxmlformats.org/drawingml/2006/main">
              <a:ext uri="{FF2B5EF4-FFF2-40B4-BE49-F238E27FC236}">
                <a16:creationId xmlns:a16="http://schemas.microsoft.com/office/drawing/2014/main" id="{9A8BED14-B678-455D-86BD-C25775AABB00}"/>
              </a:ext>
            </a:extLst>
          </p:cNvPr>
          <p:cNvSpPr>
            <a:spLocks xmlns:a="http://schemas.openxmlformats.org/drawingml/2006/main" noGrp="1"/>
          </p:cNvSpPr>
          <p:nvPr/>
        </p:nvSpPr>
        <p:spPr>
          <a:xfrm xmlns:a="http://schemas.openxmlformats.org/drawingml/2006/main">
            <a:off x="38862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41" name="">
            <a:extLst xmlns:a="http://schemas.openxmlformats.org/drawingml/2006/main">
              <a:ext uri="{FF2B5EF4-FFF2-40B4-BE49-F238E27FC236}">
                <a16:creationId xmlns:a16="http://schemas.microsoft.com/office/drawing/2014/main" id="{B9BD45A3-3672-4AAC-A9D4-1BA02D1F3733}"/>
              </a:ext>
            </a:extLst>
          </p:cNvPr>
          <p:cNvSpPr>
            <a:spLocks xmlns:a="http://schemas.openxmlformats.org/drawingml/2006/main" noGrp="1"/>
          </p:cNvSpPr>
          <p:nvPr/>
        </p:nvSpPr>
        <p:spPr>
          <a:xfrm xmlns:a="http://schemas.openxmlformats.org/drawingml/2006/main">
            <a:off x="34290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2" name="">
            <a:extLst xmlns:a="http://schemas.openxmlformats.org/drawingml/2006/main">
              <a:ext uri="{FF2B5EF4-FFF2-40B4-BE49-F238E27FC236}">
                <a16:creationId xmlns:a16="http://schemas.microsoft.com/office/drawing/2014/main" id="{6773A3B4-6595-43AF-ABDE-53C22B074B39}"/>
              </a:ext>
            </a:extLst>
          </p:cNvPr>
          <p:cNvSpPr>
            <a:spLocks xmlns:a="http://schemas.openxmlformats.org/drawingml/2006/main" noGrp="1"/>
          </p:cNvSpPr>
          <p:nvPr/>
        </p:nvSpPr>
        <p:spPr>
          <a:xfrm xmlns:a="http://schemas.openxmlformats.org/drawingml/2006/main">
            <a:off x="42481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43" name="">
            <a:extLst xmlns:a="http://schemas.openxmlformats.org/drawingml/2006/main">
              <a:ext uri="{FF2B5EF4-FFF2-40B4-BE49-F238E27FC236}">
                <a16:creationId xmlns:a16="http://schemas.microsoft.com/office/drawing/2014/main" id="{8FB71950-9CE3-431A-9248-FD005236B7C8}"/>
              </a:ext>
            </a:extLst>
          </p:cNvPr>
          <p:cNvSpPr>
            <a:spLocks xmlns:a="http://schemas.openxmlformats.org/drawingml/2006/main" noGrp="1"/>
          </p:cNvSpPr>
          <p:nvPr/>
        </p:nvSpPr>
        <p:spPr>
          <a:xfrm xmlns:a="http://schemas.openxmlformats.org/drawingml/2006/main">
            <a:off x="43243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5</a:t>
            </a:r>
          </a:p>
        </p:txBody>
      </p:sp>
      <p:sp>
        <p:nvSpPr>
          <p:cNvPr id="44" name="">
            <a:extLst xmlns:a="http://schemas.openxmlformats.org/drawingml/2006/main">
              <a:ext uri="{FF2B5EF4-FFF2-40B4-BE49-F238E27FC236}">
                <a16:creationId xmlns:a16="http://schemas.microsoft.com/office/drawing/2014/main" id="{FF9F2162-702F-450F-87FE-5B763C5FA816}"/>
              </a:ext>
            </a:extLst>
          </p:cNvPr>
          <p:cNvSpPr>
            <a:spLocks xmlns:a="http://schemas.openxmlformats.org/drawingml/2006/main" noGrp="1"/>
          </p:cNvSpPr>
          <p:nvPr/>
        </p:nvSpPr>
        <p:spPr>
          <a:xfrm xmlns:a="http://schemas.openxmlformats.org/drawingml/2006/main">
            <a:off x="46101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45" name="">
            <a:extLst xmlns:a="http://schemas.openxmlformats.org/drawingml/2006/main">
              <a:ext uri="{FF2B5EF4-FFF2-40B4-BE49-F238E27FC236}">
                <a16:creationId xmlns:a16="http://schemas.microsoft.com/office/drawing/2014/main" id="{468FF44B-550B-47F6-BCD0-97E0E3FB847D}"/>
              </a:ext>
            </a:extLst>
          </p:cNvPr>
          <p:cNvSpPr>
            <a:spLocks xmlns:a="http://schemas.openxmlformats.org/drawingml/2006/main" noGrp="1"/>
          </p:cNvSpPr>
          <p:nvPr/>
        </p:nvSpPr>
        <p:spPr>
          <a:xfrm xmlns:a="http://schemas.openxmlformats.org/drawingml/2006/main">
            <a:off x="48006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46" name="">
            <a:extLst xmlns:a="http://schemas.openxmlformats.org/drawingml/2006/main">
              <a:ext uri="{FF2B5EF4-FFF2-40B4-BE49-F238E27FC236}">
                <a16:creationId xmlns:a16="http://schemas.microsoft.com/office/drawing/2014/main" id="{A41DA639-C847-42C3-BCB9-D3E1179E522C}"/>
              </a:ext>
            </a:extLst>
          </p:cNvPr>
          <p:cNvSpPr>
            <a:spLocks xmlns:a="http://schemas.openxmlformats.org/drawingml/2006/main" noGrp="1"/>
          </p:cNvSpPr>
          <p:nvPr/>
        </p:nvSpPr>
        <p:spPr>
          <a:xfrm xmlns:a="http://schemas.openxmlformats.org/drawingml/2006/main">
            <a:off x="43434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47" name="">
            <a:extLst xmlns:a="http://schemas.openxmlformats.org/drawingml/2006/main">
              <a:ext uri="{FF2B5EF4-FFF2-40B4-BE49-F238E27FC236}">
                <a16:creationId xmlns:a16="http://schemas.microsoft.com/office/drawing/2014/main" id="{19A5CA3E-B7A8-4914-95E5-EFA78433B074}"/>
              </a:ext>
            </a:extLst>
          </p:cNvPr>
          <p:cNvSpPr>
            <a:spLocks xmlns:a="http://schemas.openxmlformats.org/drawingml/2006/main" noGrp="1"/>
          </p:cNvSpPr>
          <p:nvPr/>
        </p:nvSpPr>
        <p:spPr>
          <a:xfrm xmlns:a="http://schemas.openxmlformats.org/drawingml/2006/main">
            <a:off x="51625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48" name="">
            <a:extLst xmlns:a="http://schemas.openxmlformats.org/drawingml/2006/main">
              <a:ext uri="{FF2B5EF4-FFF2-40B4-BE49-F238E27FC236}">
                <a16:creationId xmlns:a16="http://schemas.microsoft.com/office/drawing/2014/main" id="{C3A0C2A3-8DA4-468E-B5F4-ABC1AE4B1D84}"/>
              </a:ext>
            </a:extLst>
          </p:cNvPr>
          <p:cNvSpPr>
            <a:spLocks xmlns:a="http://schemas.openxmlformats.org/drawingml/2006/main" noGrp="1"/>
          </p:cNvSpPr>
          <p:nvPr/>
        </p:nvSpPr>
        <p:spPr>
          <a:xfrm xmlns:a="http://schemas.openxmlformats.org/drawingml/2006/main">
            <a:off x="52387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6</a:t>
            </a:r>
          </a:p>
        </p:txBody>
      </p:sp>
      <p:sp>
        <p:nvSpPr>
          <p:cNvPr id="49" name="">
            <a:extLst xmlns:a="http://schemas.openxmlformats.org/drawingml/2006/main">
              <a:ext uri="{FF2B5EF4-FFF2-40B4-BE49-F238E27FC236}">
                <a16:creationId xmlns:a16="http://schemas.microsoft.com/office/drawing/2014/main" id="{46476AE5-1585-4911-9127-E2CE6DBDDE88}"/>
              </a:ext>
            </a:extLst>
          </p:cNvPr>
          <p:cNvSpPr>
            <a:spLocks xmlns:a="http://schemas.openxmlformats.org/drawingml/2006/main" noGrp="1"/>
          </p:cNvSpPr>
          <p:nvPr/>
        </p:nvSpPr>
        <p:spPr>
          <a:xfrm xmlns:a="http://schemas.openxmlformats.org/drawingml/2006/main">
            <a:off x="55245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50" name="">
            <a:extLst xmlns:a="http://schemas.openxmlformats.org/drawingml/2006/main">
              <a:ext uri="{FF2B5EF4-FFF2-40B4-BE49-F238E27FC236}">
                <a16:creationId xmlns:a16="http://schemas.microsoft.com/office/drawing/2014/main" id="{8896A893-4F41-427C-9CC3-DA9091E06570}"/>
              </a:ext>
            </a:extLst>
          </p:cNvPr>
          <p:cNvSpPr>
            <a:spLocks xmlns:a="http://schemas.openxmlformats.org/drawingml/2006/main" noGrp="1"/>
          </p:cNvSpPr>
          <p:nvPr/>
        </p:nvSpPr>
        <p:spPr>
          <a:xfrm xmlns:a="http://schemas.openxmlformats.org/drawingml/2006/main">
            <a:off x="57150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51" name="">
            <a:extLst xmlns:a="http://schemas.openxmlformats.org/drawingml/2006/main">
              <a:ext uri="{FF2B5EF4-FFF2-40B4-BE49-F238E27FC236}">
                <a16:creationId xmlns:a16="http://schemas.microsoft.com/office/drawing/2014/main" id="{E4F21DB0-19E4-4990-A24A-E0886271C76B}"/>
              </a:ext>
            </a:extLst>
          </p:cNvPr>
          <p:cNvSpPr>
            <a:spLocks xmlns:a="http://schemas.openxmlformats.org/drawingml/2006/main" noGrp="1"/>
          </p:cNvSpPr>
          <p:nvPr/>
        </p:nvSpPr>
        <p:spPr>
          <a:xfrm xmlns:a="http://schemas.openxmlformats.org/drawingml/2006/main">
            <a:off x="52578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2" name="">
            <a:extLst xmlns:a="http://schemas.openxmlformats.org/drawingml/2006/main">
              <a:ext uri="{FF2B5EF4-FFF2-40B4-BE49-F238E27FC236}">
                <a16:creationId xmlns:a16="http://schemas.microsoft.com/office/drawing/2014/main" id="{09E2ED05-9EE6-45F2-ACAB-87582F7F8598}"/>
              </a:ext>
            </a:extLst>
          </p:cNvPr>
          <p:cNvSpPr>
            <a:spLocks xmlns:a="http://schemas.openxmlformats.org/drawingml/2006/main" noGrp="1"/>
          </p:cNvSpPr>
          <p:nvPr/>
        </p:nvSpPr>
        <p:spPr>
          <a:xfrm xmlns:a="http://schemas.openxmlformats.org/drawingml/2006/main">
            <a:off x="6076950" y="4457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53" name="">
            <a:extLst xmlns:a="http://schemas.openxmlformats.org/drawingml/2006/main">
              <a:ext uri="{FF2B5EF4-FFF2-40B4-BE49-F238E27FC236}">
                <a16:creationId xmlns:a16="http://schemas.microsoft.com/office/drawing/2014/main" id="{33786E04-C782-4E56-93F4-5B39D3CDEE98}"/>
              </a:ext>
            </a:extLst>
          </p:cNvPr>
          <p:cNvSpPr>
            <a:spLocks xmlns:a="http://schemas.openxmlformats.org/drawingml/2006/main" noGrp="1"/>
          </p:cNvSpPr>
          <p:nvPr/>
        </p:nvSpPr>
        <p:spPr>
          <a:xfrm xmlns:a="http://schemas.openxmlformats.org/drawingml/2006/main">
            <a:off x="6153150" y="4524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7</a:t>
            </a:r>
          </a:p>
        </p:txBody>
      </p:sp>
      <p:sp>
        <p:nvSpPr>
          <p:cNvPr id="54" name="">
            <a:extLst xmlns:a="http://schemas.openxmlformats.org/drawingml/2006/main">
              <a:ext uri="{FF2B5EF4-FFF2-40B4-BE49-F238E27FC236}">
                <a16:creationId xmlns:a16="http://schemas.microsoft.com/office/drawing/2014/main" id="{CF38AC2F-7BD7-469E-8BC7-87F0F312CA0E}"/>
              </a:ext>
            </a:extLst>
          </p:cNvPr>
          <p:cNvSpPr>
            <a:spLocks xmlns:a="http://schemas.openxmlformats.org/drawingml/2006/main" noGrp="1"/>
          </p:cNvSpPr>
          <p:nvPr/>
        </p:nvSpPr>
        <p:spPr>
          <a:xfrm xmlns:a="http://schemas.openxmlformats.org/drawingml/2006/main">
            <a:off x="64389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55" name="">
            <a:extLst xmlns:a="http://schemas.openxmlformats.org/drawingml/2006/main">
              <a:ext uri="{FF2B5EF4-FFF2-40B4-BE49-F238E27FC236}">
                <a16:creationId xmlns:a16="http://schemas.microsoft.com/office/drawing/2014/main" id="{65A5A440-43B5-45E3-A5A4-F5EFD0F69EC7}"/>
              </a:ext>
            </a:extLst>
          </p:cNvPr>
          <p:cNvSpPr>
            <a:spLocks xmlns:a="http://schemas.openxmlformats.org/drawingml/2006/main" noGrp="1"/>
          </p:cNvSpPr>
          <p:nvPr/>
        </p:nvSpPr>
        <p:spPr>
          <a:xfrm xmlns:a="http://schemas.openxmlformats.org/drawingml/2006/main">
            <a:off x="6629400" y="4543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56" name="">
            <a:extLst xmlns:a="http://schemas.openxmlformats.org/drawingml/2006/main">
              <a:ext uri="{FF2B5EF4-FFF2-40B4-BE49-F238E27FC236}">
                <a16:creationId xmlns:a16="http://schemas.microsoft.com/office/drawing/2014/main" id="{DBE9A28D-BBF9-4917-9555-1A7BE139E385}"/>
              </a:ext>
            </a:extLst>
          </p:cNvPr>
          <p:cNvSpPr>
            <a:spLocks xmlns:a="http://schemas.openxmlformats.org/drawingml/2006/main" noGrp="1"/>
          </p:cNvSpPr>
          <p:nvPr/>
        </p:nvSpPr>
        <p:spPr>
          <a:xfrm xmlns:a="http://schemas.openxmlformats.org/drawingml/2006/main">
            <a:off x="6172200" y="4819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57" name="">
            <a:extLst xmlns:a="http://schemas.openxmlformats.org/drawingml/2006/main">
              <a:ext uri="{FF2B5EF4-FFF2-40B4-BE49-F238E27FC236}">
                <a16:creationId xmlns:a16="http://schemas.microsoft.com/office/drawing/2014/main" id="{BF1A52A3-BF77-447B-853E-C6A8FA55F2A6}"/>
              </a:ext>
            </a:extLst>
          </p:cNvPr>
          <p:cNvSpPr>
            <a:spLocks xmlns:a="http://schemas.openxmlformats.org/drawingml/2006/main" noGrp="1"/>
          </p:cNvSpPr>
          <p:nvPr/>
        </p:nvSpPr>
        <p:spPr>
          <a:xfrm xmlns:a="http://schemas.openxmlformats.org/drawingml/2006/main">
            <a:off x="5905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58" name="">
            <a:extLst xmlns:a="http://schemas.openxmlformats.org/drawingml/2006/main">
              <a:ext uri="{FF2B5EF4-FFF2-40B4-BE49-F238E27FC236}">
                <a16:creationId xmlns:a16="http://schemas.microsoft.com/office/drawing/2014/main" id="{2BA3295D-093F-4061-89C9-2C302F0C8E87}"/>
              </a:ext>
            </a:extLst>
          </p:cNvPr>
          <p:cNvSpPr>
            <a:spLocks xmlns:a="http://schemas.openxmlformats.org/drawingml/2006/main" noGrp="1"/>
          </p:cNvSpPr>
          <p:nvPr/>
        </p:nvSpPr>
        <p:spPr>
          <a:xfrm xmlns:a="http://schemas.openxmlformats.org/drawingml/2006/main">
            <a:off x="6667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8</a:t>
            </a:r>
          </a:p>
        </p:txBody>
      </p:sp>
      <p:sp>
        <p:nvSpPr>
          <p:cNvPr id="59" name="">
            <a:extLst xmlns:a="http://schemas.openxmlformats.org/drawingml/2006/main">
              <a:ext uri="{FF2B5EF4-FFF2-40B4-BE49-F238E27FC236}">
                <a16:creationId xmlns:a16="http://schemas.microsoft.com/office/drawing/2014/main" id="{06DD10E6-92F3-46F9-88C9-9393586AD770}"/>
              </a:ext>
            </a:extLst>
          </p:cNvPr>
          <p:cNvSpPr>
            <a:spLocks xmlns:a="http://schemas.openxmlformats.org/drawingml/2006/main" noGrp="1"/>
          </p:cNvSpPr>
          <p:nvPr/>
        </p:nvSpPr>
        <p:spPr>
          <a:xfrm xmlns:a="http://schemas.openxmlformats.org/drawingml/2006/main">
            <a:off x="9525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60" name="">
            <a:extLst xmlns:a="http://schemas.openxmlformats.org/drawingml/2006/main">
              <a:ext uri="{FF2B5EF4-FFF2-40B4-BE49-F238E27FC236}">
                <a16:creationId xmlns:a16="http://schemas.microsoft.com/office/drawing/2014/main" id="{05B57FA4-C44A-4AA6-9E95-E7CA4C51F886}"/>
              </a:ext>
            </a:extLst>
          </p:cNvPr>
          <p:cNvSpPr>
            <a:spLocks xmlns:a="http://schemas.openxmlformats.org/drawingml/2006/main" noGrp="1"/>
          </p:cNvSpPr>
          <p:nvPr/>
        </p:nvSpPr>
        <p:spPr>
          <a:xfrm xmlns:a="http://schemas.openxmlformats.org/drawingml/2006/main">
            <a:off x="11430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61" name="">
            <a:extLst xmlns:a="http://schemas.openxmlformats.org/drawingml/2006/main">
              <a:ext uri="{FF2B5EF4-FFF2-40B4-BE49-F238E27FC236}">
                <a16:creationId xmlns:a16="http://schemas.microsoft.com/office/drawing/2014/main" id="{14E4763D-0512-4660-BBE5-11331D8907FB}"/>
              </a:ext>
            </a:extLst>
          </p:cNvPr>
          <p:cNvSpPr>
            <a:spLocks xmlns:a="http://schemas.openxmlformats.org/drawingml/2006/main" noGrp="1"/>
          </p:cNvSpPr>
          <p:nvPr/>
        </p:nvSpPr>
        <p:spPr>
          <a:xfrm xmlns:a="http://schemas.openxmlformats.org/drawingml/2006/main">
            <a:off x="6858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2" name="">
            <a:extLst xmlns:a="http://schemas.openxmlformats.org/drawingml/2006/main">
              <a:ext uri="{FF2B5EF4-FFF2-40B4-BE49-F238E27FC236}">
                <a16:creationId xmlns:a16="http://schemas.microsoft.com/office/drawing/2014/main" id="{E9936B7C-AE42-405A-9F34-4E871F5BDAAA}"/>
              </a:ext>
            </a:extLst>
          </p:cNvPr>
          <p:cNvSpPr>
            <a:spLocks xmlns:a="http://schemas.openxmlformats.org/drawingml/2006/main" noGrp="1"/>
          </p:cNvSpPr>
          <p:nvPr/>
        </p:nvSpPr>
        <p:spPr>
          <a:xfrm xmlns:a="http://schemas.openxmlformats.org/drawingml/2006/main">
            <a:off x="15049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63" name="">
            <a:extLst xmlns:a="http://schemas.openxmlformats.org/drawingml/2006/main">
              <a:ext uri="{FF2B5EF4-FFF2-40B4-BE49-F238E27FC236}">
                <a16:creationId xmlns:a16="http://schemas.microsoft.com/office/drawing/2014/main" id="{BB9E2210-BBD0-470E-9830-D90251A23057}"/>
              </a:ext>
            </a:extLst>
          </p:cNvPr>
          <p:cNvSpPr>
            <a:spLocks xmlns:a="http://schemas.openxmlformats.org/drawingml/2006/main" noGrp="1"/>
          </p:cNvSpPr>
          <p:nvPr/>
        </p:nvSpPr>
        <p:spPr>
          <a:xfrm xmlns:a="http://schemas.openxmlformats.org/drawingml/2006/main">
            <a:off x="15811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9</a:t>
            </a:r>
          </a:p>
        </p:txBody>
      </p:sp>
      <p:sp>
        <p:nvSpPr>
          <p:cNvPr id="64" name="">
            <a:extLst xmlns:a="http://schemas.openxmlformats.org/drawingml/2006/main">
              <a:ext uri="{FF2B5EF4-FFF2-40B4-BE49-F238E27FC236}">
                <a16:creationId xmlns:a16="http://schemas.microsoft.com/office/drawing/2014/main" id="{78A7E084-B37D-4581-B7C7-3FB19FF63181}"/>
              </a:ext>
            </a:extLst>
          </p:cNvPr>
          <p:cNvSpPr>
            <a:spLocks xmlns:a="http://schemas.openxmlformats.org/drawingml/2006/main" noGrp="1"/>
          </p:cNvSpPr>
          <p:nvPr/>
        </p:nvSpPr>
        <p:spPr>
          <a:xfrm xmlns:a="http://schemas.openxmlformats.org/drawingml/2006/main">
            <a:off x="18669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65" name="">
            <a:extLst xmlns:a="http://schemas.openxmlformats.org/drawingml/2006/main">
              <a:ext uri="{FF2B5EF4-FFF2-40B4-BE49-F238E27FC236}">
                <a16:creationId xmlns:a16="http://schemas.microsoft.com/office/drawing/2014/main" id="{DAE63311-317D-4202-B6FF-5FE599756B33}"/>
              </a:ext>
            </a:extLst>
          </p:cNvPr>
          <p:cNvSpPr>
            <a:spLocks xmlns:a="http://schemas.openxmlformats.org/drawingml/2006/main" noGrp="1"/>
          </p:cNvSpPr>
          <p:nvPr/>
        </p:nvSpPr>
        <p:spPr>
          <a:xfrm xmlns:a="http://schemas.openxmlformats.org/drawingml/2006/main">
            <a:off x="20574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66" name="">
            <a:extLst xmlns:a="http://schemas.openxmlformats.org/drawingml/2006/main">
              <a:ext uri="{FF2B5EF4-FFF2-40B4-BE49-F238E27FC236}">
                <a16:creationId xmlns:a16="http://schemas.microsoft.com/office/drawing/2014/main" id="{C4B4801D-D52A-4C65-BDEC-CAEEF8C3CFE3}"/>
              </a:ext>
            </a:extLst>
          </p:cNvPr>
          <p:cNvSpPr>
            <a:spLocks xmlns:a="http://schemas.openxmlformats.org/drawingml/2006/main" noGrp="1"/>
          </p:cNvSpPr>
          <p:nvPr/>
        </p:nvSpPr>
        <p:spPr>
          <a:xfrm xmlns:a="http://schemas.openxmlformats.org/drawingml/2006/main">
            <a:off x="16002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67" name="">
            <a:extLst xmlns:a="http://schemas.openxmlformats.org/drawingml/2006/main">
              <a:ext uri="{FF2B5EF4-FFF2-40B4-BE49-F238E27FC236}">
                <a16:creationId xmlns:a16="http://schemas.microsoft.com/office/drawing/2014/main" id="{DAD98447-0BBB-4BD4-A03A-55FD5022954F}"/>
              </a:ext>
            </a:extLst>
          </p:cNvPr>
          <p:cNvSpPr>
            <a:spLocks xmlns:a="http://schemas.openxmlformats.org/drawingml/2006/main" noGrp="1"/>
          </p:cNvSpPr>
          <p:nvPr/>
        </p:nvSpPr>
        <p:spPr>
          <a:xfrm xmlns:a="http://schemas.openxmlformats.org/drawingml/2006/main">
            <a:off x="24193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68" name="">
            <a:extLst xmlns:a="http://schemas.openxmlformats.org/drawingml/2006/main">
              <a:ext uri="{FF2B5EF4-FFF2-40B4-BE49-F238E27FC236}">
                <a16:creationId xmlns:a16="http://schemas.microsoft.com/office/drawing/2014/main" id="{C2761292-CB82-4DA1-A105-5787B39FE8D2}"/>
              </a:ext>
            </a:extLst>
          </p:cNvPr>
          <p:cNvSpPr>
            <a:spLocks xmlns:a="http://schemas.openxmlformats.org/drawingml/2006/main" noGrp="1"/>
          </p:cNvSpPr>
          <p:nvPr/>
        </p:nvSpPr>
        <p:spPr>
          <a:xfrm xmlns:a="http://schemas.openxmlformats.org/drawingml/2006/main">
            <a:off x="24955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10</a:t>
            </a:r>
          </a:p>
        </p:txBody>
      </p:sp>
      <p:sp>
        <p:nvSpPr>
          <p:cNvPr id="69" name="">
            <a:extLst xmlns:a="http://schemas.openxmlformats.org/drawingml/2006/main">
              <a:ext uri="{FF2B5EF4-FFF2-40B4-BE49-F238E27FC236}">
                <a16:creationId xmlns:a16="http://schemas.microsoft.com/office/drawing/2014/main" id="{61D5A883-EBC9-435A-9B88-DA04D101AEC1}"/>
              </a:ext>
            </a:extLst>
          </p:cNvPr>
          <p:cNvSpPr>
            <a:spLocks xmlns:a="http://schemas.openxmlformats.org/drawingml/2006/main" noGrp="1"/>
          </p:cNvSpPr>
          <p:nvPr/>
        </p:nvSpPr>
        <p:spPr>
          <a:xfrm xmlns:a="http://schemas.openxmlformats.org/drawingml/2006/main">
            <a:off x="27813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70" name="">
            <a:extLst xmlns:a="http://schemas.openxmlformats.org/drawingml/2006/main">
              <a:ext uri="{FF2B5EF4-FFF2-40B4-BE49-F238E27FC236}">
                <a16:creationId xmlns:a16="http://schemas.microsoft.com/office/drawing/2014/main" id="{EF98DF84-6730-479D-8692-4127EF2B3399}"/>
              </a:ext>
            </a:extLst>
          </p:cNvPr>
          <p:cNvSpPr>
            <a:spLocks xmlns:a="http://schemas.openxmlformats.org/drawingml/2006/main" noGrp="1"/>
          </p:cNvSpPr>
          <p:nvPr/>
        </p:nvSpPr>
        <p:spPr>
          <a:xfrm xmlns:a="http://schemas.openxmlformats.org/drawingml/2006/main">
            <a:off x="29718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71" name="">
            <a:extLst xmlns:a="http://schemas.openxmlformats.org/drawingml/2006/main">
              <a:ext uri="{FF2B5EF4-FFF2-40B4-BE49-F238E27FC236}">
                <a16:creationId xmlns:a16="http://schemas.microsoft.com/office/drawing/2014/main" id="{C1E49A8E-B4AB-4909-AFF8-1932E67393A9}"/>
              </a:ext>
            </a:extLst>
          </p:cNvPr>
          <p:cNvSpPr>
            <a:spLocks xmlns:a="http://schemas.openxmlformats.org/drawingml/2006/main" noGrp="1"/>
          </p:cNvSpPr>
          <p:nvPr/>
        </p:nvSpPr>
        <p:spPr>
          <a:xfrm xmlns:a="http://schemas.openxmlformats.org/drawingml/2006/main">
            <a:off x="25146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2" name="">
            <a:extLst xmlns:a="http://schemas.openxmlformats.org/drawingml/2006/main">
              <a:ext uri="{FF2B5EF4-FFF2-40B4-BE49-F238E27FC236}">
                <a16:creationId xmlns:a16="http://schemas.microsoft.com/office/drawing/2014/main" id="{E217C9BB-8600-48B2-9D35-8C9081FC094D}"/>
              </a:ext>
            </a:extLst>
          </p:cNvPr>
          <p:cNvSpPr>
            <a:spLocks xmlns:a="http://schemas.openxmlformats.org/drawingml/2006/main" noGrp="1"/>
          </p:cNvSpPr>
          <p:nvPr/>
        </p:nvSpPr>
        <p:spPr>
          <a:xfrm xmlns:a="http://schemas.openxmlformats.org/drawingml/2006/main">
            <a:off x="33337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73" name="">
            <a:extLst xmlns:a="http://schemas.openxmlformats.org/drawingml/2006/main">
              <a:ext uri="{FF2B5EF4-FFF2-40B4-BE49-F238E27FC236}">
                <a16:creationId xmlns:a16="http://schemas.microsoft.com/office/drawing/2014/main" id="{EA0AB374-5D07-407B-9B00-E846DACF2000}"/>
              </a:ext>
            </a:extLst>
          </p:cNvPr>
          <p:cNvSpPr>
            <a:spLocks xmlns:a="http://schemas.openxmlformats.org/drawingml/2006/main" noGrp="1"/>
          </p:cNvSpPr>
          <p:nvPr/>
        </p:nvSpPr>
        <p:spPr>
          <a:xfrm xmlns:a="http://schemas.openxmlformats.org/drawingml/2006/main">
            <a:off x="34099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11</a:t>
            </a:r>
          </a:p>
        </p:txBody>
      </p:sp>
      <p:sp>
        <p:nvSpPr>
          <p:cNvPr id="74" name="">
            <a:extLst xmlns:a="http://schemas.openxmlformats.org/drawingml/2006/main">
              <a:ext uri="{FF2B5EF4-FFF2-40B4-BE49-F238E27FC236}">
                <a16:creationId xmlns:a16="http://schemas.microsoft.com/office/drawing/2014/main" id="{C8CC8086-EE64-4641-B8BE-39DD603FB0AB}"/>
              </a:ext>
            </a:extLst>
          </p:cNvPr>
          <p:cNvSpPr>
            <a:spLocks xmlns:a="http://schemas.openxmlformats.org/drawingml/2006/main" noGrp="1"/>
          </p:cNvSpPr>
          <p:nvPr/>
        </p:nvSpPr>
        <p:spPr>
          <a:xfrm xmlns:a="http://schemas.openxmlformats.org/drawingml/2006/main">
            <a:off x="36957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75" name="">
            <a:extLst xmlns:a="http://schemas.openxmlformats.org/drawingml/2006/main">
              <a:ext uri="{FF2B5EF4-FFF2-40B4-BE49-F238E27FC236}">
                <a16:creationId xmlns:a16="http://schemas.microsoft.com/office/drawing/2014/main" id="{F3AC2961-EDFF-49DD-8124-C49A85CBAB54}"/>
              </a:ext>
            </a:extLst>
          </p:cNvPr>
          <p:cNvSpPr>
            <a:spLocks xmlns:a="http://schemas.openxmlformats.org/drawingml/2006/main" noGrp="1"/>
          </p:cNvSpPr>
          <p:nvPr/>
        </p:nvSpPr>
        <p:spPr>
          <a:xfrm xmlns:a="http://schemas.openxmlformats.org/drawingml/2006/main">
            <a:off x="38862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76" name="">
            <a:extLst xmlns:a="http://schemas.openxmlformats.org/drawingml/2006/main">
              <a:ext uri="{FF2B5EF4-FFF2-40B4-BE49-F238E27FC236}">
                <a16:creationId xmlns:a16="http://schemas.microsoft.com/office/drawing/2014/main" id="{D83F372A-0BA4-4FB6-AD9F-4E8E824B3022}"/>
              </a:ext>
            </a:extLst>
          </p:cNvPr>
          <p:cNvSpPr>
            <a:spLocks xmlns:a="http://schemas.openxmlformats.org/drawingml/2006/main" noGrp="1"/>
          </p:cNvSpPr>
          <p:nvPr/>
        </p:nvSpPr>
        <p:spPr>
          <a:xfrm xmlns:a="http://schemas.openxmlformats.org/drawingml/2006/main">
            <a:off x="34290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77" name="">
            <a:extLst xmlns:a="http://schemas.openxmlformats.org/drawingml/2006/main">
              <a:ext uri="{FF2B5EF4-FFF2-40B4-BE49-F238E27FC236}">
                <a16:creationId xmlns:a16="http://schemas.microsoft.com/office/drawing/2014/main" id="{55E9A606-B5B6-4A2F-BD92-4FF698525080}"/>
              </a:ext>
            </a:extLst>
          </p:cNvPr>
          <p:cNvSpPr>
            <a:spLocks xmlns:a="http://schemas.openxmlformats.org/drawingml/2006/main" noGrp="1"/>
          </p:cNvSpPr>
          <p:nvPr/>
        </p:nvSpPr>
        <p:spPr>
          <a:xfrm xmlns:a="http://schemas.openxmlformats.org/drawingml/2006/main">
            <a:off x="42481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78" name="">
            <a:extLst xmlns:a="http://schemas.openxmlformats.org/drawingml/2006/main">
              <a:ext uri="{FF2B5EF4-FFF2-40B4-BE49-F238E27FC236}">
                <a16:creationId xmlns:a16="http://schemas.microsoft.com/office/drawing/2014/main" id="{51682517-A22B-40FE-8FD6-D05BD413B043}"/>
              </a:ext>
            </a:extLst>
          </p:cNvPr>
          <p:cNvSpPr>
            <a:spLocks xmlns:a="http://schemas.openxmlformats.org/drawingml/2006/main" noGrp="1"/>
          </p:cNvSpPr>
          <p:nvPr/>
        </p:nvSpPr>
        <p:spPr>
          <a:xfrm xmlns:a="http://schemas.openxmlformats.org/drawingml/2006/main">
            <a:off x="43243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12</a:t>
            </a:r>
          </a:p>
        </p:txBody>
      </p:sp>
      <p:sp>
        <p:nvSpPr>
          <p:cNvPr id="79" name="">
            <a:extLst xmlns:a="http://schemas.openxmlformats.org/drawingml/2006/main">
              <a:ext uri="{FF2B5EF4-FFF2-40B4-BE49-F238E27FC236}">
                <a16:creationId xmlns:a16="http://schemas.microsoft.com/office/drawing/2014/main" id="{801EE5FE-864E-45D7-8497-55742563129D}"/>
              </a:ext>
            </a:extLst>
          </p:cNvPr>
          <p:cNvSpPr>
            <a:spLocks xmlns:a="http://schemas.openxmlformats.org/drawingml/2006/main" noGrp="1"/>
          </p:cNvSpPr>
          <p:nvPr/>
        </p:nvSpPr>
        <p:spPr>
          <a:xfrm xmlns:a="http://schemas.openxmlformats.org/drawingml/2006/main">
            <a:off x="46101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80" name="">
            <a:extLst xmlns:a="http://schemas.openxmlformats.org/drawingml/2006/main">
              <a:ext uri="{FF2B5EF4-FFF2-40B4-BE49-F238E27FC236}">
                <a16:creationId xmlns:a16="http://schemas.microsoft.com/office/drawing/2014/main" id="{1D274364-A79D-4C14-A365-D6AAD670CA73}"/>
              </a:ext>
            </a:extLst>
          </p:cNvPr>
          <p:cNvSpPr>
            <a:spLocks xmlns:a="http://schemas.openxmlformats.org/drawingml/2006/main" noGrp="1"/>
          </p:cNvSpPr>
          <p:nvPr/>
        </p:nvSpPr>
        <p:spPr>
          <a:xfrm xmlns:a="http://schemas.openxmlformats.org/drawingml/2006/main">
            <a:off x="48006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81" name="">
            <a:extLst xmlns:a="http://schemas.openxmlformats.org/drawingml/2006/main">
              <a:ext uri="{FF2B5EF4-FFF2-40B4-BE49-F238E27FC236}">
                <a16:creationId xmlns:a16="http://schemas.microsoft.com/office/drawing/2014/main" id="{385DED16-43DF-49E0-BF81-102777EDD4EF}"/>
              </a:ext>
            </a:extLst>
          </p:cNvPr>
          <p:cNvSpPr>
            <a:spLocks xmlns:a="http://schemas.openxmlformats.org/drawingml/2006/main" noGrp="1"/>
          </p:cNvSpPr>
          <p:nvPr/>
        </p:nvSpPr>
        <p:spPr>
          <a:xfrm xmlns:a="http://schemas.openxmlformats.org/drawingml/2006/main">
            <a:off x="43434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2" name="">
            <a:extLst xmlns:a="http://schemas.openxmlformats.org/drawingml/2006/main">
              <a:ext uri="{FF2B5EF4-FFF2-40B4-BE49-F238E27FC236}">
                <a16:creationId xmlns:a16="http://schemas.microsoft.com/office/drawing/2014/main" id="{212B208B-E493-4272-9E34-5C128C5E8C68}"/>
              </a:ext>
            </a:extLst>
          </p:cNvPr>
          <p:cNvSpPr>
            <a:spLocks xmlns:a="http://schemas.openxmlformats.org/drawingml/2006/main" noGrp="1"/>
          </p:cNvSpPr>
          <p:nvPr/>
        </p:nvSpPr>
        <p:spPr>
          <a:xfrm xmlns:a="http://schemas.openxmlformats.org/drawingml/2006/main">
            <a:off x="51625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83" name="">
            <a:extLst xmlns:a="http://schemas.openxmlformats.org/drawingml/2006/main">
              <a:ext uri="{FF2B5EF4-FFF2-40B4-BE49-F238E27FC236}">
                <a16:creationId xmlns:a16="http://schemas.microsoft.com/office/drawing/2014/main" id="{E21A5C91-1555-4C30-973B-85A58AC86497}"/>
              </a:ext>
            </a:extLst>
          </p:cNvPr>
          <p:cNvSpPr>
            <a:spLocks xmlns:a="http://schemas.openxmlformats.org/drawingml/2006/main" noGrp="1"/>
          </p:cNvSpPr>
          <p:nvPr/>
        </p:nvSpPr>
        <p:spPr>
          <a:xfrm xmlns:a="http://schemas.openxmlformats.org/drawingml/2006/main">
            <a:off x="52387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13</a:t>
            </a:r>
          </a:p>
        </p:txBody>
      </p:sp>
      <p:sp>
        <p:nvSpPr>
          <p:cNvPr id="84" name="">
            <a:extLst xmlns:a="http://schemas.openxmlformats.org/drawingml/2006/main">
              <a:ext uri="{FF2B5EF4-FFF2-40B4-BE49-F238E27FC236}">
                <a16:creationId xmlns:a16="http://schemas.microsoft.com/office/drawing/2014/main" id="{273B9FD9-6307-4583-873A-9E1FB2E9D298}"/>
              </a:ext>
            </a:extLst>
          </p:cNvPr>
          <p:cNvSpPr>
            <a:spLocks xmlns:a="http://schemas.openxmlformats.org/drawingml/2006/main" noGrp="1"/>
          </p:cNvSpPr>
          <p:nvPr/>
        </p:nvSpPr>
        <p:spPr>
          <a:xfrm xmlns:a="http://schemas.openxmlformats.org/drawingml/2006/main">
            <a:off x="55245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85" name="">
            <a:extLst xmlns:a="http://schemas.openxmlformats.org/drawingml/2006/main">
              <a:ext uri="{FF2B5EF4-FFF2-40B4-BE49-F238E27FC236}">
                <a16:creationId xmlns:a16="http://schemas.microsoft.com/office/drawing/2014/main" id="{4491F71B-4CD2-42DE-AC12-D35F51FB9EC1}"/>
              </a:ext>
            </a:extLst>
          </p:cNvPr>
          <p:cNvSpPr>
            <a:spLocks xmlns:a="http://schemas.openxmlformats.org/drawingml/2006/main" noGrp="1"/>
          </p:cNvSpPr>
          <p:nvPr/>
        </p:nvSpPr>
        <p:spPr>
          <a:xfrm xmlns:a="http://schemas.openxmlformats.org/drawingml/2006/main">
            <a:off x="57150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86" name="">
            <a:extLst xmlns:a="http://schemas.openxmlformats.org/drawingml/2006/main">
              <a:ext uri="{FF2B5EF4-FFF2-40B4-BE49-F238E27FC236}">
                <a16:creationId xmlns:a16="http://schemas.microsoft.com/office/drawing/2014/main" id="{55D2858C-3E51-403C-B47A-780FE8D18E1A}"/>
              </a:ext>
            </a:extLst>
          </p:cNvPr>
          <p:cNvSpPr>
            <a:spLocks xmlns:a="http://schemas.openxmlformats.org/drawingml/2006/main" noGrp="1"/>
          </p:cNvSpPr>
          <p:nvPr/>
        </p:nvSpPr>
        <p:spPr>
          <a:xfrm xmlns:a="http://schemas.openxmlformats.org/drawingml/2006/main">
            <a:off x="52578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87" name="">
            <a:extLst xmlns:a="http://schemas.openxmlformats.org/drawingml/2006/main">
              <a:ext uri="{FF2B5EF4-FFF2-40B4-BE49-F238E27FC236}">
                <a16:creationId xmlns:a16="http://schemas.microsoft.com/office/drawing/2014/main" id="{5D81C923-25FE-40A6-9733-A98AEA8D61D0}"/>
              </a:ext>
            </a:extLst>
          </p:cNvPr>
          <p:cNvSpPr>
            <a:spLocks xmlns:a="http://schemas.openxmlformats.org/drawingml/2006/main" noGrp="1"/>
          </p:cNvSpPr>
          <p:nvPr/>
        </p:nvSpPr>
        <p:spPr>
          <a:xfrm xmlns:a="http://schemas.openxmlformats.org/drawingml/2006/main">
            <a:off x="6076950" y="51244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88" name="">
            <a:extLst xmlns:a="http://schemas.openxmlformats.org/drawingml/2006/main">
              <a:ext uri="{FF2B5EF4-FFF2-40B4-BE49-F238E27FC236}">
                <a16:creationId xmlns:a16="http://schemas.microsoft.com/office/drawing/2014/main" id="{F2D7CEDE-0386-483A-B404-1849B208DDC5}"/>
              </a:ext>
            </a:extLst>
          </p:cNvPr>
          <p:cNvSpPr>
            <a:spLocks xmlns:a="http://schemas.openxmlformats.org/drawingml/2006/main" noGrp="1"/>
          </p:cNvSpPr>
          <p:nvPr/>
        </p:nvSpPr>
        <p:spPr>
          <a:xfrm xmlns:a="http://schemas.openxmlformats.org/drawingml/2006/main">
            <a:off x="6153150" y="51911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14</a:t>
            </a:r>
          </a:p>
        </p:txBody>
      </p:sp>
      <p:sp>
        <p:nvSpPr>
          <p:cNvPr id="89" name="">
            <a:extLst xmlns:a="http://schemas.openxmlformats.org/drawingml/2006/main">
              <a:ext uri="{FF2B5EF4-FFF2-40B4-BE49-F238E27FC236}">
                <a16:creationId xmlns:a16="http://schemas.microsoft.com/office/drawing/2014/main" id="{5E384121-45B7-41DA-A615-BD03CE329EF8}"/>
              </a:ext>
            </a:extLst>
          </p:cNvPr>
          <p:cNvSpPr>
            <a:spLocks xmlns:a="http://schemas.openxmlformats.org/drawingml/2006/main" noGrp="1"/>
          </p:cNvSpPr>
          <p:nvPr/>
        </p:nvSpPr>
        <p:spPr>
          <a:xfrm xmlns:a="http://schemas.openxmlformats.org/drawingml/2006/main">
            <a:off x="64389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90" name="">
            <a:extLst xmlns:a="http://schemas.openxmlformats.org/drawingml/2006/main">
              <a:ext uri="{FF2B5EF4-FFF2-40B4-BE49-F238E27FC236}">
                <a16:creationId xmlns:a16="http://schemas.microsoft.com/office/drawing/2014/main" id="{ECD8B094-2599-4BBF-A909-267418111ED3}"/>
              </a:ext>
            </a:extLst>
          </p:cNvPr>
          <p:cNvSpPr>
            <a:spLocks xmlns:a="http://schemas.openxmlformats.org/drawingml/2006/main" noGrp="1"/>
          </p:cNvSpPr>
          <p:nvPr/>
        </p:nvSpPr>
        <p:spPr>
          <a:xfrm xmlns:a="http://schemas.openxmlformats.org/drawingml/2006/main">
            <a:off x="6629400" y="52101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91" name="">
            <a:extLst xmlns:a="http://schemas.openxmlformats.org/drawingml/2006/main">
              <a:ext uri="{FF2B5EF4-FFF2-40B4-BE49-F238E27FC236}">
                <a16:creationId xmlns:a16="http://schemas.microsoft.com/office/drawing/2014/main" id="{DC5E094A-C42E-4E6B-94DA-03D191D95A8F}"/>
              </a:ext>
            </a:extLst>
          </p:cNvPr>
          <p:cNvSpPr>
            <a:spLocks xmlns:a="http://schemas.openxmlformats.org/drawingml/2006/main" noGrp="1"/>
          </p:cNvSpPr>
          <p:nvPr/>
        </p:nvSpPr>
        <p:spPr>
          <a:xfrm xmlns:a="http://schemas.openxmlformats.org/drawingml/2006/main">
            <a:off x="6172200" y="54864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2" name="">
            <a:extLst xmlns:a="http://schemas.openxmlformats.org/drawingml/2006/main">
              <a:ext uri="{FF2B5EF4-FFF2-40B4-BE49-F238E27FC236}">
                <a16:creationId xmlns:a16="http://schemas.microsoft.com/office/drawing/2014/main" id="{CF47AA08-2935-4607-95D0-BA2BDF63B70C}"/>
              </a:ext>
            </a:extLst>
          </p:cNvPr>
          <p:cNvSpPr>
            <a:spLocks xmlns:a="http://schemas.openxmlformats.org/drawingml/2006/main" noGrp="1"/>
          </p:cNvSpPr>
          <p:nvPr/>
        </p:nvSpPr>
        <p:spPr>
          <a:xfrm xmlns:a="http://schemas.openxmlformats.org/drawingml/2006/main">
            <a:off x="5905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93" name="">
            <a:extLst xmlns:a="http://schemas.openxmlformats.org/drawingml/2006/main">
              <a:ext uri="{FF2B5EF4-FFF2-40B4-BE49-F238E27FC236}">
                <a16:creationId xmlns:a16="http://schemas.microsoft.com/office/drawing/2014/main" id="{48AB772F-DEBB-4743-968D-EFD757A57A6B}"/>
              </a:ext>
            </a:extLst>
          </p:cNvPr>
          <p:cNvSpPr>
            <a:spLocks xmlns:a="http://schemas.openxmlformats.org/drawingml/2006/main" noGrp="1"/>
          </p:cNvSpPr>
          <p:nvPr/>
        </p:nvSpPr>
        <p:spPr>
          <a:xfrm xmlns:a="http://schemas.openxmlformats.org/drawingml/2006/main">
            <a:off x="6667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15</a:t>
            </a:r>
          </a:p>
        </p:txBody>
      </p:sp>
      <p:sp>
        <p:nvSpPr>
          <p:cNvPr id="94" name="">
            <a:extLst xmlns:a="http://schemas.openxmlformats.org/drawingml/2006/main">
              <a:ext uri="{FF2B5EF4-FFF2-40B4-BE49-F238E27FC236}">
                <a16:creationId xmlns:a16="http://schemas.microsoft.com/office/drawing/2014/main" id="{2885CB1A-9522-4179-ABE4-9C052FEF73E9}"/>
              </a:ext>
            </a:extLst>
          </p:cNvPr>
          <p:cNvSpPr>
            <a:spLocks xmlns:a="http://schemas.openxmlformats.org/drawingml/2006/main" noGrp="1"/>
          </p:cNvSpPr>
          <p:nvPr/>
        </p:nvSpPr>
        <p:spPr>
          <a:xfrm xmlns:a="http://schemas.openxmlformats.org/drawingml/2006/main">
            <a:off x="9525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95" name="">
            <a:extLst xmlns:a="http://schemas.openxmlformats.org/drawingml/2006/main">
              <a:ext uri="{FF2B5EF4-FFF2-40B4-BE49-F238E27FC236}">
                <a16:creationId xmlns:a16="http://schemas.microsoft.com/office/drawing/2014/main" id="{2DC01E8C-D9FF-4EB0-82FD-80C3D696C725}"/>
              </a:ext>
            </a:extLst>
          </p:cNvPr>
          <p:cNvSpPr>
            <a:spLocks xmlns:a="http://schemas.openxmlformats.org/drawingml/2006/main" noGrp="1"/>
          </p:cNvSpPr>
          <p:nvPr/>
        </p:nvSpPr>
        <p:spPr>
          <a:xfrm xmlns:a="http://schemas.openxmlformats.org/drawingml/2006/main">
            <a:off x="11430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96" name="">
            <a:extLst xmlns:a="http://schemas.openxmlformats.org/drawingml/2006/main">
              <a:ext uri="{FF2B5EF4-FFF2-40B4-BE49-F238E27FC236}">
                <a16:creationId xmlns:a16="http://schemas.microsoft.com/office/drawing/2014/main" id="{A6AF5943-7F72-4CDE-AAC1-481CEAF98B87}"/>
              </a:ext>
            </a:extLst>
          </p:cNvPr>
          <p:cNvSpPr>
            <a:spLocks xmlns:a="http://schemas.openxmlformats.org/drawingml/2006/main" noGrp="1"/>
          </p:cNvSpPr>
          <p:nvPr/>
        </p:nvSpPr>
        <p:spPr>
          <a:xfrm xmlns:a="http://schemas.openxmlformats.org/drawingml/2006/main">
            <a:off x="6858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97" name="">
            <a:extLst xmlns:a="http://schemas.openxmlformats.org/drawingml/2006/main">
              <a:ext uri="{FF2B5EF4-FFF2-40B4-BE49-F238E27FC236}">
                <a16:creationId xmlns:a16="http://schemas.microsoft.com/office/drawing/2014/main" id="{92C7FDB3-557E-4CBD-BA32-533CE33110F9}"/>
              </a:ext>
            </a:extLst>
          </p:cNvPr>
          <p:cNvSpPr>
            <a:spLocks xmlns:a="http://schemas.openxmlformats.org/drawingml/2006/main" noGrp="1"/>
          </p:cNvSpPr>
          <p:nvPr/>
        </p:nvSpPr>
        <p:spPr>
          <a:xfrm xmlns:a="http://schemas.openxmlformats.org/drawingml/2006/main">
            <a:off x="15049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98" name="">
            <a:extLst xmlns:a="http://schemas.openxmlformats.org/drawingml/2006/main">
              <a:ext uri="{FF2B5EF4-FFF2-40B4-BE49-F238E27FC236}">
                <a16:creationId xmlns:a16="http://schemas.microsoft.com/office/drawing/2014/main" id="{B4B90A52-E379-446C-BE9B-E03C8B326C75}"/>
              </a:ext>
            </a:extLst>
          </p:cNvPr>
          <p:cNvSpPr>
            <a:spLocks xmlns:a="http://schemas.openxmlformats.org/drawingml/2006/main" noGrp="1"/>
          </p:cNvSpPr>
          <p:nvPr/>
        </p:nvSpPr>
        <p:spPr>
          <a:xfrm xmlns:a="http://schemas.openxmlformats.org/drawingml/2006/main">
            <a:off x="15811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16</a:t>
            </a:r>
          </a:p>
        </p:txBody>
      </p:sp>
      <p:sp>
        <p:nvSpPr>
          <p:cNvPr id="99" name="">
            <a:extLst xmlns:a="http://schemas.openxmlformats.org/drawingml/2006/main">
              <a:ext uri="{FF2B5EF4-FFF2-40B4-BE49-F238E27FC236}">
                <a16:creationId xmlns:a16="http://schemas.microsoft.com/office/drawing/2014/main" id="{F3B6F8A6-CF83-46CF-831F-8BABA8D1CB05}"/>
              </a:ext>
            </a:extLst>
          </p:cNvPr>
          <p:cNvSpPr>
            <a:spLocks xmlns:a="http://schemas.openxmlformats.org/drawingml/2006/main" noGrp="1"/>
          </p:cNvSpPr>
          <p:nvPr/>
        </p:nvSpPr>
        <p:spPr>
          <a:xfrm xmlns:a="http://schemas.openxmlformats.org/drawingml/2006/main">
            <a:off x="18669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00" name="">
            <a:extLst xmlns:a="http://schemas.openxmlformats.org/drawingml/2006/main">
              <a:ext uri="{FF2B5EF4-FFF2-40B4-BE49-F238E27FC236}">
                <a16:creationId xmlns:a16="http://schemas.microsoft.com/office/drawing/2014/main" id="{3966AC59-3227-4CF0-B8C1-FE6ABB673AB6}"/>
              </a:ext>
            </a:extLst>
          </p:cNvPr>
          <p:cNvSpPr>
            <a:spLocks xmlns:a="http://schemas.openxmlformats.org/drawingml/2006/main" noGrp="1"/>
          </p:cNvSpPr>
          <p:nvPr/>
        </p:nvSpPr>
        <p:spPr>
          <a:xfrm xmlns:a="http://schemas.openxmlformats.org/drawingml/2006/main">
            <a:off x="20574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01" name="">
            <a:extLst xmlns:a="http://schemas.openxmlformats.org/drawingml/2006/main">
              <a:ext uri="{FF2B5EF4-FFF2-40B4-BE49-F238E27FC236}">
                <a16:creationId xmlns:a16="http://schemas.microsoft.com/office/drawing/2014/main" id="{EF6B0052-B88E-4A66-89DA-A122830FA053}"/>
              </a:ext>
            </a:extLst>
          </p:cNvPr>
          <p:cNvSpPr>
            <a:spLocks xmlns:a="http://schemas.openxmlformats.org/drawingml/2006/main" noGrp="1"/>
          </p:cNvSpPr>
          <p:nvPr/>
        </p:nvSpPr>
        <p:spPr>
          <a:xfrm xmlns:a="http://schemas.openxmlformats.org/drawingml/2006/main">
            <a:off x="16002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2" name="">
            <a:extLst xmlns:a="http://schemas.openxmlformats.org/drawingml/2006/main">
              <a:ext uri="{FF2B5EF4-FFF2-40B4-BE49-F238E27FC236}">
                <a16:creationId xmlns:a16="http://schemas.microsoft.com/office/drawing/2014/main" id="{62812181-D3C3-4DA9-B353-6DC360CB5EF0}"/>
              </a:ext>
            </a:extLst>
          </p:cNvPr>
          <p:cNvSpPr>
            <a:spLocks xmlns:a="http://schemas.openxmlformats.org/drawingml/2006/main" noGrp="1"/>
          </p:cNvSpPr>
          <p:nvPr/>
        </p:nvSpPr>
        <p:spPr>
          <a:xfrm xmlns:a="http://schemas.openxmlformats.org/drawingml/2006/main">
            <a:off x="24193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03" name="">
            <a:extLst xmlns:a="http://schemas.openxmlformats.org/drawingml/2006/main">
              <a:ext uri="{FF2B5EF4-FFF2-40B4-BE49-F238E27FC236}">
                <a16:creationId xmlns:a16="http://schemas.microsoft.com/office/drawing/2014/main" id="{D5B66195-B855-4C02-8CFA-EA45D7087A28}"/>
              </a:ext>
            </a:extLst>
          </p:cNvPr>
          <p:cNvSpPr>
            <a:spLocks xmlns:a="http://schemas.openxmlformats.org/drawingml/2006/main" noGrp="1"/>
          </p:cNvSpPr>
          <p:nvPr/>
        </p:nvSpPr>
        <p:spPr>
          <a:xfrm xmlns:a="http://schemas.openxmlformats.org/drawingml/2006/main">
            <a:off x="24955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17</a:t>
            </a:r>
          </a:p>
        </p:txBody>
      </p:sp>
      <p:sp>
        <p:nvSpPr>
          <p:cNvPr id="104" name="">
            <a:extLst xmlns:a="http://schemas.openxmlformats.org/drawingml/2006/main">
              <a:ext uri="{FF2B5EF4-FFF2-40B4-BE49-F238E27FC236}">
                <a16:creationId xmlns:a16="http://schemas.microsoft.com/office/drawing/2014/main" id="{5DB39341-4005-4FB6-9557-82A5380BE334}"/>
              </a:ext>
            </a:extLst>
          </p:cNvPr>
          <p:cNvSpPr>
            <a:spLocks xmlns:a="http://schemas.openxmlformats.org/drawingml/2006/main" noGrp="1"/>
          </p:cNvSpPr>
          <p:nvPr/>
        </p:nvSpPr>
        <p:spPr>
          <a:xfrm xmlns:a="http://schemas.openxmlformats.org/drawingml/2006/main">
            <a:off x="27813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05" name="">
            <a:extLst xmlns:a="http://schemas.openxmlformats.org/drawingml/2006/main">
              <a:ext uri="{FF2B5EF4-FFF2-40B4-BE49-F238E27FC236}">
                <a16:creationId xmlns:a16="http://schemas.microsoft.com/office/drawing/2014/main" id="{DDDB80C9-9714-4072-8E3E-990E0B86B6EF}"/>
              </a:ext>
            </a:extLst>
          </p:cNvPr>
          <p:cNvSpPr>
            <a:spLocks xmlns:a="http://schemas.openxmlformats.org/drawingml/2006/main" noGrp="1"/>
          </p:cNvSpPr>
          <p:nvPr/>
        </p:nvSpPr>
        <p:spPr>
          <a:xfrm xmlns:a="http://schemas.openxmlformats.org/drawingml/2006/main">
            <a:off x="29718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06" name="">
            <a:extLst xmlns:a="http://schemas.openxmlformats.org/drawingml/2006/main">
              <a:ext uri="{FF2B5EF4-FFF2-40B4-BE49-F238E27FC236}">
                <a16:creationId xmlns:a16="http://schemas.microsoft.com/office/drawing/2014/main" id="{2C3723E4-A65A-431D-AEC3-E52F41CF209B}"/>
              </a:ext>
            </a:extLst>
          </p:cNvPr>
          <p:cNvSpPr>
            <a:spLocks xmlns:a="http://schemas.openxmlformats.org/drawingml/2006/main" noGrp="1"/>
          </p:cNvSpPr>
          <p:nvPr/>
        </p:nvSpPr>
        <p:spPr>
          <a:xfrm xmlns:a="http://schemas.openxmlformats.org/drawingml/2006/main">
            <a:off x="25146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07" name="">
            <a:extLst xmlns:a="http://schemas.openxmlformats.org/drawingml/2006/main">
              <a:ext uri="{FF2B5EF4-FFF2-40B4-BE49-F238E27FC236}">
                <a16:creationId xmlns:a16="http://schemas.microsoft.com/office/drawing/2014/main" id="{6626387C-4ABD-46EF-8D38-C64CDD5D83DC}"/>
              </a:ext>
            </a:extLst>
          </p:cNvPr>
          <p:cNvSpPr>
            <a:spLocks xmlns:a="http://schemas.openxmlformats.org/drawingml/2006/main" noGrp="1"/>
          </p:cNvSpPr>
          <p:nvPr/>
        </p:nvSpPr>
        <p:spPr>
          <a:xfrm xmlns:a="http://schemas.openxmlformats.org/drawingml/2006/main">
            <a:off x="33337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08" name="">
            <a:extLst xmlns:a="http://schemas.openxmlformats.org/drawingml/2006/main">
              <a:ext uri="{FF2B5EF4-FFF2-40B4-BE49-F238E27FC236}">
                <a16:creationId xmlns:a16="http://schemas.microsoft.com/office/drawing/2014/main" id="{D13D8203-EF3F-4CEC-B985-40AAE9E99D9D}"/>
              </a:ext>
            </a:extLst>
          </p:cNvPr>
          <p:cNvSpPr>
            <a:spLocks xmlns:a="http://schemas.openxmlformats.org/drawingml/2006/main" noGrp="1"/>
          </p:cNvSpPr>
          <p:nvPr/>
        </p:nvSpPr>
        <p:spPr>
          <a:xfrm xmlns:a="http://schemas.openxmlformats.org/drawingml/2006/main">
            <a:off x="34099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18</a:t>
            </a:r>
          </a:p>
        </p:txBody>
      </p:sp>
      <p:sp>
        <p:nvSpPr>
          <p:cNvPr id="109" name="">
            <a:extLst xmlns:a="http://schemas.openxmlformats.org/drawingml/2006/main">
              <a:ext uri="{FF2B5EF4-FFF2-40B4-BE49-F238E27FC236}">
                <a16:creationId xmlns:a16="http://schemas.microsoft.com/office/drawing/2014/main" id="{BED660CA-9BD0-4F2C-A317-17F96B096F0A}"/>
              </a:ext>
            </a:extLst>
          </p:cNvPr>
          <p:cNvSpPr>
            <a:spLocks xmlns:a="http://schemas.openxmlformats.org/drawingml/2006/main" noGrp="1"/>
          </p:cNvSpPr>
          <p:nvPr/>
        </p:nvSpPr>
        <p:spPr>
          <a:xfrm xmlns:a="http://schemas.openxmlformats.org/drawingml/2006/main">
            <a:off x="36957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10" name="">
            <a:extLst xmlns:a="http://schemas.openxmlformats.org/drawingml/2006/main">
              <a:ext uri="{FF2B5EF4-FFF2-40B4-BE49-F238E27FC236}">
                <a16:creationId xmlns:a16="http://schemas.microsoft.com/office/drawing/2014/main" id="{89F47757-AE28-460E-A976-ACECE36C59B4}"/>
              </a:ext>
            </a:extLst>
          </p:cNvPr>
          <p:cNvSpPr>
            <a:spLocks xmlns:a="http://schemas.openxmlformats.org/drawingml/2006/main" noGrp="1"/>
          </p:cNvSpPr>
          <p:nvPr/>
        </p:nvSpPr>
        <p:spPr>
          <a:xfrm xmlns:a="http://schemas.openxmlformats.org/drawingml/2006/main">
            <a:off x="38862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11" name="">
            <a:extLst xmlns:a="http://schemas.openxmlformats.org/drawingml/2006/main">
              <a:ext uri="{FF2B5EF4-FFF2-40B4-BE49-F238E27FC236}">
                <a16:creationId xmlns:a16="http://schemas.microsoft.com/office/drawing/2014/main" id="{BE1B8B34-3E9F-46B3-9F8D-4CDEBC921A94}"/>
              </a:ext>
            </a:extLst>
          </p:cNvPr>
          <p:cNvSpPr>
            <a:spLocks xmlns:a="http://schemas.openxmlformats.org/drawingml/2006/main" noGrp="1"/>
          </p:cNvSpPr>
          <p:nvPr/>
        </p:nvSpPr>
        <p:spPr>
          <a:xfrm xmlns:a="http://schemas.openxmlformats.org/drawingml/2006/main">
            <a:off x="34290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2" name="">
            <a:extLst xmlns:a="http://schemas.openxmlformats.org/drawingml/2006/main">
              <a:ext uri="{FF2B5EF4-FFF2-40B4-BE49-F238E27FC236}">
                <a16:creationId xmlns:a16="http://schemas.microsoft.com/office/drawing/2014/main" id="{E22755AE-2CBE-4824-B776-98198D4C709C}"/>
              </a:ext>
            </a:extLst>
          </p:cNvPr>
          <p:cNvSpPr>
            <a:spLocks xmlns:a="http://schemas.openxmlformats.org/drawingml/2006/main" noGrp="1"/>
          </p:cNvSpPr>
          <p:nvPr/>
        </p:nvSpPr>
        <p:spPr>
          <a:xfrm xmlns:a="http://schemas.openxmlformats.org/drawingml/2006/main">
            <a:off x="42481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13" name="">
            <a:extLst xmlns:a="http://schemas.openxmlformats.org/drawingml/2006/main">
              <a:ext uri="{FF2B5EF4-FFF2-40B4-BE49-F238E27FC236}">
                <a16:creationId xmlns:a16="http://schemas.microsoft.com/office/drawing/2014/main" id="{CA8E200C-B7D3-4387-BB7D-471050F5B0D0}"/>
              </a:ext>
            </a:extLst>
          </p:cNvPr>
          <p:cNvSpPr>
            <a:spLocks xmlns:a="http://schemas.openxmlformats.org/drawingml/2006/main" noGrp="1"/>
          </p:cNvSpPr>
          <p:nvPr/>
        </p:nvSpPr>
        <p:spPr>
          <a:xfrm xmlns:a="http://schemas.openxmlformats.org/drawingml/2006/main">
            <a:off x="43243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19</a:t>
            </a:r>
          </a:p>
        </p:txBody>
      </p:sp>
      <p:sp>
        <p:nvSpPr>
          <p:cNvPr id="114" name="">
            <a:extLst xmlns:a="http://schemas.openxmlformats.org/drawingml/2006/main">
              <a:ext uri="{FF2B5EF4-FFF2-40B4-BE49-F238E27FC236}">
                <a16:creationId xmlns:a16="http://schemas.microsoft.com/office/drawing/2014/main" id="{5D030517-7FDB-4144-8A0C-E2A37BC9C528}"/>
              </a:ext>
            </a:extLst>
          </p:cNvPr>
          <p:cNvSpPr>
            <a:spLocks xmlns:a="http://schemas.openxmlformats.org/drawingml/2006/main" noGrp="1"/>
          </p:cNvSpPr>
          <p:nvPr/>
        </p:nvSpPr>
        <p:spPr>
          <a:xfrm xmlns:a="http://schemas.openxmlformats.org/drawingml/2006/main">
            <a:off x="46101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15" name="">
            <a:extLst xmlns:a="http://schemas.openxmlformats.org/drawingml/2006/main">
              <a:ext uri="{FF2B5EF4-FFF2-40B4-BE49-F238E27FC236}">
                <a16:creationId xmlns:a16="http://schemas.microsoft.com/office/drawing/2014/main" id="{40C7B0AD-359D-4E71-A688-4C6AA6F71F2A}"/>
              </a:ext>
            </a:extLst>
          </p:cNvPr>
          <p:cNvSpPr>
            <a:spLocks xmlns:a="http://schemas.openxmlformats.org/drawingml/2006/main" noGrp="1"/>
          </p:cNvSpPr>
          <p:nvPr/>
        </p:nvSpPr>
        <p:spPr>
          <a:xfrm xmlns:a="http://schemas.openxmlformats.org/drawingml/2006/main">
            <a:off x="48006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16" name="">
            <a:extLst xmlns:a="http://schemas.openxmlformats.org/drawingml/2006/main">
              <a:ext uri="{FF2B5EF4-FFF2-40B4-BE49-F238E27FC236}">
                <a16:creationId xmlns:a16="http://schemas.microsoft.com/office/drawing/2014/main" id="{C6B871DA-58EC-4822-91C5-805E185812BD}"/>
              </a:ext>
            </a:extLst>
          </p:cNvPr>
          <p:cNvSpPr>
            <a:spLocks xmlns:a="http://schemas.openxmlformats.org/drawingml/2006/main" noGrp="1"/>
          </p:cNvSpPr>
          <p:nvPr/>
        </p:nvSpPr>
        <p:spPr>
          <a:xfrm xmlns:a="http://schemas.openxmlformats.org/drawingml/2006/main">
            <a:off x="43434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17" name="">
            <a:extLst xmlns:a="http://schemas.openxmlformats.org/drawingml/2006/main">
              <a:ext uri="{FF2B5EF4-FFF2-40B4-BE49-F238E27FC236}">
                <a16:creationId xmlns:a16="http://schemas.microsoft.com/office/drawing/2014/main" id="{111D4729-649D-4513-9FD9-E1EEBC370125}"/>
              </a:ext>
            </a:extLst>
          </p:cNvPr>
          <p:cNvSpPr>
            <a:spLocks xmlns:a="http://schemas.openxmlformats.org/drawingml/2006/main" noGrp="1"/>
          </p:cNvSpPr>
          <p:nvPr/>
        </p:nvSpPr>
        <p:spPr>
          <a:xfrm xmlns:a="http://schemas.openxmlformats.org/drawingml/2006/main">
            <a:off x="51625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18" name="">
            <a:extLst xmlns:a="http://schemas.openxmlformats.org/drawingml/2006/main">
              <a:ext uri="{FF2B5EF4-FFF2-40B4-BE49-F238E27FC236}">
                <a16:creationId xmlns:a16="http://schemas.microsoft.com/office/drawing/2014/main" id="{B6507157-C129-4905-A15D-3351EA46502B}"/>
              </a:ext>
            </a:extLst>
          </p:cNvPr>
          <p:cNvSpPr>
            <a:spLocks xmlns:a="http://schemas.openxmlformats.org/drawingml/2006/main" noGrp="1"/>
          </p:cNvSpPr>
          <p:nvPr/>
        </p:nvSpPr>
        <p:spPr>
          <a:xfrm xmlns:a="http://schemas.openxmlformats.org/drawingml/2006/main">
            <a:off x="52387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20</a:t>
            </a:r>
          </a:p>
        </p:txBody>
      </p:sp>
      <p:sp>
        <p:nvSpPr>
          <p:cNvPr id="119" name="">
            <a:extLst xmlns:a="http://schemas.openxmlformats.org/drawingml/2006/main">
              <a:ext uri="{FF2B5EF4-FFF2-40B4-BE49-F238E27FC236}">
                <a16:creationId xmlns:a16="http://schemas.microsoft.com/office/drawing/2014/main" id="{2D44EA39-09C0-4D92-862E-6210DF4DC8D2}"/>
              </a:ext>
            </a:extLst>
          </p:cNvPr>
          <p:cNvSpPr>
            <a:spLocks xmlns:a="http://schemas.openxmlformats.org/drawingml/2006/main" noGrp="1"/>
          </p:cNvSpPr>
          <p:nvPr/>
        </p:nvSpPr>
        <p:spPr>
          <a:xfrm xmlns:a="http://schemas.openxmlformats.org/drawingml/2006/main">
            <a:off x="55245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20" name="">
            <a:extLst xmlns:a="http://schemas.openxmlformats.org/drawingml/2006/main">
              <a:ext uri="{FF2B5EF4-FFF2-40B4-BE49-F238E27FC236}">
                <a16:creationId xmlns:a16="http://schemas.microsoft.com/office/drawing/2014/main" id="{082ED014-6882-4CE8-A2C3-AA77C7FD5A45}"/>
              </a:ext>
            </a:extLst>
          </p:cNvPr>
          <p:cNvSpPr>
            <a:spLocks xmlns:a="http://schemas.openxmlformats.org/drawingml/2006/main" noGrp="1"/>
          </p:cNvSpPr>
          <p:nvPr/>
        </p:nvSpPr>
        <p:spPr>
          <a:xfrm xmlns:a="http://schemas.openxmlformats.org/drawingml/2006/main">
            <a:off x="57150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21" name="">
            <a:extLst xmlns:a="http://schemas.openxmlformats.org/drawingml/2006/main">
              <a:ext uri="{FF2B5EF4-FFF2-40B4-BE49-F238E27FC236}">
                <a16:creationId xmlns:a16="http://schemas.microsoft.com/office/drawing/2014/main" id="{042F97A1-BC15-4591-B2FD-208A1A51219F}"/>
              </a:ext>
            </a:extLst>
          </p:cNvPr>
          <p:cNvSpPr>
            <a:spLocks xmlns:a="http://schemas.openxmlformats.org/drawingml/2006/main" noGrp="1"/>
          </p:cNvSpPr>
          <p:nvPr/>
        </p:nvSpPr>
        <p:spPr>
          <a:xfrm xmlns:a="http://schemas.openxmlformats.org/drawingml/2006/main">
            <a:off x="52578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2" name="">
            <a:extLst xmlns:a="http://schemas.openxmlformats.org/drawingml/2006/main">
              <a:ext uri="{FF2B5EF4-FFF2-40B4-BE49-F238E27FC236}">
                <a16:creationId xmlns:a16="http://schemas.microsoft.com/office/drawing/2014/main" id="{B83926B5-E0C5-439B-B47E-35DDFE4ECE9D}"/>
              </a:ext>
            </a:extLst>
          </p:cNvPr>
          <p:cNvSpPr>
            <a:spLocks xmlns:a="http://schemas.openxmlformats.org/drawingml/2006/main" noGrp="1"/>
          </p:cNvSpPr>
          <p:nvPr/>
        </p:nvSpPr>
        <p:spPr>
          <a:xfrm xmlns:a="http://schemas.openxmlformats.org/drawingml/2006/main">
            <a:off x="6076950" y="57912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23" name="">
            <a:extLst xmlns:a="http://schemas.openxmlformats.org/drawingml/2006/main">
              <a:ext uri="{FF2B5EF4-FFF2-40B4-BE49-F238E27FC236}">
                <a16:creationId xmlns:a16="http://schemas.microsoft.com/office/drawing/2014/main" id="{C18EA8CE-88B5-4424-9AE1-5B2FB84588E2}"/>
              </a:ext>
            </a:extLst>
          </p:cNvPr>
          <p:cNvSpPr>
            <a:spLocks xmlns:a="http://schemas.openxmlformats.org/drawingml/2006/main" noGrp="1"/>
          </p:cNvSpPr>
          <p:nvPr/>
        </p:nvSpPr>
        <p:spPr>
          <a:xfrm xmlns:a="http://schemas.openxmlformats.org/drawingml/2006/main">
            <a:off x="6153150" y="58578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21</a:t>
            </a:r>
          </a:p>
        </p:txBody>
      </p:sp>
      <p:sp>
        <p:nvSpPr>
          <p:cNvPr id="124" name="">
            <a:extLst xmlns:a="http://schemas.openxmlformats.org/drawingml/2006/main">
              <a:ext uri="{FF2B5EF4-FFF2-40B4-BE49-F238E27FC236}">
                <a16:creationId xmlns:a16="http://schemas.microsoft.com/office/drawing/2014/main" id="{506B7D4C-09CB-439C-929A-54C817F102E3}"/>
              </a:ext>
            </a:extLst>
          </p:cNvPr>
          <p:cNvSpPr>
            <a:spLocks xmlns:a="http://schemas.openxmlformats.org/drawingml/2006/main" noGrp="1"/>
          </p:cNvSpPr>
          <p:nvPr/>
        </p:nvSpPr>
        <p:spPr>
          <a:xfrm xmlns:a="http://schemas.openxmlformats.org/drawingml/2006/main">
            <a:off x="64389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25" name="">
            <a:extLst xmlns:a="http://schemas.openxmlformats.org/drawingml/2006/main">
              <a:ext uri="{FF2B5EF4-FFF2-40B4-BE49-F238E27FC236}">
                <a16:creationId xmlns:a16="http://schemas.microsoft.com/office/drawing/2014/main" id="{3C04B2D1-15AC-43E6-BE53-0356CBA0D8C2}"/>
              </a:ext>
            </a:extLst>
          </p:cNvPr>
          <p:cNvSpPr>
            <a:spLocks xmlns:a="http://schemas.openxmlformats.org/drawingml/2006/main" noGrp="1"/>
          </p:cNvSpPr>
          <p:nvPr/>
        </p:nvSpPr>
        <p:spPr>
          <a:xfrm xmlns:a="http://schemas.openxmlformats.org/drawingml/2006/main">
            <a:off x="6629400" y="58769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26" name="">
            <a:extLst xmlns:a="http://schemas.openxmlformats.org/drawingml/2006/main">
              <a:ext uri="{FF2B5EF4-FFF2-40B4-BE49-F238E27FC236}">
                <a16:creationId xmlns:a16="http://schemas.microsoft.com/office/drawing/2014/main" id="{4E044B5D-D8E7-427E-8444-647C986446ED}"/>
              </a:ext>
            </a:extLst>
          </p:cNvPr>
          <p:cNvSpPr>
            <a:spLocks xmlns:a="http://schemas.openxmlformats.org/drawingml/2006/main" noGrp="1"/>
          </p:cNvSpPr>
          <p:nvPr/>
        </p:nvSpPr>
        <p:spPr>
          <a:xfrm xmlns:a="http://schemas.openxmlformats.org/drawingml/2006/main">
            <a:off x="6172200" y="61531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27" name="">
            <a:extLst xmlns:a="http://schemas.openxmlformats.org/drawingml/2006/main">
              <a:ext uri="{FF2B5EF4-FFF2-40B4-BE49-F238E27FC236}">
                <a16:creationId xmlns:a16="http://schemas.microsoft.com/office/drawing/2014/main" id="{255E604A-D271-42EC-A675-1D91ED52E95E}"/>
              </a:ext>
            </a:extLst>
          </p:cNvPr>
          <p:cNvSpPr>
            <a:spLocks xmlns:a="http://schemas.openxmlformats.org/drawingml/2006/main" noGrp="1"/>
          </p:cNvSpPr>
          <p:nvPr/>
        </p:nvSpPr>
        <p:spPr>
          <a:xfrm xmlns:a="http://schemas.openxmlformats.org/drawingml/2006/main">
            <a:off x="5905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28" name="">
            <a:extLst xmlns:a="http://schemas.openxmlformats.org/drawingml/2006/main">
              <a:ext uri="{FF2B5EF4-FFF2-40B4-BE49-F238E27FC236}">
                <a16:creationId xmlns:a16="http://schemas.microsoft.com/office/drawing/2014/main" id="{97D7E631-D29C-45C0-9F0C-A8DD59901B32}"/>
              </a:ext>
            </a:extLst>
          </p:cNvPr>
          <p:cNvSpPr>
            <a:spLocks xmlns:a="http://schemas.openxmlformats.org/drawingml/2006/main" noGrp="1"/>
          </p:cNvSpPr>
          <p:nvPr/>
        </p:nvSpPr>
        <p:spPr>
          <a:xfrm xmlns:a="http://schemas.openxmlformats.org/drawingml/2006/main">
            <a:off x="6667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22</a:t>
            </a:r>
          </a:p>
        </p:txBody>
      </p:sp>
      <p:sp>
        <p:nvSpPr>
          <p:cNvPr id="129" name="">
            <a:extLst xmlns:a="http://schemas.openxmlformats.org/drawingml/2006/main">
              <a:ext uri="{FF2B5EF4-FFF2-40B4-BE49-F238E27FC236}">
                <a16:creationId xmlns:a16="http://schemas.microsoft.com/office/drawing/2014/main" id="{4B36883C-D932-471A-955C-92A840D1067C}"/>
              </a:ext>
            </a:extLst>
          </p:cNvPr>
          <p:cNvSpPr>
            <a:spLocks xmlns:a="http://schemas.openxmlformats.org/drawingml/2006/main" noGrp="1"/>
          </p:cNvSpPr>
          <p:nvPr/>
        </p:nvSpPr>
        <p:spPr>
          <a:xfrm xmlns:a="http://schemas.openxmlformats.org/drawingml/2006/main">
            <a:off x="9525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30" name="">
            <a:extLst xmlns:a="http://schemas.openxmlformats.org/drawingml/2006/main">
              <a:ext uri="{FF2B5EF4-FFF2-40B4-BE49-F238E27FC236}">
                <a16:creationId xmlns:a16="http://schemas.microsoft.com/office/drawing/2014/main" id="{1BEAF9A6-9B29-4385-BA0D-7591A10D63D4}"/>
              </a:ext>
            </a:extLst>
          </p:cNvPr>
          <p:cNvSpPr>
            <a:spLocks xmlns:a="http://schemas.openxmlformats.org/drawingml/2006/main" noGrp="1"/>
          </p:cNvSpPr>
          <p:nvPr/>
        </p:nvSpPr>
        <p:spPr>
          <a:xfrm xmlns:a="http://schemas.openxmlformats.org/drawingml/2006/main">
            <a:off x="11430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31" name="">
            <a:extLst xmlns:a="http://schemas.openxmlformats.org/drawingml/2006/main">
              <a:ext uri="{FF2B5EF4-FFF2-40B4-BE49-F238E27FC236}">
                <a16:creationId xmlns:a16="http://schemas.microsoft.com/office/drawing/2014/main" id="{08AFF5AC-283F-4E79-B521-3A3D8AF7AA73}"/>
              </a:ext>
            </a:extLst>
          </p:cNvPr>
          <p:cNvSpPr>
            <a:spLocks xmlns:a="http://schemas.openxmlformats.org/drawingml/2006/main" noGrp="1"/>
          </p:cNvSpPr>
          <p:nvPr/>
        </p:nvSpPr>
        <p:spPr>
          <a:xfrm xmlns:a="http://schemas.openxmlformats.org/drawingml/2006/main">
            <a:off x="6858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32" name="">
            <a:extLst xmlns:a="http://schemas.openxmlformats.org/drawingml/2006/main">
              <a:ext uri="{FF2B5EF4-FFF2-40B4-BE49-F238E27FC236}">
                <a16:creationId xmlns:a16="http://schemas.microsoft.com/office/drawing/2014/main" id="{BAC02E90-CA3B-44E2-AC2E-B72305ED3B2E}"/>
              </a:ext>
            </a:extLst>
          </p:cNvPr>
          <p:cNvSpPr>
            <a:spLocks xmlns:a="http://schemas.openxmlformats.org/drawingml/2006/main" noGrp="1"/>
          </p:cNvSpPr>
          <p:nvPr/>
        </p:nvSpPr>
        <p:spPr>
          <a:xfrm xmlns:a="http://schemas.openxmlformats.org/drawingml/2006/main">
            <a:off x="15049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33" name="">
            <a:extLst xmlns:a="http://schemas.openxmlformats.org/drawingml/2006/main">
              <a:ext uri="{FF2B5EF4-FFF2-40B4-BE49-F238E27FC236}">
                <a16:creationId xmlns:a16="http://schemas.microsoft.com/office/drawing/2014/main" id="{BE453C55-0985-48F5-B929-2B7A63D786EA}"/>
              </a:ext>
            </a:extLst>
          </p:cNvPr>
          <p:cNvSpPr>
            <a:spLocks xmlns:a="http://schemas.openxmlformats.org/drawingml/2006/main" noGrp="1"/>
          </p:cNvSpPr>
          <p:nvPr/>
        </p:nvSpPr>
        <p:spPr>
          <a:xfrm xmlns:a="http://schemas.openxmlformats.org/drawingml/2006/main">
            <a:off x="15811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23</a:t>
            </a:r>
          </a:p>
        </p:txBody>
      </p:sp>
      <p:sp>
        <p:nvSpPr>
          <p:cNvPr id="134" name="">
            <a:extLst xmlns:a="http://schemas.openxmlformats.org/drawingml/2006/main">
              <a:ext uri="{FF2B5EF4-FFF2-40B4-BE49-F238E27FC236}">
                <a16:creationId xmlns:a16="http://schemas.microsoft.com/office/drawing/2014/main" id="{0D7685D9-CE10-4A6F-8EAA-BA3E2F980B8E}"/>
              </a:ext>
            </a:extLst>
          </p:cNvPr>
          <p:cNvSpPr>
            <a:spLocks xmlns:a="http://schemas.openxmlformats.org/drawingml/2006/main" noGrp="1"/>
          </p:cNvSpPr>
          <p:nvPr/>
        </p:nvSpPr>
        <p:spPr>
          <a:xfrm xmlns:a="http://schemas.openxmlformats.org/drawingml/2006/main">
            <a:off x="18669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35" name="">
            <a:extLst xmlns:a="http://schemas.openxmlformats.org/drawingml/2006/main">
              <a:ext uri="{FF2B5EF4-FFF2-40B4-BE49-F238E27FC236}">
                <a16:creationId xmlns:a16="http://schemas.microsoft.com/office/drawing/2014/main" id="{53D0E50B-20DB-4CD5-BCD4-23DECCFF9FAB}"/>
              </a:ext>
            </a:extLst>
          </p:cNvPr>
          <p:cNvSpPr>
            <a:spLocks xmlns:a="http://schemas.openxmlformats.org/drawingml/2006/main" noGrp="1"/>
          </p:cNvSpPr>
          <p:nvPr/>
        </p:nvSpPr>
        <p:spPr>
          <a:xfrm xmlns:a="http://schemas.openxmlformats.org/drawingml/2006/main">
            <a:off x="20574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36" name="">
            <a:extLst xmlns:a="http://schemas.openxmlformats.org/drawingml/2006/main">
              <a:ext uri="{FF2B5EF4-FFF2-40B4-BE49-F238E27FC236}">
                <a16:creationId xmlns:a16="http://schemas.microsoft.com/office/drawing/2014/main" id="{2DB15458-E2CE-4975-ACAA-E01FEDB9664C}"/>
              </a:ext>
            </a:extLst>
          </p:cNvPr>
          <p:cNvSpPr>
            <a:spLocks xmlns:a="http://schemas.openxmlformats.org/drawingml/2006/main" noGrp="1"/>
          </p:cNvSpPr>
          <p:nvPr/>
        </p:nvSpPr>
        <p:spPr>
          <a:xfrm xmlns:a="http://schemas.openxmlformats.org/drawingml/2006/main">
            <a:off x="16002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37" name="">
            <a:extLst xmlns:a="http://schemas.openxmlformats.org/drawingml/2006/main">
              <a:ext uri="{FF2B5EF4-FFF2-40B4-BE49-F238E27FC236}">
                <a16:creationId xmlns:a16="http://schemas.microsoft.com/office/drawing/2014/main" id="{D9E6232A-B4CD-424F-AD3F-CA3F04D66D7F}"/>
              </a:ext>
            </a:extLst>
          </p:cNvPr>
          <p:cNvSpPr>
            <a:spLocks xmlns:a="http://schemas.openxmlformats.org/drawingml/2006/main" noGrp="1"/>
          </p:cNvSpPr>
          <p:nvPr/>
        </p:nvSpPr>
        <p:spPr>
          <a:xfrm xmlns:a="http://schemas.openxmlformats.org/drawingml/2006/main">
            <a:off x="24193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38" name="">
            <a:extLst xmlns:a="http://schemas.openxmlformats.org/drawingml/2006/main">
              <a:ext uri="{FF2B5EF4-FFF2-40B4-BE49-F238E27FC236}">
                <a16:creationId xmlns:a16="http://schemas.microsoft.com/office/drawing/2014/main" id="{F96F2C5A-D744-45EF-BCAC-FA10A3066080}"/>
              </a:ext>
            </a:extLst>
          </p:cNvPr>
          <p:cNvSpPr>
            <a:spLocks xmlns:a="http://schemas.openxmlformats.org/drawingml/2006/main" noGrp="1"/>
          </p:cNvSpPr>
          <p:nvPr/>
        </p:nvSpPr>
        <p:spPr>
          <a:xfrm xmlns:a="http://schemas.openxmlformats.org/drawingml/2006/main">
            <a:off x="24955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24</a:t>
            </a:r>
          </a:p>
        </p:txBody>
      </p:sp>
      <p:sp>
        <p:nvSpPr>
          <p:cNvPr id="139" name="">
            <a:extLst xmlns:a="http://schemas.openxmlformats.org/drawingml/2006/main">
              <a:ext uri="{FF2B5EF4-FFF2-40B4-BE49-F238E27FC236}">
                <a16:creationId xmlns:a16="http://schemas.microsoft.com/office/drawing/2014/main" id="{814D8623-6C6A-4ED8-A7A5-0E0D586FEC86}"/>
              </a:ext>
            </a:extLst>
          </p:cNvPr>
          <p:cNvSpPr>
            <a:spLocks xmlns:a="http://schemas.openxmlformats.org/drawingml/2006/main" noGrp="1"/>
          </p:cNvSpPr>
          <p:nvPr/>
        </p:nvSpPr>
        <p:spPr>
          <a:xfrm xmlns:a="http://schemas.openxmlformats.org/drawingml/2006/main">
            <a:off x="27813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40" name="">
            <a:extLst xmlns:a="http://schemas.openxmlformats.org/drawingml/2006/main">
              <a:ext uri="{FF2B5EF4-FFF2-40B4-BE49-F238E27FC236}">
                <a16:creationId xmlns:a16="http://schemas.microsoft.com/office/drawing/2014/main" id="{D8734CF8-49E0-4037-8F42-297B982481BD}"/>
              </a:ext>
            </a:extLst>
          </p:cNvPr>
          <p:cNvSpPr>
            <a:spLocks xmlns:a="http://schemas.openxmlformats.org/drawingml/2006/main" noGrp="1"/>
          </p:cNvSpPr>
          <p:nvPr/>
        </p:nvSpPr>
        <p:spPr>
          <a:xfrm xmlns:a="http://schemas.openxmlformats.org/drawingml/2006/main">
            <a:off x="29718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41" name="">
            <a:extLst xmlns:a="http://schemas.openxmlformats.org/drawingml/2006/main">
              <a:ext uri="{FF2B5EF4-FFF2-40B4-BE49-F238E27FC236}">
                <a16:creationId xmlns:a16="http://schemas.microsoft.com/office/drawing/2014/main" id="{AB1109E2-CD2B-4CE7-A392-C01FCC5727B2}"/>
              </a:ext>
            </a:extLst>
          </p:cNvPr>
          <p:cNvSpPr>
            <a:spLocks xmlns:a="http://schemas.openxmlformats.org/drawingml/2006/main" noGrp="1"/>
          </p:cNvSpPr>
          <p:nvPr/>
        </p:nvSpPr>
        <p:spPr>
          <a:xfrm xmlns:a="http://schemas.openxmlformats.org/drawingml/2006/main">
            <a:off x="25146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42" name="">
            <a:extLst xmlns:a="http://schemas.openxmlformats.org/drawingml/2006/main">
              <a:ext uri="{FF2B5EF4-FFF2-40B4-BE49-F238E27FC236}">
                <a16:creationId xmlns:a16="http://schemas.microsoft.com/office/drawing/2014/main" id="{94299BD7-EB5A-4790-ACAD-063FCEF4C557}"/>
              </a:ext>
            </a:extLst>
          </p:cNvPr>
          <p:cNvSpPr>
            <a:spLocks xmlns:a="http://schemas.openxmlformats.org/drawingml/2006/main" noGrp="1"/>
          </p:cNvSpPr>
          <p:nvPr/>
        </p:nvSpPr>
        <p:spPr>
          <a:xfrm xmlns:a="http://schemas.openxmlformats.org/drawingml/2006/main">
            <a:off x="33337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43" name="">
            <a:extLst xmlns:a="http://schemas.openxmlformats.org/drawingml/2006/main">
              <a:ext uri="{FF2B5EF4-FFF2-40B4-BE49-F238E27FC236}">
                <a16:creationId xmlns:a16="http://schemas.microsoft.com/office/drawing/2014/main" id="{C12D7854-DE86-429E-9959-8EEDAE76CCE4}"/>
              </a:ext>
            </a:extLst>
          </p:cNvPr>
          <p:cNvSpPr>
            <a:spLocks xmlns:a="http://schemas.openxmlformats.org/drawingml/2006/main" noGrp="1"/>
          </p:cNvSpPr>
          <p:nvPr/>
        </p:nvSpPr>
        <p:spPr>
          <a:xfrm xmlns:a="http://schemas.openxmlformats.org/drawingml/2006/main">
            <a:off x="34099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25</a:t>
            </a:r>
          </a:p>
        </p:txBody>
      </p:sp>
      <p:sp>
        <p:nvSpPr>
          <p:cNvPr id="144" name="">
            <a:extLst xmlns:a="http://schemas.openxmlformats.org/drawingml/2006/main">
              <a:ext uri="{FF2B5EF4-FFF2-40B4-BE49-F238E27FC236}">
                <a16:creationId xmlns:a16="http://schemas.microsoft.com/office/drawing/2014/main" id="{02B8C9C7-46EF-43BE-A7E0-4F08605FB426}"/>
              </a:ext>
            </a:extLst>
          </p:cNvPr>
          <p:cNvSpPr>
            <a:spLocks xmlns:a="http://schemas.openxmlformats.org/drawingml/2006/main" noGrp="1"/>
          </p:cNvSpPr>
          <p:nvPr/>
        </p:nvSpPr>
        <p:spPr>
          <a:xfrm xmlns:a="http://schemas.openxmlformats.org/drawingml/2006/main">
            <a:off x="36957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45" name="">
            <a:extLst xmlns:a="http://schemas.openxmlformats.org/drawingml/2006/main">
              <a:ext uri="{FF2B5EF4-FFF2-40B4-BE49-F238E27FC236}">
                <a16:creationId xmlns:a16="http://schemas.microsoft.com/office/drawing/2014/main" id="{022CA08E-32AC-44BB-B0DE-C5B9B9F916BA}"/>
              </a:ext>
            </a:extLst>
          </p:cNvPr>
          <p:cNvSpPr>
            <a:spLocks xmlns:a="http://schemas.openxmlformats.org/drawingml/2006/main" noGrp="1"/>
          </p:cNvSpPr>
          <p:nvPr/>
        </p:nvSpPr>
        <p:spPr>
          <a:xfrm xmlns:a="http://schemas.openxmlformats.org/drawingml/2006/main">
            <a:off x="38862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46" name="">
            <a:extLst xmlns:a="http://schemas.openxmlformats.org/drawingml/2006/main">
              <a:ext uri="{FF2B5EF4-FFF2-40B4-BE49-F238E27FC236}">
                <a16:creationId xmlns:a16="http://schemas.microsoft.com/office/drawing/2014/main" id="{B7E49BE7-B3FF-4B49-93A1-36A2246A20E4}"/>
              </a:ext>
            </a:extLst>
          </p:cNvPr>
          <p:cNvSpPr>
            <a:spLocks xmlns:a="http://schemas.openxmlformats.org/drawingml/2006/main" noGrp="1"/>
          </p:cNvSpPr>
          <p:nvPr/>
        </p:nvSpPr>
        <p:spPr>
          <a:xfrm xmlns:a="http://schemas.openxmlformats.org/drawingml/2006/main">
            <a:off x="34290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47" name="">
            <a:extLst xmlns:a="http://schemas.openxmlformats.org/drawingml/2006/main">
              <a:ext uri="{FF2B5EF4-FFF2-40B4-BE49-F238E27FC236}">
                <a16:creationId xmlns:a16="http://schemas.microsoft.com/office/drawing/2014/main" id="{4D828D7A-12EF-4B61-AFC8-B50CA1DFF6B9}"/>
              </a:ext>
            </a:extLst>
          </p:cNvPr>
          <p:cNvSpPr>
            <a:spLocks xmlns:a="http://schemas.openxmlformats.org/drawingml/2006/main" noGrp="1"/>
          </p:cNvSpPr>
          <p:nvPr/>
        </p:nvSpPr>
        <p:spPr>
          <a:xfrm xmlns:a="http://schemas.openxmlformats.org/drawingml/2006/main">
            <a:off x="42481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48" name="">
            <a:extLst xmlns:a="http://schemas.openxmlformats.org/drawingml/2006/main">
              <a:ext uri="{FF2B5EF4-FFF2-40B4-BE49-F238E27FC236}">
                <a16:creationId xmlns:a16="http://schemas.microsoft.com/office/drawing/2014/main" id="{1DA25EBA-644F-4F63-B4E1-AB2362A41B97}"/>
              </a:ext>
            </a:extLst>
          </p:cNvPr>
          <p:cNvSpPr>
            <a:spLocks xmlns:a="http://schemas.openxmlformats.org/drawingml/2006/main" noGrp="1"/>
          </p:cNvSpPr>
          <p:nvPr/>
        </p:nvSpPr>
        <p:spPr>
          <a:xfrm xmlns:a="http://schemas.openxmlformats.org/drawingml/2006/main">
            <a:off x="43243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26</a:t>
            </a:r>
          </a:p>
        </p:txBody>
      </p:sp>
      <p:sp>
        <p:nvSpPr>
          <p:cNvPr id="149" name="">
            <a:extLst xmlns:a="http://schemas.openxmlformats.org/drawingml/2006/main">
              <a:ext uri="{FF2B5EF4-FFF2-40B4-BE49-F238E27FC236}">
                <a16:creationId xmlns:a16="http://schemas.microsoft.com/office/drawing/2014/main" id="{62834484-A06E-4F14-AD50-9A065A90E32E}"/>
              </a:ext>
            </a:extLst>
          </p:cNvPr>
          <p:cNvSpPr>
            <a:spLocks xmlns:a="http://schemas.openxmlformats.org/drawingml/2006/main" noGrp="1"/>
          </p:cNvSpPr>
          <p:nvPr/>
        </p:nvSpPr>
        <p:spPr>
          <a:xfrm xmlns:a="http://schemas.openxmlformats.org/drawingml/2006/main">
            <a:off x="46101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50" name="">
            <a:extLst xmlns:a="http://schemas.openxmlformats.org/drawingml/2006/main">
              <a:ext uri="{FF2B5EF4-FFF2-40B4-BE49-F238E27FC236}">
                <a16:creationId xmlns:a16="http://schemas.microsoft.com/office/drawing/2014/main" id="{E171F8EF-68A8-46BE-8AF2-FC7998936316}"/>
              </a:ext>
            </a:extLst>
          </p:cNvPr>
          <p:cNvSpPr>
            <a:spLocks xmlns:a="http://schemas.openxmlformats.org/drawingml/2006/main" noGrp="1"/>
          </p:cNvSpPr>
          <p:nvPr/>
        </p:nvSpPr>
        <p:spPr>
          <a:xfrm xmlns:a="http://schemas.openxmlformats.org/drawingml/2006/main">
            <a:off x="48006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51" name="">
            <a:extLst xmlns:a="http://schemas.openxmlformats.org/drawingml/2006/main">
              <a:ext uri="{FF2B5EF4-FFF2-40B4-BE49-F238E27FC236}">
                <a16:creationId xmlns:a16="http://schemas.microsoft.com/office/drawing/2014/main" id="{B66B0870-AE0D-420F-9C20-157F6623CB2B}"/>
              </a:ext>
            </a:extLst>
          </p:cNvPr>
          <p:cNvSpPr>
            <a:spLocks xmlns:a="http://schemas.openxmlformats.org/drawingml/2006/main" noGrp="1"/>
          </p:cNvSpPr>
          <p:nvPr/>
        </p:nvSpPr>
        <p:spPr>
          <a:xfrm xmlns:a="http://schemas.openxmlformats.org/drawingml/2006/main">
            <a:off x="43434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52" name="">
            <a:extLst xmlns:a="http://schemas.openxmlformats.org/drawingml/2006/main">
              <a:ext uri="{FF2B5EF4-FFF2-40B4-BE49-F238E27FC236}">
                <a16:creationId xmlns:a16="http://schemas.microsoft.com/office/drawing/2014/main" id="{E5FB58A6-37CC-4DA0-B3CB-86A3BE5D5883}"/>
              </a:ext>
            </a:extLst>
          </p:cNvPr>
          <p:cNvSpPr>
            <a:spLocks xmlns:a="http://schemas.openxmlformats.org/drawingml/2006/main" noGrp="1"/>
          </p:cNvSpPr>
          <p:nvPr/>
        </p:nvSpPr>
        <p:spPr>
          <a:xfrm xmlns:a="http://schemas.openxmlformats.org/drawingml/2006/main">
            <a:off x="51625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53" name="">
            <a:extLst xmlns:a="http://schemas.openxmlformats.org/drawingml/2006/main">
              <a:ext uri="{FF2B5EF4-FFF2-40B4-BE49-F238E27FC236}">
                <a16:creationId xmlns:a16="http://schemas.microsoft.com/office/drawing/2014/main" id="{E5CEBE46-7DF3-41CF-A446-4D53952C4ACF}"/>
              </a:ext>
            </a:extLst>
          </p:cNvPr>
          <p:cNvSpPr>
            <a:spLocks xmlns:a="http://schemas.openxmlformats.org/drawingml/2006/main" noGrp="1"/>
          </p:cNvSpPr>
          <p:nvPr/>
        </p:nvSpPr>
        <p:spPr>
          <a:xfrm xmlns:a="http://schemas.openxmlformats.org/drawingml/2006/main">
            <a:off x="52387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27</a:t>
            </a:r>
          </a:p>
        </p:txBody>
      </p:sp>
      <p:sp>
        <p:nvSpPr>
          <p:cNvPr id="154" name="">
            <a:extLst xmlns:a="http://schemas.openxmlformats.org/drawingml/2006/main">
              <a:ext uri="{FF2B5EF4-FFF2-40B4-BE49-F238E27FC236}">
                <a16:creationId xmlns:a16="http://schemas.microsoft.com/office/drawing/2014/main" id="{A7364CBD-CD15-487F-AAFA-98C53D093263}"/>
              </a:ext>
            </a:extLst>
          </p:cNvPr>
          <p:cNvSpPr>
            <a:spLocks xmlns:a="http://schemas.openxmlformats.org/drawingml/2006/main" noGrp="1"/>
          </p:cNvSpPr>
          <p:nvPr/>
        </p:nvSpPr>
        <p:spPr>
          <a:xfrm xmlns:a="http://schemas.openxmlformats.org/drawingml/2006/main">
            <a:off x="55245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55" name="">
            <a:extLst xmlns:a="http://schemas.openxmlformats.org/drawingml/2006/main">
              <a:ext uri="{FF2B5EF4-FFF2-40B4-BE49-F238E27FC236}">
                <a16:creationId xmlns:a16="http://schemas.microsoft.com/office/drawing/2014/main" id="{A639D41A-6164-4D52-9049-C66966B52E4C}"/>
              </a:ext>
            </a:extLst>
          </p:cNvPr>
          <p:cNvSpPr>
            <a:spLocks xmlns:a="http://schemas.openxmlformats.org/drawingml/2006/main" noGrp="1"/>
          </p:cNvSpPr>
          <p:nvPr/>
        </p:nvSpPr>
        <p:spPr>
          <a:xfrm xmlns:a="http://schemas.openxmlformats.org/drawingml/2006/main">
            <a:off x="57150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56" name="">
            <a:extLst xmlns:a="http://schemas.openxmlformats.org/drawingml/2006/main">
              <a:ext uri="{FF2B5EF4-FFF2-40B4-BE49-F238E27FC236}">
                <a16:creationId xmlns:a16="http://schemas.microsoft.com/office/drawing/2014/main" id="{A0DCEBCE-5F0A-4215-820D-ECA8444FF8CA}"/>
              </a:ext>
            </a:extLst>
          </p:cNvPr>
          <p:cNvSpPr>
            <a:spLocks xmlns:a="http://schemas.openxmlformats.org/drawingml/2006/main" noGrp="1"/>
          </p:cNvSpPr>
          <p:nvPr/>
        </p:nvSpPr>
        <p:spPr>
          <a:xfrm xmlns:a="http://schemas.openxmlformats.org/drawingml/2006/main">
            <a:off x="52578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57" name="">
            <a:extLst xmlns:a="http://schemas.openxmlformats.org/drawingml/2006/main">
              <a:ext uri="{FF2B5EF4-FFF2-40B4-BE49-F238E27FC236}">
                <a16:creationId xmlns:a16="http://schemas.microsoft.com/office/drawing/2014/main" id="{73B9FDA0-486D-41A5-94B8-044CE0F88386}"/>
              </a:ext>
            </a:extLst>
          </p:cNvPr>
          <p:cNvSpPr>
            <a:spLocks xmlns:a="http://schemas.openxmlformats.org/drawingml/2006/main" noGrp="1"/>
          </p:cNvSpPr>
          <p:nvPr/>
        </p:nvSpPr>
        <p:spPr>
          <a:xfrm xmlns:a="http://schemas.openxmlformats.org/drawingml/2006/main">
            <a:off x="6076950" y="645795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58" name="">
            <a:extLst xmlns:a="http://schemas.openxmlformats.org/drawingml/2006/main">
              <a:ext uri="{FF2B5EF4-FFF2-40B4-BE49-F238E27FC236}">
                <a16:creationId xmlns:a16="http://schemas.microsoft.com/office/drawing/2014/main" id="{E8C2400E-1A25-4298-B6C3-875C8C11FFF9}"/>
              </a:ext>
            </a:extLst>
          </p:cNvPr>
          <p:cNvSpPr>
            <a:spLocks xmlns:a="http://schemas.openxmlformats.org/drawingml/2006/main" noGrp="1"/>
          </p:cNvSpPr>
          <p:nvPr/>
        </p:nvSpPr>
        <p:spPr>
          <a:xfrm xmlns:a="http://schemas.openxmlformats.org/drawingml/2006/main">
            <a:off x="6153150" y="652462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28</a:t>
            </a:r>
          </a:p>
        </p:txBody>
      </p:sp>
      <p:sp>
        <p:nvSpPr>
          <p:cNvPr id="159" name="">
            <a:extLst xmlns:a="http://schemas.openxmlformats.org/drawingml/2006/main">
              <a:ext uri="{FF2B5EF4-FFF2-40B4-BE49-F238E27FC236}">
                <a16:creationId xmlns:a16="http://schemas.microsoft.com/office/drawing/2014/main" id="{F9F68312-8C21-4CCA-92E9-251A5EEF42FE}"/>
              </a:ext>
            </a:extLst>
          </p:cNvPr>
          <p:cNvSpPr>
            <a:spLocks xmlns:a="http://schemas.openxmlformats.org/drawingml/2006/main" noGrp="1"/>
          </p:cNvSpPr>
          <p:nvPr/>
        </p:nvSpPr>
        <p:spPr>
          <a:xfrm xmlns:a="http://schemas.openxmlformats.org/drawingml/2006/main">
            <a:off x="64389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60" name="">
            <a:extLst xmlns:a="http://schemas.openxmlformats.org/drawingml/2006/main">
              <a:ext uri="{FF2B5EF4-FFF2-40B4-BE49-F238E27FC236}">
                <a16:creationId xmlns:a16="http://schemas.microsoft.com/office/drawing/2014/main" id="{E0217325-1ED9-4F88-8B65-01776E896DE7}"/>
              </a:ext>
            </a:extLst>
          </p:cNvPr>
          <p:cNvSpPr>
            <a:spLocks xmlns:a="http://schemas.openxmlformats.org/drawingml/2006/main" noGrp="1"/>
          </p:cNvSpPr>
          <p:nvPr/>
        </p:nvSpPr>
        <p:spPr>
          <a:xfrm xmlns:a="http://schemas.openxmlformats.org/drawingml/2006/main">
            <a:off x="6629400" y="654367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61" name="">
            <a:extLst xmlns:a="http://schemas.openxmlformats.org/drawingml/2006/main">
              <a:ext uri="{FF2B5EF4-FFF2-40B4-BE49-F238E27FC236}">
                <a16:creationId xmlns:a16="http://schemas.microsoft.com/office/drawing/2014/main" id="{706E1A45-B773-4122-81FA-A7A02B445F64}"/>
              </a:ext>
            </a:extLst>
          </p:cNvPr>
          <p:cNvSpPr>
            <a:spLocks xmlns:a="http://schemas.openxmlformats.org/drawingml/2006/main" noGrp="1"/>
          </p:cNvSpPr>
          <p:nvPr/>
        </p:nvSpPr>
        <p:spPr>
          <a:xfrm xmlns:a="http://schemas.openxmlformats.org/drawingml/2006/main">
            <a:off x="6172200" y="681990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2" name="">
            <a:extLst xmlns:a="http://schemas.openxmlformats.org/drawingml/2006/main">
              <a:ext uri="{FF2B5EF4-FFF2-40B4-BE49-F238E27FC236}">
                <a16:creationId xmlns:a16="http://schemas.microsoft.com/office/drawing/2014/main" id="{CD0E74AA-A61A-4BC8-BF00-6B872281EB47}"/>
              </a:ext>
            </a:extLst>
          </p:cNvPr>
          <p:cNvSpPr>
            <a:spLocks xmlns:a="http://schemas.openxmlformats.org/drawingml/2006/main" noGrp="1"/>
          </p:cNvSpPr>
          <p:nvPr/>
        </p:nvSpPr>
        <p:spPr>
          <a:xfrm xmlns:a="http://schemas.openxmlformats.org/drawingml/2006/main">
            <a:off x="590550" y="7124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63" name="">
            <a:extLst xmlns:a="http://schemas.openxmlformats.org/drawingml/2006/main">
              <a:ext uri="{FF2B5EF4-FFF2-40B4-BE49-F238E27FC236}">
                <a16:creationId xmlns:a16="http://schemas.microsoft.com/office/drawing/2014/main" id="{413D2E39-DF61-433A-A9E2-5A6B23627623}"/>
              </a:ext>
            </a:extLst>
          </p:cNvPr>
          <p:cNvSpPr>
            <a:spLocks xmlns:a="http://schemas.openxmlformats.org/drawingml/2006/main" noGrp="1"/>
          </p:cNvSpPr>
          <p:nvPr/>
        </p:nvSpPr>
        <p:spPr>
          <a:xfrm xmlns:a="http://schemas.openxmlformats.org/drawingml/2006/main">
            <a:off x="666750" y="7191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29</a:t>
            </a:r>
          </a:p>
        </p:txBody>
      </p:sp>
      <p:sp>
        <p:nvSpPr>
          <p:cNvPr id="164" name="">
            <a:extLst xmlns:a="http://schemas.openxmlformats.org/drawingml/2006/main">
              <a:ext uri="{FF2B5EF4-FFF2-40B4-BE49-F238E27FC236}">
                <a16:creationId xmlns:a16="http://schemas.microsoft.com/office/drawing/2014/main" id="{E4F1E9D4-A99D-4F9E-9A15-4D6AE34CF115}"/>
              </a:ext>
            </a:extLst>
          </p:cNvPr>
          <p:cNvSpPr>
            <a:spLocks xmlns:a="http://schemas.openxmlformats.org/drawingml/2006/main" noGrp="1"/>
          </p:cNvSpPr>
          <p:nvPr/>
        </p:nvSpPr>
        <p:spPr>
          <a:xfrm xmlns:a="http://schemas.openxmlformats.org/drawingml/2006/main">
            <a:off x="952500" y="7210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65" name="">
            <a:extLst xmlns:a="http://schemas.openxmlformats.org/drawingml/2006/main">
              <a:ext uri="{FF2B5EF4-FFF2-40B4-BE49-F238E27FC236}">
                <a16:creationId xmlns:a16="http://schemas.microsoft.com/office/drawing/2014/main" id="{1B66B0D5-5079-4424-B065-1A5865467B65}"/>
              </a:ext>
            </a:extLst>
          </p:cNvPr>
          <p:cNvSpPr>
            <a:spLocks xmlns:a="http://schemas.openxmlformats.org/drawingml/2006/main" noGrp="1"/>
          </p:cNvSpPr>
          <p:nvPr/>
        </p:nvSpPr>
        <p:spPr>
          <a:xfrm xmlns:a="http://schemas.openxmlformats.org/drawingml/2006/main">
            <a:off x="1143000" y="7210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66" name="">
            <a:extLst xmlns:a="http://schemas.openxmlformats.org/drawingml/2006/main">
              <a:ext uri="{FF2B5EF4-FFF2-40B4-BE49-F238E27FC236}">
                <a16:creationId xmlns:a16="http://schemas.microsoft.com/office/drawing/2014/main" id="{6A857898-B022-47DD-A8FA-0AFC342CB2DA}"/>
              </a:ext>
            </a:extLst>
          </p:cNvPr>
          <p:cNvSpPr>
            <a:spLocks xmlns:a="http://schemas.openxmlformats.org/drawingml/2006/main" noGrp="1"/>
          </p:cNvSpPr>
          <p:nvPr/>
        </p:nvSpPr>
        <p:spPr>
          <a:xfrm xmlns:a="http://schemas.openxmlformats.org/drawingml/2006/main">
            <a:off x="685800" y="7486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67" name="">
            <a:extLst xmlns:a="http://schemas.openxmlformats.org/drawingml/2006/main">
              <a:ext uri="{FF2B5EF4-FFF2-40B4-BE49-F238E27FC236}">
                <a16:creationId xmlns:a16="http://schemas.microsoft.com/office/drawing/2014/main" id="{673125F7-9BCE-419A-B88C-FC77FAFE99DE}"/>
              </a:ext>
            </a:extLst>
          </p:cNvPr>
          <p:cNvSpPr>
            <a:spLocks xmlns:a="http://schemas.openxmlformats.org/drawingml/2006/main" noGrp="1"/>
          </p:cNvSpPr>
          <p:nvPr/>
        </p:nvSpPr>
        <p:spPr>
          <a:xfrm xmlns:a="http://schemas.openxmlformats.org/drawingml/2006/main">
            <a:off x="1504950" y="7124700"/>
            <a:ext cx="781050" cy="533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D9DEEA"/>
            </a:solidFill>
            <a:prstDash val="solid"/>
          </a:ln>
        </p:spPr>
      </p:sp>
      <p:sp>
        <p:nvSpPr>
          <p:cNvPr id="168" name="">
            <a:extLst xmlns:a="http://schemas.openxmlformats.org/drawingml/2006/main">
              <a:ext uri="{FF2B5EF4-FFF2-40B4-BE49-F238E27FC236}">
                <a16:creationId xmlns:a16="http://schemas.microsoft.com/office/drawing/2014/main" id="{26610835-2A06-4638-89B8-E9C46362E5E3}"/>
              </a:ext>
            </a:extLst>
          </p:cNvPr>
          <p:cNvSpPr>
            <a:spLocks xmlns:a="http://schemas.openxmlformats.org/drawingml/2006/main" noGrp="1"/>
          </p:cNvSpPr>
          <p:nvPr/>
        </p:nvSpPr>
        <p:spPr>
          <a:xfrm xmlns:a="http://schemas.openxmlformats.org/drawingml/2006/main">
            <a:off x="1581150" y="7191375"/>
            <a:ext cx="2095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88" b="1" i="0">
                <a:solidFill>
                  <a:srgbClr val="0D1338"/>
                </a:solidFill>
                <a:latin typeface="Verdana"/>
                <a:ea typeface="Verdana"/>
                <a:cs typeface="Verdana"/>
              </a:defRPr>
            </a:pPr>
            <a:r>
              <a:rPr sz="788" b="1" i="0">
                <a:solidFill>
                  <a:srgbClr val="0D1338"/>
                </a:solidFill>
                <a:latin typeface="Verdana"/>
                <a:ea typeface="Verdana"/>
                <a:cs typeface="Verdana"/>
              </a:rPr>
              <a:t>30</a:t>
            </a:r>
          </a:p>
        </p:txBody>
      </p:sp>
      <p:sp>
        <p:nvSpPr>
          <p:cNvPr id="169" name="">
            <a:extLst xmlns:a="http://schemas.openxmlformats.org/drawingml/2006/main">
              <a:ext uri="{FF2B5EF4-FFF2-40B4-BE49-F238E27FC236}">
                <a16:creationId xmlns:a16="http://schemas.microsoft.com/office/drawing/2014/main" id="{87C1BD50-AD3F-4D9A-9BF6-754083E60CE5}"/>
              </a:ext>
            </a:extLst>
          </p:cNvPr>
          <p:cNvSpPr>
            <a:spLocks xmlns:a="http://schemas.openxmlformats.org/drawingml/2006/main" noGrp="1"/>
          </p:cNvSpPr>
          <p:nvPr/>
        </p:nvSpPr>
        <p:spPr>
          <a:xfrm xmlns:a="http://schemas.openxmlformats.org/drawingml/2006/main">
            <a:off x="1866900" y="7210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005030"/>
            </a:solidFill>
            <a:prstDash val="solid"/>
          </a:ln>
        </p:spPr>
      </p:sp>
      <p:sp>
        <p:nvSpPr>
          <p:cNvPr id="170" name="">
            <a:extLst xmlns:a="http://schemas.openxmlformats.org/drawingml/2006/main">
              <a:ext uri="{FF2B5EF4-FFF2-40B4-BE49-F238E27FC236}">
                <a16:creationId xmlns:a16="http://schemas.microsoft.com/office/drawing/2014/main" id="{0FBF8F39-DA04-4D4D-8CBC-0F3F018114B5}"/>
              </a:ext>
            </a:extLst>
          </p:cNvPr>
          <p:cNvSpPr>
            <a:spLocks xmlns:a="http://schemas.openxmlformats.org/drawingml/2006/main" noGrp="1"/>
          </p:cNvSpPr>
          <p:nvPr/>
        </p:nvSpPr>
        <p:spPr>
          <a:xfrm xmlns:a="http://schemas.openxmlformats.org/drawingml/2006/main">
            <a:off x="2057400" y="7210425"/>
            <a:ext cx="1143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F07239"/>
            </a:solidFill>
            <a:prstDash val="solid"/>
          </a:ln>
        </p:spPr>
      </p:sp>
      <p:sp>
        <p:nvSpPr>
          <p:cNvPr id="171" name="">
            <a:extLst xmlns:a="http://schemas.openxmlformats.org/drawingml/2006/main">
              <a:ext uri="{FF2B5EF4-FFF2-40B4-BE49-F238E27FC236}">
                <a16:creationId xmlns:a16="http://schemas.microsoft.com/office/drawing/2014/main" id="{C59351FB-8EEC-4D03-BB5D-538B7A042B85}"/>
              </a:ext>
            </a:extLst>
          </p:cNvPr>
          <p:cNvSpPr>
            <a:spLocks xmlns:a="http://schemas.openxmlformats.org/drawingml/2006/main" noGrp="1"/>
          </p:cNvSpPr>
          <p:nvPr/>
        </p:nvSpPr>
        <p:spPr>
          <a:xfrm xmlns:a="http://schemas.openxmlformats.org/drawingml/2006/main">
            <a:off x="1600200" y="7486650"/>
            <a:ext cx="590550" cy="0"/>
          </a:xfrm>
          <a:prstGeom xmlns:a="http://schemas.openxmlformats.org/drawingml/2006/main" prst="line">
            <a:avLst/>
          </a:prstGeom>
          <a:noFill xmlns:a="http://schemas.openxmlformats.org/drawingml/2006/main"/>
          <a:ln xmlns:a="http://schemas.openxmlformats.org/drawingml/2006/main" w="9525">
            <a:solidFill>
              <a:srgbClr val="D9DEEA"/>
            </a:solidFill>
            <a:prstDash val="solid"/>
          </a:ln>
        </p:spPr>
      </p:sp>
      <p:sp>
        <p:nvSpPr>
          <p:cNvPr id="172" name="">
            <a:extLst xmlns:a="http://schemas.openxmlformats.org/drawingml/2006/main">
              <a:ext uri="{FF2B5EF4-FFF2-40B4-BE49-F238E27FC236}">
                <a16:creationId xmlns:a16="http://schemas.microsoft.com/office/drawing/2014/main" id="{C87C4E42-949E-4D8C-A5B2-934D809881E3}"/>
              </a:ext>
            </a:extLst>
          </p:cNvPr>
          <p:cNvSpPr>
            <a:spLocks xmlns:a="http://schemas.openxmlformats.org/drawingml/2006/main" noGrp="1"/>
          </p:cNvSpPr>
          <p:nvPr/>
        </p:nvSpPr>
        <p:spPr>
          <a:xfrm xmlns:a="http://schemas.openxmlformats.org/drawingml/2006/main">
            <a:off x="514350" y="8439150"/>
            <a:ext cx="674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863" b="0" i="0">
                <a:solidFill>
                  <a:srgbClr val="5F6878"/>
                </a:solidFill>
                <a:latin typeface="Verdana"/>
                <a:ea typeface="Verdana"/>
                <a:cs typeface="Verdana"/>
              </a:defRPr>
            </a:pPr>
            <a:r>
              <a:rPr sz="863" b="0" i="0">
                <a:solidFill>
                  <a:srgbClr val="5F6878"/>
                </a:solidFill>
                <a:latin typeface="Verdana"/>
                <a:ea typeface="Verdana"/>
                <a:cs typeface="Verdana"/>
              </a:rPr>
              <a:t>Each day: mark Habit 1, Habit 2, or leave blank. Blank days are information, not failure.</a:t>
            </a:r>
          </a:p>
        </p:txBody>
      </p:sp>
    </p:spTree>
    <p:extLst>
      <p:ext uri="{BB962C8B-B14F-4D97-AF65-F5344CB8AC3E}">
        <p14:creationId xmlns:p14="http://schemas.microsoft.com/office/powerpoint/2010/main" val="1874290435"/>
      </p:ext>
    </p:extLst>
  </p:cSld>
</p:sld>
</file>

<file path=ppt/slides/slide20.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6240F55-7C77-49E9-844B-6E799AD5C380}"/>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2c8e7b9950e4812"/>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10837386-E48D-41FA-9F8C-F346D42B4334}"/>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E644ABD8-F4C2-49B4-82CC-01961C9ACA99}"/>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Next steps</a:t>
            </a:r>
          </a:p>
        </p:txBody>
      </p:sp>
      <p:sp>
        <p:nvSpPr>
          <p:cNvPr id="5" name="">
            <a:extLst xmlns:a="http://schemas.openxmlformats.org/drawingml/2006/main">
              <a:ext uri="{FF2B5EF4-FFF2-40B4-BE49-F238E27FC236}">
                <a16:creationId xmlns:a16="http://schemas.microsoft.com/office/drawing/2014/main" id="{7422BBD9-03AF-4D83-9AE2-90F036115D29}"/>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F98590F3-C436-4227-BD21-31402875D911}"/>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FA8FB352-FB1F-4D43-B482-2AE70C49D9B5}"/>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c6899872d02c433b"/>
              </a:rPr>
              <a:t>mindfuldiabetes.org</a:t>
            </a:r>
          </a:p>
        </p:txBody>
      </p:sp>
      <p:sp>
        <p:nvSpPr>
          <p:cNvPr id="8" name="">
            <a:extLst xmlns:a="http://schemas.openxmlformats.org/drawingml/2006/main">
              <a:ext uri="{FF2B5EF4-FFF2-40B4-BE49-F238E27FC236}">
                <a16:creationId xmlns:a16="http://schemas.microsoft.com/office/drawing/2014/main" id="{A3998866-A2CE-49F8-977D-BFA80A2D5C6C}"/>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20</a:t>
            </a:r>
          </a:p>
        </p:txBody>
      </p:sp>
      <p:sp>
        <p:nvSpPr>
          <p:cNvPr id="9" name="">
            <a:extLst xmlns:a="http://schemas.openxmlformats.org/drawingml/2006/main">
              <a:ext uri="{FF2B5EF4-FFF2-40B4-BE49-F238E27FC236}">
                <a16:creationId xmlns:a16="http://schemas.microsoft.com/office/drawing/2014/main" id="{8ABF62EA-6F38-45D0-8AC0-F448A0269E98}"/>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NEXT STEPS</a:t>
            </a:r>
          </a:p>
        </p:txBody>
      </p:sp>
      <p:sp>
        <p:nvSpPr>
          <p:cNvPr id="10" name="">
            <a:extLst xmlns:a="http://schemas.openxmlformats.org/drawingml/2006/main">
              <a:ext uri="{FF2B5EF4-FFF2-40B4-BE49-F238E27FC236}">
                <a16:creationId xmlns:a16="http://schemas.microsoft.com/office/drawing/2014/main" id="{60C7F012-C594-45E1-B4E1-D767B2036155}"/>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Repeat what worked</a:t>
            </a:r>
          </a:p>
        </p:txBody>
      </p:sp>
      <p:sp>
        <p:nvSpPr>
          <p:cNvPr id="11" name="">
            <a:extLst xmlns:a="http://schemas.openxmlformats.org/drawingml/2006/main">
              <a:ext uri="{FF2B5EF4-FFF2-40B4-BE49-F238E27FC236}">
                <a16:creationId xmlns:a16="http://schemas.microsoft.com/office/drawing/2014/main" id="{2C250287-60E3-47FB-A4DB-13E95FAFC8A6}"/>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Keep one or two routines. Drop what was unrealistic.</a:t>
            </a:r>
          </a:p>
        </p:txBody>
      </p:sp>
      <p:sp>
        <p:nvSpPr>
          <p:cNvPr id="12" name="">
            <a:extLst xmlns:a="http://schemas.openxmlformats.org/drawingml/2006/main">
              <a:ext uri="{FF2B5EF4-FFF2-40B4-BE49-F238E27FC236}">
                <a16:creationId xmlns:a16="http://schemas.microsoft.com/office/drawing/2014/main" id="{6D4F1958-DC78-4741-94FD-9CBF3279DFCE}"/>
              </a:ext>
            </a:extLst>
          </p:cNvPr>
          <p:cNvSpPr>
            <a:spLocks xmlns:a="http://schemas.openxmlformats.org/drawingml/2006/main" noGrp="1"/>
          </p:cNvSpPr>
          <p:nvPr/>
        </p:nvSpPr>
        <p:spPr>
          <a:xfrm xmlns:a="http://schemas.openxmlformats.org/drawingml/2006/main">
            <a:off x="514350" y="237172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B5367E-6E5F-4180-98FA-F70DCBC7B9DF}"/>
              </a:ext>
            </a:extLst>
          </p:cNvPr>
          <p:cNvSpPr>
            <a:spLocks xmlns:a="http://schemas.openxmlformats.org/drawingml/2006/main" noGrp="1"/>
          </p:cNvSpPr>
          <p:nvPr/>
        </p:nvSpPr>
        <p:spPr>
          <a:xfrm xmlns:a="http://schemas.openxmlformats.org/drawingml/2006/main">
            <a:off x="666750" y="2305050"/>
            <a:ext cx="659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0" b="0" i="0">
                <a:solidFill>
                  <a:srgbClr val="273044"/>
                </a:solidFill>
                <a:latin typeface="Verdana"/>
                <a:ea typeface="Verdana"/>
                <a:cs typeface="Verdana"/>
              </a:defRPr>
            </a:pPr>
            <a:r>
              <a:rPr sz="990" b="0" i="0">
                <a:solidFill>
                  <a:srgbClr val="273044"/>
                </a:solidFill>
                <a:latin typeface="Verdana"/>
                <a:ea typeface="Verdana"/>
                <a:cs typeface="Verdana"/>
              </a:rPr>
              <a:t>Add another step only when the current habit feels repeatable.</a:t>
            </a:r>
          </a:p>
        </p:txBody>
      </p:sp>
      <p:sp>
        <p:nvSpPr>
          <p:cNvPr id="14" name="">
            <a:extLst xmlns:a="http://schemas.openxmlformats.org/drawingml/2006/main">
              <a:ext uri="{FF2B5EF4-FFF2-40B4-BE49-F238E27FC236}">
                <a16:creationId xmlns:a16="http://schemas.microsoft.com/office/drawing/2014/main" id="{EC3F457D-7507-426F-A124-69D446C6C3E2}"/>
              </a:ext>
            </a:extLst>
          </p:cNvPr>
          <p:cNvSpPr>
            <a:spLocks xmlns:a="http://schemas.openxmlformats.org/drawingml/2006/main" noGrp="1"/>
          </p:cNvSpPr>
          <p:nvPr/>
        </p:nvSpPr>
        <p:spPr>
          <a:xfrm xmlns:a="http://schemas.openxmlformats.org/drawingml/2006/main">
            <a:off x="514350" y="27717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9A7112-510F-4000-A835-837CE5E3746B}"/>
              </a:ext>
            </a:extLst>
          </p:cNvPr>
          <p:cNvSpPr>
            <a:spLocks xmlns:a="http://schemas.openxmlformats.org/drawingml/2006/main" noGrp="1"/>
          </p:cNvSpPr>
          <p:nvPr/>
        </p:nvSpPr>
        <p:spPr>
          <a:xfrm xmlns:a="http://schemas.openxmlformats.org/drawingml/2006/main">
            <a:off x="666750" y="2705100"/>
            <a:ext cx="659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0" b="0" i="0">
                <a:solidFill>
                  <a:srgbClr val="273044"/>
                </a:solidFill>
                <a:latin typeface="Verdana"/>
                <a:ea typeface="Verdana"/>
                <a:cs typeface="Verdana"/>
              </a:defRPr>
            </a:pPr>
            <a:r>
              <a:rPr sz="990" b="0" i="0">
                <a:solidFill>
                  <a:srgbClr val="273044"/>
                </a:solidFill>
                <a:latin typeface="Verdana"/>
                <a:ea typeface="Verdana"/>
                <a:cs typeface="Verdana"/>
              </a:rPr>
              <a:t>Share useful patterns with your care team.</a:t>
            </a:r>
          </a:p>
        </p:txBody>
      </p:sp>
      <p:sp>
        <p:nvSpPr>
          <p:cNvPr id="16" name="">
            <a:extLst xmlns:a="http://schemas.openxmlformats.org/drawingml/2006/main">
              <a:ext uri="{FF2B5EF4-FFF2-40B4-BE49-F238E27FC236}">
                <a16:creationId xmlns:a16="http://schemas.microsoft.com/office/drawing/2014/main" id="{8E513911-414D-4495-9E44-0561FDD2C2AD}"/>
              </a:ext>
            </a:extLst>
          </p:cNvPr>
          <p:cNvSpPr>
            <a:spLocks xmlns:a="http://schemas.openxmlformats.org/drawingml/2006/main" noGrp="1"/>
          </p:cNvSpPr>
          <p:nvPr/>
        </p:nvSpPr>
        <p:spPr>
          <a:xfrm xmlns:a="http://schemas.openxmlformats.org/drawingml/2006/main">
            <a:off x="514350" y="317182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348A960-5F04-4C5C-BC6A-B0B386064C1C}"/>
              </a:ext>
            </a:extLst>
          </p:cNvPr>
          <p:cNvSpPr>
            <a:spLocks xmlns:a="http://schemas.openxmlformats.org/drawingml/2006/main" noGrp="1"/>
          </p:cNvSpPr>
          <p:nvPr/>
        </p:nvSpPr>
        <p:spPr>
          <a:xfrm xmlns:a="http://schemas.openxmlformats.org/drawingml/2006/main">
            <a:off x="666750" y="3105150"/>
            <a:ext cx="659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0" b="0" i="0">
                <a:solidFill>
                  <a:srgbClr val="273044"/>
                </a:solidFill>
                <a:latin typeface="Verdana"/>
                <a:ea typeface="Verdana"/>
                <a:cs typeface="Verdana"/>
              </a:defRPr>
            </a:pPr>
            <a:r>
              <a:rPr sz="990" b="0" i="0">
                <a:solidFill>
                  <a:srgbClr val="273044"/>
                </a:solidFill>
                <a:latin typeface="Verdana"/>
                <a:ea typeface="Verdana"/>
                <a:cs typeface="Verdana"/>
              </a:rPr>
              <a:t>Reuse any tracker that helped, and ignore trackers that did not help.</a:t>
            </a:r>
          </a:p>
        </p:txBody>
      </p:sp>
      <p:sp>
        <p:nvSpPr>
          <p:cNvPr id="18" name="">
            <a:extLst xmlns:a="http://schemas.openxmlformats.org/drawingml/2006/main">
              <a:ext uri="{FF2B5EF4-FFF2-40B4-BE49-F238E27FC236}">
                <a16:creationId xmlns:a16="http://schemas.microsoft.com/office/drawing/2014/main" id="{C3AF75E8-55CA-4645-B128-894EC82E7783}"/>
              </a:ext>
            </a:extLst>
          </p:cNvPr>
          <p:cNvSpPr>
            <a:spLocks xmlns:a="http://schemas.openxmlformats.org/drawingml/2006/main" noGrp="1"/>
          </p:cNvSpPr>
          <p:nvPr/>
        </p:nvSpPr>
        <p:spPr>
          <a:xfrm xmlns:a="http://schemas.openxmlformats.org/drawingml/2006/main">
            <a:off x="514350" y="3571875"/>
            <a:ext cx="66675" cy="66675"/>
          </a:xfrm>
          <a:prstGeom xmlns:a="http://schemas.openxmlformats.org/drawingml/2006/main" prst="ellipse">
            <a:avLst/>
          </a:prstGeom>
          <a:solidFill xmlns:a="http://schemas.openxmlformats.org/drawingml/2006/main">
            <a:srgbClr val="F0723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3BBE1F2-DD13-4468-9914-EE4A34546AF2}"/>
              </a:ext>
            </a:extLst>
          </p:cNvPr>
          <p:cNvSpPr>
            <a:spLocks xmlns:a="http://schemas.openxmlformats.org/drawingml/2006/main" noGrp="1"/>
          </p:cNvSpPr>
          <p:nvPr/>
        </p:nvSpPr>
        <p:spPr>
          <a:xfrm xmlns:a="http://schemas.openxmlformats.org/drawingml/2006/main">
            <a:off x="666750" y="3505200"/>
            <a:ext cx="659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990" b="0" i="0">
                <a:solidFill>
                  <a:srgbClr val="273044"/>
                </a:solidFill>
                <a:latin typeface="Verdana"/>
                <a:ea typeface="Verdana"/>
                <a:cs typeface="Verdana"/>
              </a:defRPr>
            </a:pPr>
            <a:r>
              <a:rPr sz="990" b="0" i="0">
                <a:solidFill>
                  <a:srgbClr val="273044"/>
                </a:solidFill>
                <a:latin typeface="Verdana"/>
                <a:ea typeface="Verdana"/>
                <a:cs typeface="Verdana"/>
              </a:rPr>
              <a:t>Free sharing is welcome for personal, family, clinic, school, or community education.</a:t>
            </a:r>
          </a:p>
        </p:txBody>
      </p:sp>
      <p:sp>
        <p:nvSpPr>
          <p:cNvPr id="20" name="">
            <a:extLst xmlns:a="http://schemas.openxmlformats.org/drawingml/2006/main">
              <a:ext uri="{FF2B5EF4-FFF2-40B4-BE49-F238E27FC236}">
                <a16:creationId xmlns:a16="http://schemas.microsoft.com/office/drawing/2014/main" id="{D048BDEA-B5C6-469B-B2F9-A2E8E88E37D9}"/>
              </a:ext>
            </a:extLst>
          </p:cNvPr>
          <p:cNvSpPr>
            <a:spLocks xmlns:a="http://schemas.openxmlformats.org/drawingml/2006/main" noGrp="1"/>
          </p:cNvSpPr>
          <p:nvPr/>
        </p:nvSpPr>
        <p:spPr>
          <a:xfrm xmlns:a="http://schemas.openxmlformats.org/drawingml/2006/main">
            <a:off x="514350" y="4419600"/>
            <a:ext cx="6743700" cy="2000250"/>
          </a:xfrm>
          <a:prstGeom xmlns:a="http://schemas.openxmlformats.org/drawingml/2006/main" prst="roundRect">
            <a:avLst>
              <a:gd name="adj" fmla="val 8571"/>
            </a:avLst>
          </a:prstGeom>
          <a:solidFill xmlns:a="http://schemas.openxmlformats.org/drawingml/2006/main">
            <a:srgbClr val="EDF8F1"/>
          </a:solidFill>
          <a:ln xmlns:a="http://schemas.openxmlformats.org/drawingml/2006/main" w="9525">
            <a:solidFill>
              <a:srgbClr val="D9DEEA"/>
            </a:solidFill>
            <a:prstDash val="solid"/>
          </a:ln>
        </p:spPr>
      </p:sp>
      <p:sp>
        <p:nvSpPr>
          <p:cNvPr id="21" name="">
            <a:extLst xmlns:a="http://schemas.openxmlformats.org/drawingml/2006/main">
              <a:ext uri="{FF2B5EF4-FFF2-40B4-BE49-F238E27FC236}">
                <a16:creationId xmlns:a16="http://schemas.microsoft.com/office/drawing/2014/main" id="{9DE30D6E-A6D0-40FA-8D1D-77799B538A18}"/>
              </a:ext>
            </a:extLst>
          </p:cNvPr>
          <p:cNvSpPr>
            <a:spLocks xmlns:a="http://schemas.openxmlformats.org/drawingml/2006/main" noGrp="1"/>
          </p:cNvSpPr>
          <p:nvPr/>
        </p:nvSpPr>
        <p:spPr>
          <a:xfrm xmlns:a="http://schemas.openxmlformats.org/drawingml/2006/main">
            <a:off x="742950" y="46863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275" b="1" i="0">
                <a:solidFill>
                  <a:srgbClr val="0D1338"/>
                </a:solidFill>
                <a:latin typeface="Georgia"/>
                <a:ea typeface="Georgia"/>
                <a:cs typeface="Georgia"/>
              </a:defRPr>
            </a:pPr>
            <a:r>
              <a:rPr sz="1275" b="1" i="0">
                <a:solidFill>
                  <a:srgbClr val="0D1338"/>
                </a:solidFill>
                <a:latin typeface="Georgia"/>
                <a:ea typeface="Georgia"/>
                <a:cs typeface="Georgia"/>
              </a:rPr>
              <a:t>Helpful resources</a:t>
            </a:r>
          </a:p>
        </p:txBody>
      </p:sp>
      <p:sp>
        <p:nvSpPr>
          <p:cNvPr id="22" name="">
            <a:extLst xmlns:a="http://schemas.openxmlformats.org/drawingml/2006/main">
              <a:ext uri="{FF2B5EF4-FFF2-40B4-BE49-F238E27FC236}">
                <a16:creationId xmlns:a16="http://schemas.microsoft.com/office/drawing/2014/main" id="{CE413685-4EF7-4622-A969-A78F80A7250B}"/>
              </a:ext>
            </a:extLst>
          </p:cNvPr>
          <p:cNvSpPr>
            <a:spLocks xmlns:a="http://schemas.openxmlformats.org/drawingml/2006/main" noGrp="1"/>
          </p:cNvSpPr>
          <p:nvPr/>
        </p:nvSpPr>
        <p:spPr>
          <a:xfrm xmlns:a="http://schemas.openxmlformats.org/drawingml/2006/main">
            <a:off x="781050" y="5162550"/>
            <a:ext cx="1428750" cy="361950"/>
          </a:xfrm>
          <a:prstGeom xmlns:a="http://schemas.openxmlformats.org/drawingml/2006/main" prst="roundRect">
            <a:avLst>
              <a:gd name="adj" fmla="val 50000"/>
            </a:avLst>
          </a:prstGeom>
          <a:solidFill xmlns:a="http://schemas.openxmlformats.org/drawingml/2006/main">
            <a:srgbClr val="EDF8F1"/>
          </a:solidFill>
          <a:ln xmlns:a="http://schemas.openxmlformats.org/drawingml/2006/main" w="10478">
            <a:solidFill>
              <a:srgbClr val="005030"/>
            </a:solidFill>
            <a:prstDash val="solid"/>
          </a:ln>
        </p:spPr>
      </p:sp>
      <p:sp>
        <p:nvSpPr>
          <p:cNvPr id="23" name="">
            <a:extLst xmlns:a="http://schemas.openxmlformats.org/drawingml/2006/main">
              <a:ext uri="{FF2B5EF4-FFF2-40B4-BE49-F238E27FC236}">
                <a16:creationId xmlns:a16="http://schemas.microsoft.com/office/drawing/2014/main" id="{6FEEA48D-3720-4A9D-AD27-44331232452E}"/>
              </a:ext>
            </a:extLst>
          </p:cNvPr>
          <p:cNvSpPr>
            <a:spLocks xmlns:a="http://schemas.openxmlformats.org/drawingml/2006/main" noGrp="1"/>
          </p:cNvSpPr>
          <p:nvPr/>
        </p:nvSpPr>
        <p:spPr>
          <a:xfrm xmlns:a="http://schemas.openxmlformats.org/drawingml/2006/main">
            <a:off x="781050" y="52482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00" b="1" i="0">
                <a:solidFill>
                  <a:srgbClr val="005030"/>
                </a:solidFill>
                <a:latin typeface="Verdana"/>
                <a:ea typeface="Verdana"/>
                <a:cs typeface="Verdana"/>
              </a:defRPr>
            </a:pPr>
            <a:r>
              <a:rPr sz="900" b="1" i="0">
                <a:solidFill>
                  <a:srgbClr val="005030"/>
                </a:solidFill>
                <a:latin typeface="Verdana"/>
                <a:ea typeface="Verdana"/>
                <a:cs typeface="Verdana"/>
                <a:hlinkClick xmlns:r="http://schemas.openxmlformats.org/officeDocument/2006/relationships" r:id="Rbc82d18c03174257"/>
              </a:rPr>
              <a:t>Explore the Guide</a:t>
            </a:r>
          </a:p>
        </p:txBody>
      </p:sp>
      <p:sp>
        <p:nvSpPr>
          <p:cNvPr id="24" name="">
            <a:extLst xmlns:a="http://schemas.openxmlformats.org/drawingml/2006/main">
              <a:ext uri="{FF2B5EF4-FFF2-40B4-BE49-F238E27FC236}">
                <a16:creationId xmlns:a16="http://schemas.microsoft.com/office/drawing/2014/main" id="{C052991D-00A0-4F1C-BAD2-CD2E093989EB}"/>
              </a:ext>
            </a:extLst>
          </p:cNvPr>
          <p:cNvSpPr>
            <a:spLocks xmlns:a="http://schemas.openxmlformats.org/drawingml/2006/main" noGrp="1"/>
          </p:cNvSpPr>
          <p:nvPr/>
        </p:nvSpPr>
        <p:spPr>
          <a:xfrm xmlns:a="http://schemas.openxmlformats.org/drawingml/2006/main">
            <a:off x="2362200" y="5162550"/>
            <a:ext cx="1428750" cy="361950"/>
          </a:xfrm>
          <a:prstGeom xmlns:a="http://schemas.openxmlformats.org/drawingml/2006/main" prst="roundRect">
            <a:avLst>
              <a:gd name="adj" fmla="val 50000"/>
            </a:avLst>
          </a:prstGeom>
          <a:solidFill xmlns:a="http://schemas.openxmlformats.org/drawingml/2006/main">
            <a:srgbClr val="EDF8F1"/>
          </a:solidFill>
          <a:ln xmlns:a="http://schemas.openxmlformats.org/drawingml/2006/main" w="10478">
            <a:solidFill>
              <a:srgbClr val="005030"/>
            </a:solidFill>
            <a:prstDash val="solid"/>
          </a:ln>
        </p:spPr>
      </p:sp>
      <p:sp>
        <p:nvSpPr>
          <p:cNvPr id="25" name="">
            <a:extLst xmlns:a="http://schemas.openxmlformats.org/drawingml/2006/main">
              <a:ext uri="{FF2B5EF4-FFF2-40B4-BE49-F238E27FC236}">
                <a16:creationId xmlns:a16="http://schemas.microsoft.com/office/drawing/2014/main" id="{FBCD21E2-6130-4DF9-948B-7170AF7AECCC}"/>
              </a:ext>
            </a:extLst>
          </p:cNvPr>
          <p:cNvSpPr>
            <a:spLocks xmlns:a="http://schemas.openxmlformats.org/drawingml/2006/main" noGrp="1"/>
          </p:cNvSpPr>
          <p:nvPr/>
        </p:nvSpPr>
        <p:spPr>
          <a:xfrm xmlns:a="http://schemas.openxmlformats.org/drawingml/2006/main">
            <a:off x="2362200" y="52482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00" b="1" i="0">
                <a:solidFill>
                  <a:srgbClr val="005030"/>
                </a:solidFill>
                <a:latin typeface="Verdana"/>
                <a:ea typeface="Verdana"/>
                <a:cs typeface="Verdana"/>
              </a:defRPr>
            </a:pPr>
            <a:r>
              <a:rPr sz="900" b="1" i="0">
                <a:solidFill>
                  <a:srgbClr val="005030"/>
                </a:solidFill>
                <a:latin typeface="Verdana"/>
                <a:ea typeface="Verdana"/>
                <a:cs typeface="Verdana"/>
                <a:hlinkClick xmlns:r="http://schemas.openxmlformats.org/officeDocument/2006/relationships" r:id="R7c4b16ed477c4701"/>
              </a:rPr>
              <a:t>Visit Health Tools</a:t>
            </a:r>
          </a:p>
        </p:txBody>
      </p:sp>
      <p:sp>
        <p:nvSpPr>
          <p:cNvPr id="26" name="">
            <a:extLst xmlns:a="http://schemas.openxmlformats.org/drawingml/2006/main">
              <a:ext uri="{FF2B5EF4-FFF2-40B4-BE49-F238E27FC236}">
                <a16:creationId xmlns:a16="http://schemas.microsoft.com/office/drawing/2014/main" id="{95464175-43A9-4B28-97D8-430713450702}"/>
              </a:ext>
            </a:extLst>
          </p:cNvPr>
          <p:cNvSpPr>
            <a:spLocks xmlns:a="http://schemas.openxmlformats.org/drawingml/2006/main" noGrp="1"/>
          </p:cNvSpPr>
          <p:nvPr/>
        </p:nvSpPr>
        <p:spPr>
          <a:xfrm xmlns:a="http://schemas.openxmlformats.org/drawingml/2006/main">
            <a:off x="3943350" y="5162550"/>
            <a:ext cx="1143000" cy="361950"/>
          </a:xfrm>
          <a:prstGeom xmlns:a="http://schemas.openxmlformats.org/drawingml/2006/main" prst="roundRect">
            <a:avLst>
              <a:gd name="adj" fmla="val 50000"/>
            </a:avLst>
          </a:prstGeom>
          <a:solidFill xmlns:a="http://schemas.openxmlformats.org/drawingml/2006/main">
            <a:srgbClr val="EDF8F1"/>
          </a:solidFill>
          <a:ln xmlns:a="http://schemas.openxmlformats.org/drawingml/2006/main" w="10478">
            <a:solidFill>
              <a:srgbClr val="005030"/>
            </a:solidFill>
            <a:prstDash val="solid"/>
          </a:ln>
        </p:spPr>
      </p:sp>
      <p:sp>
        <p:nvSpPr>
          <p:cNvPr id="27" name="">
            <a:extLst xmlns:a="http://schemas.openxmlformats.org/drawingml/2006/main">
              <a:ext uri="{FF2B5EF4-FFF2-40B4-BE49-F238E27FC236}">
                <a16:creationId xmlns:a16="http://schemas.microsoft.com/office/drawing/2014/main" id="{2457033A-4464-4FBD-ACFB-4177BC81E095}"/>
              </a:ext>
            </a:extLst>
          </p:cNvPr>
          <p:cNvSpPr>
            <a:spLocks xmlns:a="http://schemas.openxmlformats.org/drawingml/2006/main" noGrp="1"/>
          </p:cNvSpPr>
          <p:nvPr/>
        </p:nvSpPr>
        <p:spPr>
          <a:xfrm xmlns:a="http://schemas.openxmlformats.org/drawingml/2006/main">
            <a:off x="3943350" y="5248275"/>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00" b="1" i="0">
                <a:solidFill>
                  <a:srgbClr val="005030"/>
                </a:solidFill>
                <a:latin typeface="Verdana"/>
                <a:ea typeface="Verdana"/>
                <a:cs typeface="Verdana"/>
              </a:defRPr>
            </a:pPr>
            <a:r>
              <a:rPr sz="900" b="1" i="0">
                <a:solidFill>
                  <a:srgbClr val="005030"/>
                </a:solidFill>
                <a:latin typeface="Verdana"/>
                <a:ea typeface="Verdana"/>
                <a:cs typeface="Verdana"/>
                <a:hlinkClick xmlns:r="http://schemas.openxmlformats.org/officeDocument/2006/relationships" r:id="R89c048f8d4134070"/>
              </a:rPr>
              <a:t>Try JEIR</a:t>
            </a:r>
          </a:p>
        </p:txBody>
      </p:sp>
      <p:sp>
        <p:nvSpPr>
          <p:cNvPr id="28" name="">
            <a:extLst xmlns:a="http://schemas.openxmlformats.org/drawingml/2006/main">
              <a:ext uri="{FF2B5EF4-FFF2-40B4-BE49-F238E27FC236}">
                <a16:creationId xmlns:a16="http://schemas.microsoft.com/office/drawing/2014/main" id="{B4B62CE1-DF3E-48D5-91B7-070071CFDABD}"/>
              </a:ext>
            </a:extLst>
          </p:cNvPr>
          <p:cNvSpPr>
            <a:spLocks xmlns:a="http://schemas.openxmlformats.org/drawingml/2006/main" noGrp="1"/>
          </p:cNvSpPr>
          <p:nvPr/>
        </p:nvSpPr>
        <p:spPr>
          <a:xfrm xmlns:a="http://schemas.openxmlformats.org/drawingml/2006/main">
            <a:off x="5257800" y="5162550"/>
            <a:ext cx="1714500" cy="361950"/>
          </a:xfrm>
          <a:prstGeom xmlns:a="http://schemas.openxmlformats.org/drawingml/2006/main" prst="roundRect">
            <a:avLst>
              <a:gd name="adj" fmla="val 50000"/>
            </a:avLst>
          </a:prstGeom>
          <a:solidFill xmlns:a="http://schemas.openxmlformats.org/drawingml/2006/main">
            <a:srgbClr val="EDF8F1"/>
          </a:solidFill>
          <a:ln xmlns:a="http://schemas.openxmlformats.org/drawingml/2006/main" w="10478">
            <a:solidFill>
              <a:srgbClr val="005030"/>
            </a:solidFill>
            <a:prstDash val="solid"/>
          </a:ln>
        </p:spPr>
      </p:sp>
      <p:sp>
        <p:nvSpPr>
          <p:cNvPr id="29" name="">
            <a:extLst xmlns:a="http://schemas.openxmlformats.org/drawingml/2006/main">
              <a:ext uri="{FF2B5EF4-FFF2-40B4-BE49-F238E27FC236}">
                <a16:creationId xmlns:a16="http://schemas.microsoft.com/office/drawing/2014/main" id="{03BC9B36-7DE6-49E1-8351-2EC3B252D5A3}"/>
              </a:ext>
            </a:extLst>
          </p:cNvPr>
          <p:cNvSpPr>
            <a:spLocks xmlns:a="http://schemas.openxmlformats.org/drawingml/2006/main" noGrp="1"/>
          </p:cNvSpPr>
          <p:nvPr/>
        </p:nvSpPr>
        <p:spPr>
          <a:xfrm xmlns:a="http://schemas.openxmlformats.org/drawingml/2006/main">
            <a:off x="5257800" y="5248275"/>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900" b="1" i="0">
                <a:solidFill>
                  <a:srgbClr val="005030"/>
                </a:solidFill>
                <a:latin typeface="Verdana"/>
                <a:ea typeface="Verdana"/>
                <a:cs typeface="Verdana"/>
              </a:defRPr>
            </a:pPr>
            <a:r>
              <a:rPr sz="900" b="1" i="0">
                <a:solidFill>
                  <a:srgbClr val="005030"/>
                </a:solidFill>
                <a:latin typeface="Verdana"/>
                <a:ea typeface="Verdana"/>
                <a:cs typeface="Verdana"/>
                <a:hlinkClick xmlns:r="http://schemas.openxmlformats.org/officeDocument/2006/relationships" r:id="R87e03e3cccc740bd"/>
              </a:rPr>
              <a:t>Support Free Education</a:t>
            </a:r>
          </a:p>
        </p:txBody>
      </p:sp>
      <p:sp>
        <p:nvSpPr>
          <p:cNvPr id="30" name="">
            <a:extLst xmlns:a="http://schemas.openxmlformats.org/drawingml/2006/main">
              <a:ext uri="{FF2B5EF4-FFF2-40B4-BE49-F238E27FC236}">
                <a16:creationId xmlns:a16="http://schemas.microsoft.com/office/drawing/2014/main" id="{406EF406-CC29-4FBC-BAD4-9A6D538B63CC}"/>
              </a:ext>
            </a:extLst>
          </p:cNvPr>
          <p:cNvSpPr>
            <a:spLocks xmlns:a="http://schemas.openxmlformats.org/drawingml/2006/main" noGrp="1"/>
          </p:cNvSpPr>
          <p:nvPr/>
        </p:nvSpPr>
        <p:spPr>
          <a:xfrm xmlns:a="http://schemas.openxmlformats.org/drawingml/2006/main">
            <a:off x="781050" y="5848350"/>
            <a:ext cx="6210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63" b="0" i="0">
                <a:solidFill>
                  <a:srgbClr val="273044"/>
                </a:solidFill>
                <a:latin typeface="Verdana"/>
                <a:ea typeface="Verdana"/>
                <a:cs typeface="Verdana"/>
              </a:defRPr>
            </a:pPr>
            <a:r>
              <a:rPr sz="863" b="0" i="0">
                <a:solidFill>
                  <a:srgbClr val="273044"/>
                </a:solidFill>
                <a:latin typeface="Verdana"/>
                <a:ea typeface="Verdana"/>
                <a:cs typeface="Verdana"/>
              </a:rPr>
              <a:t>Mindful Diabetes Inc. is a 501(c)(3) nonprofit creating free education for patients, families, and communities.</a:t>
            </a:r>
          </a:p>
        </p:txBody>
      </p:sp>
      <p:sp>
        <p:nvSpPr>
          <p:cNvPr id="31" name="">
            <a:extLst xmlns:a="http://schemas.openxmlformats.org/drawingml/2006/main">
              <a:ext uri="{FF2B5EF4-FFF2-40B4-BE49-F238E27FC236}">
                <a16:creationId xmlns:a16="http://schemas.microsoft.com/office/drawing/2014/main" id="{4364285A-C530-47AD-9576-3E3919A44248}"/>
              </a:ext>
            </a:extLst>
          </p:cNvPr>
          <p:cNvSpPr>
            <a:spLocks xmlns:a="http://schemas.openxmlformats.org/drawingml/2006/main" noGrp="1"/>
          </p:cNvSpPr>
          <p:nvPr/>
        </p:nvSpPr>
        <p:spPr>
          <a:xfrm xmlns:a="http://schemas.openxmlformats.org/drawingml/2006/main">
            <a:off x="514350" y="6858000"/>
            <a:ext cx="6743700" cy="857250"/>
          </a:xfrm>
          <a:prstGeom xmlns:a="http://schemas.openxmlformats.org/drawingml/2006/main" prst="roundRect">
            <a:avLst>
              <a:gd name="adj" fmla="val 13333"/>
            </a:avLst>
          </a:prstGeom>
          <a:solidFill xmlns:a="http://schemas.openxmlformats.org/drawingml/2006/main">
            <a:srgbClr val="FFF0E7"/>
          </a:solidFill>
          <a:ln xmlns:a="http://schemas.openxmlformats.org/drawingml/2006/main" w="9525">
            <a:solidFill>
              <a:srgbClr val="D9DEEA"/>
            </a:solidFill>
            <a:prstDash val="solid"/>
          </a:ln>
        </p:spPr>
      </p:sp>
      <p:sp>
        <p:nvSpPr>
          <p:cNvPr id="32" name="">
            <a:extLst xmlns:a="http://schemas.openxmlformats.org/drawingml/2006/main">
              <a:ext uri="{FF2B5EF4-FFF2-40B4-BE49-F238E27FC236}">
                <a16:creationId xmlns:a16="http://schemas.microsoft.com/office/drawing/2014/main" id="{C271CBD9-69E8-4C90-96A8-CB302A4E577D}"/>
              </a:ext>
            </a:extLst>
          </p:cNvPr>
          <p:cNvSpPr>
            <a:spLocks xmlns:a="http://schemas.openxmlformats.org/drawingml/2006/main" noGrp="1"/>
          </p:cNvSpPr>
          <p:nvPr/>
        </p:nvSpPr>
        <p:spPr>
          <a:xfrm xmlns:a="http://schemas.openxmlformats.org/drawingml/2006/main">
            <a:off x="514350" y="6858000"/>
            <a:ext cx="57150" cy="85725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302D93B-2430-4737-892A-B3D05B1EFEFF}"/>
              </a:ext>
            </a:extLst>
          </p:cNvPr>
          <p:cNvSpPr>
            <a:spLocks xmlns:a="http://schemas.openxmlformats.org/drawingml/2006/main" noGrp="1"/>
          </p:cNvSpPr>
          <p:nvPr/>
        </p:nvSpPr>
        <p:spPr>
          <a:xfrm xmlns:a="http://schemas.openxmlformats.org/drawingml/2006/main">
            <a:off x="685800" y="69913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Medical disclaimer</a:t>
            </a:r>
          </a:p>
        </p:txBody>
      </p:sp>
      <p:sp>
        <p:nvSpPr>
          <p:cNvPr id="34" name="">
            <a:extLst xmlns:a="http://schemas.openxmlformats.org/drawingml/2006/main">
              <a:ext uri="{FF2B5EF4-FFF2-40B4-BE49-F238E27FC236}">
                <a16:creationId xmlns:a16="http://schemas.microsoft.com/office/drawing/2014/main" id="{761CA212-2A1A-49E9-AB0B-88CFEACA8269}"/>
              </a:ext>
            </a:extLst>
          </p:cNvPr>
          <p:cNvSpPr>
            <a:spLocks xmlns:a="http://schemas.openxmlformats.org/drawingml/2006/main" noGrp="1"/>
          </p:cNvSpPr>
          <p:nvPr/>
        </p:nvSpPr>
        <p:spPr>
          <a:xfrm xmlns:a="http://schemas.openxmlformats.org/drawingml/2006/main">
            <a:off x="685800" y="7258050"/>
            <a:ext cx="641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This guide is general education, not personal medical advice. Individual needs vary. Do not change medication, insulin, or glucose targets based on this guide.</a:t>
            </a:r>
          </a:p>
        </p:txBody>
      </p:sp>
    </p:spTree>
    <p:extLst>
      <p:ext uri="{BB962C8B-B14F-4D97-AF65-F5344CB8AC3E}">
        <p14:creationId xmlns:p14="http://schemas.microsoft.com/office/powerpoint/2010/main" val="1946754642"/>
      </p:ext>
    </p:extLst>
  </p:cSld>
</p:sld>
</file>

<file path=ppt/slides/slide21.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CB48AAB-16E5-46F6-B494-9C65B5E762D3}"/>
              </a:ext>
            </a:extLst>
          </p:cNvPr>
          <p:cNvSpPr>
            <a:spLocks xmlns:a="http://schemas.openxmlformats.org/drawingml/2006/main" noGrp="1"/>
          </p:cNvSpPr>
          <p:nvPr/>
        </p:nvSpPr>
        <p:spPr>
          <a:xfrm xmlns:a="http://schemas.openxmlformats.org/drawingml/2006/main">
            <a:off x="514350" y="7810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1e8d0847eff40d3"/>
          <a:srcRect xmlns:a="http://schemas.openxmlformats.org/drawingml/2006/main" l="0" t="2789" r="0" b="2789"/>
          <a:stretch xmlns:a="http://schemas.openxmlformats.org/drawingml/2006/main">
            <a:fillRect l="0" t="0" r="0" b="0"/>
          </a:stretch>
        </p:blipFill>
        <p:spPr>
          <a:xfrm xmlns:a="http://schemas.openxmlformats.org/drawingml/2006/main">
            <a:off x="514350" y="314325"/>
            <a:ext cx="323850" cy="323850"/>
          </a:xfrm>
          <a:prstGeom xmlns:a="http://schemas.openxmlformats.org/drawingml/2006/main" prst="roundRect">
            <a:avLst>
              <a:gd name="adj" fmla="val 20588"/>
            </a:avLst>
          </a:prstGeom>
        </p:spPr>
      </p:pic>
      <p:sp>
        <p:nvSpPr>
          <p:cNvPr id="3" name="">
            <a:extLst xmlns:a="http://schemas.openxmlformats.org/drawingml/2006/main">
              <a:ext uri="{FF2B5EF4-FFF2-40B4-BE49-F238E27FC236}">
                <a16:creationId xmlns:a16="http://schemas.microsoft.com/office/drawing/2014/main" id="{9A66E927-AA6C-487C-A1DF-936957C3661F}"/>
              </a:ext>
            </a:extLst>
          </p:cNvPr>
          <p:cNvSpPr>
            <a:spLocks xmlns:a="http://schemas.openxmlformats.org/drawingml/2006/main" noGrp="1"/>
          </p:cNvSpPr>
          <p:nvPr/>
        </p:nvSpPr>
        <p:spPr>
          <a:xfrm xmlns:a="http://schemas.openxmlformats.org/drawingml/2006/main">
            <a:off x="933450" y="285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975" b="1" i="0">
                <a:solidFill>
                  <a:srgbClr val="0D1338"/>
                </a:solidFill>
                <a:latin typeface="Georgia"/>
                <a:ea typeface="Georgia"/>
                <a:cs typeface="Georgia"/>
              </a:defRPr>
            </a:pPr>
            <a:r>
              <a:rPr sz="975" b="1" i="0">
                <a:solidFill>
                  <a:srgbClr val="0D1338"/>
                </a:solidFill>
                <a:latin typeface="Georgia"/>
                <a:ea typeface="Georgia"/>
                <a:cs typeface="Georgia"/>
              </a:rPr>
              <a:t>The 7-Day Prevention Reset</a:t>
            </a:r>
          </a:p>
        </p:txBody>
      </p:sp>
      <p:sp>
        <p:nvSpPr>
          <p:cNvPr id="4" name="">
            <a:extLst xmlns:a="http://schemas.openxmlformats.org/drawingml/2006/main">
              <a:ext uri="{FF2B5EF4-FFF2-40B4-BE49-F238E27FC236}">
                <a16:creationId xmlns:a16="http://schemas.microsoft.com/office/drawing/2014/main" id="{434A8DA2-FA71-4EB4-ADB8-A82D320B21F7}"/>
              </a:ext>
            </a:extLst>
          </p:cNvPr>
          <p:cNvSpPr>
            <a:spLocks xmlns:a="http://schemas.openxmlformats.org/drawingml/2006/main" noGrp="1"/>
          </p:cNvSpPr>
          <p:nvPr/>
        </p:nvSpPr>
        <p:spPr>
          <a:xfrm xmlns:a="http://schemas.openxmlformats.org/drawingml/2006/main">
            <a:off x="933450" y="485775"/>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713" b="0" i="0">
                <a:solidFill>
                  <a:srgbClr val="5F6878"/>
                </a:solidFill>
                <a:latin typeface="Verdana"/>
                <a:ea typeface="Verdana"/>
                <a:cs typeface="Verdana"/>
              </a:defRPr>
            </a:pPr>
            <a:r>
              <a:rPr sz="713" b="0" i="0">
                <a:solidFill>
                  <a:srgbClr val="5F6878"/>
                </a:solidFill>
                <a:latin typeface="Verdana"/>
                <a:ea typeface="Verdana"/>
                <a:cs typeface="Verdana"/>
              </a:rPr>
              <a:t>References and safety</a:t>
            </a:r>
          </a:p>
        </p:txBody>
      </p:sp>
      <p:sp>
        <p:nvSpPr>
          <p:cNvPr id="5" name="">
            <a:extLst xmlns:a="http://schemas.openxmlformats.org/drawingml/2006/main">
              <a:ext uri="{FF2B5EF4-FFF2-40B4-BE49-F238E27FC236}">
                <a16:creationId xmlns:a16="http://schemas.microsoft.com/office/drawing/2014/main" id="{FF85E9C7-B18D-444D-B7B5-55163713663C}"/>
              </a:ext>
            </a:extLst>
          </p:cNvPr>
          <p:cNvSpPr>
            <a:spLocks xmlns:a="http://schemas.openxmlformats.org/drawingml/2006/main" noGrp="1"/>
          </p:cNvSpPr>
          <p:nvPr/>
        </p:nvSpPr>
        <p:spPr>
          <a:xfrm xmlns:a="http://schemas.openxmlformats.org/drawingml/2006/main">
            <a:off x="514350" y="9505950"/>
            <a:ext cx="6743700" cy="0"/>
          </a:xfrm>
          <a:prstGeom xmlns:a="http://schemas.openxmlformats.org/drawingml/2006/main" prst="line">
            <a:avLst/>
          </a:prstGeom>
          <a:noFill xmlns:a="http://schemas.openxmlformats.org/drawingml/2006/main"/>
          <a:ln xmlns:a="http://schemas.openxmlformats.org/drawingml/2006/main" w="9525">
            <a:solidFill>
              <a:srgbClr val="ECEFF6"/>
            </a:solidFill>
            <a:prstDash val="solid"/>
          </a:ln>
        </p:spPr>
      </p:sp>
      <p:sp>
        <p:nvSpPr>
          <p:cNvPr id="6" name="">
            <a:extLst xmlns:a="http://schemas.openxmlformats.org/drawingml/2006/main">
              <a:ext uri="{FF2B5EF4-FFF2-40B4-BE49-F238E27FC236}">
                <a16:creationId xmlns:a16="http://schemas.microsoft.com/office/drawing/2014/main" id="{37B780B3-81AF-4E12-94FD-FC250A28DB83}"/>
              </a:ext>
            </a:extLst>
          </p:cNvPr>
          <p:cNvSpPr>
            <a:spLocks xmlns:a="http://schemas.openxmlformats.org/drawingml/2006/main" noGrp="1"/>
          </p:cNvSpPr>
          <p:nvPr/>
        </p:nvSpPr>
        <p:spPr>
          <a:xfrm xmlns:a="http://schemas.openxmlformats.org/drawingml/2006/main">
            <a:off x="514350" y="96202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675" b="0" i="0">
                <a:solidFill>
                  <a:srgbClr val="5F6878"/>
                </a:solidFill>
                <a:latin typeface="Verdana"/>
                <a:ea typeface="Verdana"/>
                <a:cs typeface="Verdana"/>
              </a:defRPr>
            </a:pPr>
            <a:r>
              <a:rPr sz="675" b="0" i="0">
                <a:solidFill>
                  <a:srgbClr val="5F6878"/>
                </a:solidFill>
                <a:latin typeface="Verdana"/>
                <a:ea typeface="Verdana"/>
                <a:cs typeface="Verdana"/>
              </a:rPr>
              <a:t>Mindful Diabetes Inc.</a:t>
            </a:r>
          </a:p>
        </p:txBody>
      </p:sp>
      <p:sp>
        <p:nvSpPr>
          <p:cNvPr id="7" name="">
            <a:extLst xmlns:a="http://schemas.openxmlformats.org/drawingml/2006/main">
              <a:ext uri="{FF2B5EF4-FFF2-40B4-BE49-F238E27FC236}">
                <a16:creationId xmlns:a16="http://schemas.microsoft.com/office/drawing/2014/main" id="{901BDB08-B536-4304-9309-B169F69EB2E5}"/>
              </a:ext>
            </a:extLst>
          </p:cNvPr>
          <p:cNvSpPr>
            <a:spLocks xmlns:a="http://schemas.openxmlformats.org/drawingml/2006/main" noGrp="1"/>
          </p:cNvSpPr>
          <p:nvPr/>
        </p:nvSpPr>
        <p:spPr>
          <a:xfrm xmlns:a="http://schemas.openxmlformats.org/drawingml/2006/main">
            <a:off x="3181350" y="9620250"/>
            <a:ext cx="1409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lnSpc>
                <a:spcPct val="112000"/>
              </a:lnSpc>
              <a:buNone/>
              <a:defRPr sz="675" b="0" i="0">
                <a:solidFill>
                  <a:srgbClr val="005030"/>
                </a:solidFill>
                <a:latin typeface="Verdana"/>
                <a:ea typeface="Verdana"/>
                <a:cs typeface="Verdana"/>
              </a:defRPr>
            </a:pPr>
            <a:r>
              <a:rPr sz="675" b="0" i="0">
                <a:solidFill>
                  <a:srgbClr val="005030"/>
                </a:solidFill>
                <a:latin typeface="Verdana"/>
                <a:ea typeface="Verdana"/>
                <a:cs typeface="Verdana"/>
                <a:hlinkClick xmlns:r="http://schemas.openxmlformats.org/officeDocument/2006/relationships" r:id="Ref862eeb2acf440e"/>
              </a:rPr>
              <a:t>mindfuldiabetes.org</a:t>
            </a:r>
          </a:p>
        </p:txBody>
      </p:sp>
      <p:sp>
        <p:nvSpPr>
          <p:cNvPr id="8" name="">
            <a:extLst xmlns:a="http://schemas.openxmlformats.org/drawingml/2006/main">
              <a:ext uri="{FF2B5EF4-FFF2-40B4-BE49-F238E27FC236}">
                <a16:creationId xmlns:a16="http://schemas.microsoft.com/office/drawing/2014/main" id="{5C5CB01B-7D5D-415C-970D-C88060C044CF}"/>
              </a:ext>
            </a:extLst>
          </p:cNvPr>
          <p:cNvSpPr>
            <a:spLocks xmlns:a="http://schemas.openxmlformats.org/drawingml/2006/main" noGrp="1"/>
          </p:cNvSpPr>
          <p:nvPr/>
        </p:nvSpPr>
        <p:spPr>
          <a:xfrm xmlns:a="http://schemas.openxmlformats.org/drawingml/2006/main">
            <a:off x="6915150" y="96202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lnSpc>
                <a:spcPct val="112000"/>
              </a:lnSpc>
              <a:buNone/>
              <a:defRPr sz="675" b="1" i="0">
                <a:solidFill>
                  <a:srgbClr val="F07239"/>
                </a:solidFill>
                <a:latin typeface="Verdana"/>
                <a:ea typeface="Verdana"/>
                <a:cs typeface="Verdana"/>
              </a:defRPr>
            </a:pPr>
            <a:r>
              <a:rPr sz="675" b="1" i="0">
                <a:solidFill>
                  <a:srgbClr val="F07239"/>
                </a:solidFill>
                <a:latin typeface="Verdana"/>
                <a:ea typeface="Verdana"/>
                <a:cs typeface="Verdana"/>
              </a:rPr>
              <a:t>21</a:t>
            </a:r>
          </a:p>
        </p:txBody>
      </p:sp>
      <p:sp>
        <p:nvSpPr>
          <p:cNvPr id="9" name="">
            <a:extLst xmlns:a="http://schemas.openxmlformats.org/drawingml/2006/main">
              <a:ext uri="{FF2B5EF4-FFF2-40B4-BE49-F238E27FC236}">
                <a16:creationId xmlns:a16="http://schemas.microsoft.com/office/drawing/2014/main" id="{9A07EB9A-E5EA-4C0A-8FAF-36D563FC7A4B}"/>
              </a:ext>
            </a:extLst>
          </p:cNvPr>
          <p:cNvSpPr>
            <a:spLocks xmlns:a="http://schemas.openxmlformats.org/drawingml/2006/main" noGrp="1"/>
          </p:cNvSpPr>
          <p:nvPr/>
        </p:nvSpPr>
        <p:spPr>
          <a:xfrm xmlns:a="http://schemas.openxmlformats.org/drawingml/2006/main">
            <a:off x="514350" y="9334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825" b="1" i="0">
                <a:solidFill>
                  <a:srgbClr val="F07239"/>
                </a:solidFill>
                <a:latin typeface="Verdana"/>
                <a:ea typeface="Verdana"/>
                <a:cs typeface="Verdana"/>
              </a:defRPr>
            </a:pPr>
            <a:r>
              <a:rPr sz="825" b="1" i="0">
                <a:solidFill>
                  <a:srgbClr val="F07239"/>
                </a:solidFill>
                <a:latin typeface="Verdana"/>
                <a:ea typeface="Verdana"/>
                <a:cs typeface="Verdana"/>
              </a:rPr>
              <a:t>REFERENCES</a:t>
            </a:r>
          </a:p>
        </p:txBody>
      </p:sp>
      <p:sp>
        <p:nvSpPr>
          <p:cNvPr id="10" name="">
            <a:extLst xmlns:a="http://schemas.openxmlformats.org/drawingml/2006/main">
              <a:ext uri="{FF2B5EF4-FFF2-40B4-BE49-F238E27FC236}">
                <a16:creationId xmlns:a16="http://schemas.microsoft.com/office/drawing/2014/main" id="{B101EBA3-1FE8-4FCF-94B2-40B7A8198966}"/>
              </a:ext>
            </a:extLst>
          </p:cNvPr>
          <p:cNvSpPr>
            <a:spLocks xmlns:a="http://schemas.openxmlformats.org/drawingml/2006/main" noGrp="1"/>
          </p:cNvSpPr>
          <p:nvPr/>
        </p:nvSpPr>
        <p:spPr>
          <a:xfrm xmlns:a="http://schemas.openxmlformats.org/drawingml/2006/main">
            <a:off x="514350" y="1152525"/>
            <a:ext cx="674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96000"/>
              </a:lnSpc>
              <a:buNone/>
              <a:defRPr sz="2550" b="1" i="0">
                <a:solidFill>
                  <a:srgbClr val="0D1338"/>
                </a:solidFill>
                <a:latin typeface="Georgia"/>
                <a:ea typeface="Georgia"/>
                <a:cs typeface="Georgia"/>
              </a:defRPr>
            </a:pPr>
            <a:r>
              <a:rPr sz="2550" b="1" i="0">
                <a:solidFill>
                  <a:srgbClr val="0D1338"/>
                </a:solidFill>
                <a:latin typeface="Georgia"/>
                <a:ea typeface="Georgia"/>
                <a:cs typeface="Georgia"/>
              </a:rPr>
              <a:t>References and safety</a:t>
            </a:r>
          </a:p>
        </p:txBody>
      </p:sp>
      <p:sp>
        <p:nvSpPr>
          <p:cNvPr id="11" name="">
            <a:extLst xmlns:a="http://schemas.openxmlformats.org/drawingml/2006/main">
              <a:ext uri="{FF2B5EF4-FFF2-40B4-BE49-F238E27FC236}">
                <a16:creationId xmlns:a16="http://schemas.microsoft.com/office/drawing/2014/main" id="{0678CDBF-6D6C-4F2B-AFC8-8DEF88EC2D6F}"/>
              </a:ext>
            </a:extLst>
          </p:cNvPr>
          <p:cNvSpPr>
            <a:spLocks xmlns:a="http://schemas.openxmlformats.org/drawingml/2006/main" noGrp="1"/>
          </p:cNvSpPr>
          <p:nvPr/>
        </p:nvSpPr>
        <p:spPr>
          <a:xfrm xmlns:a="http://schemas.openxmlformats.org/drawingml/2006/main">
            <a:off x="514350" y="1733550"/>
            <a:ext cx="6743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0000"/>
              </a:lnSpc>
              <a:buNone/>
              <a:defRPr sz="1125" b="1" i="0">
                <a:solidFill>
                  <a:srgbClr val="005030"/>
                </a:solidFill>
                <a:latin typeface="Verdana"/>
                <a:ea typeface="Verdana"/>
                <a:cs typeface="Verdana"/>
              </a:defRPr>
            </a:pPr>
            <a:r>
              <a:rPr sz="1125" b="1" i="0">
                <a:solidFill>
                  <a:srgbClr val="005030"/>
                </a:solidFill>
                <a:latin typeface="Verdana"/>
                <a:ea typeface="Verdana"/>
                <a:cs typeface="Verdana"/>
              </a:rPr>
              <a:t>Medical review pending. Next scheduled review: July 2027.</a:t>
            </a:r>
          </a:p>
        </p:txBody>
      </p:sp>
      <p:sp>
        <p:nvSpPr>
          <p:cNvPr id="12" name="">
            <a:extLst xmlns:a="http://schemas.openxmlformats.org/drawingml/2006/main">
              <a:ext uri="{FF2B5EF4-FFF2-40B4-BE49-F238E27FC236}">
                <a16:creationId xmlns:a16="http://schemas.microsoft.com/office/drawing/2014/main" id="{CC8EF5EB-B61E-4443-97FF-D1000CD93AAC}"/>
              </a:ext>
            </a:extLst>
          </p:cNvPr>
          <p:cNvSpPr>
            <a:spLocks xmlns:a="http://schemas.openxmlformats.org/drawingml/2006/main" noGrp="1"/>
          </p:cNvSpPr>
          <p:nvPr/>
        </p:nvSpPr>
        <p:spPr>
          <a:xfrm xmlns:a="http://schemas.openxmlformats.org/drawingml/2006/main">
            <a:off x="514350" y="2019300"/>
            <a:ext cx="6743700" cy="933450"/>
          </a:xfrm>
          <a:prstGeom xmlns:a="http://schemas.openxmlformats.org/drawingml/2006/main" prst="roundRect">
            <a:avLst>
              <a:gd name="adj" fmla="val 12245"/>
            </a:avLst>
          </a:prstGeom>
          <a:solidFill xmlns:a="http://schemas.openxmlformats.org/drawingml/2006/main">
            <a:srgbClr val="FFF0E7"/>
          </a:solidFill>
          <a:ln xmlns:a="http://schemas.openxmlformats.org/drawingml/2006/main" w="9525">
            <a:solidFill>
              <a:srgbClr val="D9DEEA"/>
            </a:solidFill>
            <a:prstDash val="solid"/>
          </a:ln>
        </p:spPr>
      </p:sp>
      <p:sp>
        <p:nvSpPr>
          <p:cNvPr id="13" name="">
            <a:extLst xmlns:a="http://schemas.openxmlformats.org/drawingml/2006/main">
              <a:ext uri="{FF2B5EF4-FFF2-40B4-BE49-F238E27FC236}">
                <a16:creationId xmlns:a16="http://schemas.microsoft.com/office/drawing/2014/main" id="{2A9B9B84-A742-4945-B418-2E677A048DD2}"/>
              </a:ext>
            </a:extLst>
          </p:cNvPr>
          <p:cNvSpPr>
            <a:spLocks xmlns:a="http://schemas.openxmlformats.org/drawingml/2006/main" noGrp="1"/>
          </p:cNvSpPr>
          <p:nvPr/>
        </p:nvSpPr>
        <p:spPr>
          <a:xfrm xmlns:a="http://schemas.openxmlformats.org/drawingml/2006/main">
            <a:off x="514350" y="2019300"/>
            <a:ext cx="57150" cy="933450"/>
          </a:xfrm>
          <a:prstGeom xmlns:a="http://schemas.openxmlformats.org/drawingml/2006/main" prst="rect">
            <a:avLst/>
          </a:prstGeom>
          <a:solidFill xmlns:a="http://schemas.openxmlformats.org/drawingml/2006/main">
            <a:srgbClr val="F0723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E29682-D989-400B-BFE0-50F9ECF60549}"/>
              </a:ext>
            </a:extLst>
          </p:cNvPr>
          <p:cNvSpPr>
            <a:spLocks xmlns:a="http://schemas.openxmlformats.org/drawingml/2006/main" noGrp="1"/>
          </p:cNvSpPr>
          <p:nvPr/>
        </p:nvSpPr>
        <p:spPr>
          <a:xfrm xmlns:a="http://schemas.openxmlformats.org/drawingml/2006/main">
            <a:off x="685800" y="2152650"/>
            <a:ext cx="6419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2000"/>
              </a:lnSpc>
              <a:buNone/>
              <a:defRPr sz="1050" b="1" i="0">
                <a:solidFill>
                  <a:srgbClr val="0D1338"/>
                </a:solidFill>
                <a:latin typeface="Verdana"/>
                <a:ea typeface="Verdana"/>
                <a:cs typeface="Verdana"/>
              </a:defRPr>
            </a:pPr>
            <a:r>
              <a:rPr sz="1050" b="1" i="0">
                <a:solidFill>
                  <a:srgbClr val="0D1338"/>
                </a:solidFill>
                <a:latin typeface="Verdana"/>
                <a:ea typeface="Verdana"/>
                <a:cs typeface="Verdana"/>
              </a:rPr>
              <a:t>Medical disclaimer</a:t>
            </a:r>
          </a:p>
        </p:txBody>
      </p:sp>
      <p:sp>
        <p:nvSpPr>
          <p:cNvPr id="15" name="">
            <a:extLst xmlns:a="http://schemas.openxmlformats.org/drawingml/2006/main">
              <a:ext uri="{FF2B5EF4-FFF2-40B4-BE49-F238E27FC236}">
                <a16:creationId xmlns:a16="http://schemas.microsoft.com/office/drawing/2014/main" id="{5E8D0BB6-6A18-4089-AD40-4E8677C218FE}"/>
              </a:ext>
            </a:extLst>
          </p:cNvPr>
          <p:cNvSpPr>
            <a:spLocks xmlns:a="http://schemas.openxmlformats.org/drawingml/2006/main" noGrp="1"/>
          </p:cNvSpPr>
          <p:nvPr/>
        </p:nvSpPr>
        <p:spPr>
          <a:xfrm xmlns:a="http://schemas.openxmlformats.org/drawingml/2006/main">
            <a:off x="685800" y="2419350"/>
            <a:ext cx="6419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15000"/>
              </a:lnSpc>
              <a:buNone/>
              <a:defRPr sz="938" b="0" i="0">
                <a:solidFill>
                  <a:srgbClr val="273044"/>
                </a:solidFill>
                <a:latin typeface="Verdana"/>
                <a:ea typeface="Verdana"/>
                <a:cs typeface="Verdana"/>
              </a:defRPr>
            </a:pPr>
            <a:r>
              <a:rPr sz="938" b="0" i="0">
                <a:solidFill>
                  <a:srgbClr val="273044"/>
                </a:solidFill>
                <a:latin typeface="Verdana"/>
                <a:ea typeface="Verdana"/>
                <a:cs typeface="Verdana"/>
              </a:rPr>
              <a:t>This guide is for general education only. It is not medical advice, diagnosis, or treatment. Individual needs vary. Seek appropriate medical attention for severe low blood sugar, severe high blood sugar, sudden confusion, chest pain, trouble breathing, fainting, seizures, or other urgent symptoms.</a:t>
            </a:r>
          </a:p>
        </p:txBody>
      </p:sp>
      <p:sp>
        <p:nvSpPr>
          <p:cNvPr id="16" name="">
            <a:extLst xmlns:a="http://schemas.openxmlformats.org/drawingml/2006/main">
              <a:ext uri="{FF2B5EF4-FFF2-40B4-BE49-F238E27FC236}">
                <a16:creationId xmlns:a16="http://schemas.microsoft.com/office/drawing/2014/main" id="{D4CE0992-5B9C-416B-B5A7-602D74D1F883}"/>
              </a:ext>
            </a:extLst>
          </p:cNvPr>
          <p:cNvSpPr>
            <a:spLocks xmlns:a="http://schemas.openxmlformats.org/drawingml/2006/main" noGrp="1"/>
          </p:cNvSpPr>
          <p:nvPr/>
        </p:nvSpPr>
        <p:spPr>
          <a:xfrm xmlns:a="http://schemas.openxmlformats.org/drawingml/2006/main">
            <a:off x="704850" y="32385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09273c166f0c460f"/>
              </a:rPr>
              <a:t>[1] Centers for Disease Control and Prevention. About the Lifestyle Change Program. 2024. https://www.cdc.gov/diabetes-prevention/lifestyle-change-program/lifestyle-change-program-details.html</a:t>
            </a:r>
          </a:p>
        </p:txBody>
      </p:sp>
      <p:sp>
        <p:nvSpPr>
          <p:cNvPr id="17" name="">
            <a:extLst xmlns:a="http://schemas.openxmlformats.org/drawingml/2006/main">
              <a:ext uri="{FF2B5EF4-FFF2-40B4-BE49-F238E27FC236}">
                <a16:creationId xmlns:a16="http://schemas.microsoft.com/office/drawing/2014/main" id="{1BC036EB-D398-443D-9E12-4BC1181A60B0}"/>
              </a:ext>
            </a:extLst>
          </p:cNvPr>
          <p:cNvSpPr>
            <a:spLocks xmlns:a="http://schemas.openxmlformats.org/drawingml/2006/main" noGrp="1"/>
          </p:cNvSpPr>
          <p:nvPr/>
        </p:nvSpPr>
        <p:spPr>
          <a:xfrm xmlns:a="http://schemas.openxmlformats.org/drawingml/2006/main">
            <a:off x="704850" y="3733800"/>
            <a:ext cx="6553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59c7183d7fad486d"/>
              </a:rPr>
              <a:t>[2] American Diabetes Association, Diabetes Care. Facilitating Positive Health Behaviors and Well-being to Improve Health Outcomes: Standards of Care in Diabetes--2026. 2026. https://diabetesjournals.org/care/article/49/Supplement_1/S89/163932/5-Facilitating-Positive-Health-Behaviors-and-Well</a:t>
            </a:r>
          </a:p>
        </p:txBody>
      </p:sp>
      <p:sp>
        <p:nvSpPr>
          <p:cNvPr id="18" name="">
            <a:extLst xmlns:a="http://schemas.openxmlformats.org/drawingml/2006/main">
              <a:ext uri="{FF2B5EF4-FFF2-40B4-BE49-F238E27FC236}">
                <a16:creationId xmlns:a16="http://schemas.microsoft.com/office/drawing/2014/main" id="{11EB345C-925F-4411-8B1C-1DDCB9FA7790}"/>
              </a:ext>
            </a:extLst>
          </p:cNvPr>
          <p:cNvSpPr>
            <a:spLocks xmlns:a="http://schemas.openxmlformats.org/drawingml/2006/main" noGrp="1"/>
          </p:cNvSpPr>
          <p:nvPr/>
        </p:nvSpPr>
        <p:spPr>
          <a:xfrm xmlns:a="http://schemas.openxmlformats.org/drawingml/2006/main">
            <a:off x="704850" y="43053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c892dccee89949d0"/>
              </a:rPr>
              <a:t>[3] American Diabetes Association Diabetes Food Hub. What is the Diabetes Plate?. 2026. https://diabetesfoodhub.org/blog/what-diabetes-plate</a:t>
            </a:r>
          </a:p>
        </p:txBody>
      </p:sp>
      <p:sp>
        <p:nvSpPr>
          <p:cNvPr id="19" name="">
            <a:extLst xmlns:a="http://schemas.openxmlformats.org/drawingml/2006/main">
              <a:ext uri="{FF2B5EF4-FFF2-40B4-BE49-F238E27FC236}">
                <a16:creationId xmlns:a16="http://schemas.microsoft.com/office/drawing/2014/main" id="{1635661C-5DE3-44BA-85B8-CB031632E174}"/>
              </a:ext>
            </a:extLst>
          </p:cNvPr>
          <p:cNvSpPr>
            <a:spLocks xmlns:a="http://schemas.openxmlformats.org/drawingml/2006/main" noGrp="1"/>
          </p:cNvSpPr>
          <p:nvPr/>
        </p:nvSpPr>
        <p:spPr>
          <a:xfrm xmlns:a="http://schemas.openxmlformats.org/drawingml/2006/main">
            <a:off x="704850" y="48006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5c6a217540554538"/>
              </a:rPr>
              <a:t>[4] U.S. Food and Drug Administration. How to Understand and Use the Nutrition Facts Label. 2024. https://www.fda.gov/food/nutrition-facts-label/how-understand-and-use-nutrition-facts-label</a:t>
            </a:r>
          </a:p>
        </p:txBody>
      </p:sp>
      <p:sp>
        <p:nvSpPr>
          <p:cNvPr id="20" name="">
            <a:extLst xmlns:a="http://schemas.openxmlformats.org/drawingml/2006/main">
              <a:ext uri="{FF2B5EF4-FFF2-40B4-BE49-F238E27FC236}">
                <a16:creationId xmlns:a16="http://schemas.microsoft.com/office/drawing/2014/main" id="{613E5C86-19BE-445F-983D-D594ACC2CA72}"/>
              </a:ext>
            </a:extLst>
          </p:cNvPr>
          <p:cNvSpPr>
            <a:spLocks xmlns:a="http://schemas.openxmlformats.org/drawingml/2006/main" noGrp="1"/>
          </p:cNvSpPr>
          <p:nvPr/>
        </p:nvSpPr>
        <p:spPr>
          <a:xfrm xmlns:a="http://schemas.openxmlformats.org/drawingml/2006/main">
            <a:off x="704850" y="52959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29905f9fb488428f"/>
              </a:rPr>
              <a:t>[5] U.S. Department of Health and Human Services. Physical Activity Guidelines for Americans, 2nd edition. 2018. https://health.gov/sites/default/files/2019-09/Physical_Activity_Guidelines_2nd_edition.pdf</a:t>
            </a:r>
          </a:p>
        </p:txBody>
      </p:sp>
      <p:sp>
        <p:nvSpPr>
          <p:cNvPr id="21" name="">
            <a:extLst xmlns:a="http://schemas.openxmlformats.org/drawingml/2006/main">
              <a:ext uri="{FF2B5EF4-FFF2-40B4-BE49-F238E27FC236}">
                <a16:creationId xmlns:a16="http://schemas.microsoft.com/office/drawing/2014/main" id="{8B24D8A4-7BE1-4FEF-AE11-DA21D244EA5A}"/>
              </a:ext>
            </a:extLst>
          </p:cNvPr>
          <p:cNvSpPr>
            <a:spLocks xmlns:a="http://schemas.openxmlformats.org/drawingml/2006/main" noGrp="1"/>
          </p:cNvSpPr>
          <p:nvPr/>
        </p:nvSpPr>
        <p:spPr>
          <a:xfrm xmlns:a="http://schemas.openxmlformats.org/drawingml/2006/main">
            <a:off x="704850" y="57912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de2c8a53b2c04822"/>
              </a:rPr>
              <a:t>[6] National Heart, Lung, and Blood Institute. Sleep Deprivation and Deficiency: Healthy Sleep Habits. 2022. https://www.nhlbi.nih.gov/health/sleep-deprivation/healthy-sleep-habits</a:t>
            </a:r>
          </a:p>
        </p:txBody>
      </p:sp>
      <p:sp>
        <p:nvSpPr>
          <p:cNvPr id="22" name="">
            <a:extLst xmlns:a="http://schemas.openxmlformats.org/drawingml/2006/main">
              <a:ext uri="{FF2B5EF4-FFF2-40B4-BE49-F238E27FC236}">
                <a16:creationId xmlns:a16="http://schemas.microsoft.com/office/drawing/2014/main" id="{5D84302F-307E-41AB-8294-9E11A8C3CE6C}"/>
              </a:ext>
            </a:extLst>
          </p:cNvPr>
          <p:cNvSpPr>
            <a:spLocks xmlns:a="http://schemas.openxmlformats.org/drawingml/2006/main" noGrp="1"/>
          </p:cNvSpPr>
          <p:nvPr/>
        </p:nvSpPr>
        <p:spPr>
          <a:xfrm xmlns:a="http://schemas.openxmlformats.org/drawingml/2006/main">
            <a:off x="704850" y="6286500"/>
            <a:ext cx="655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6000"/>
              </a:lnSpc>
              <a:buNone/>
              <a:defRPr sz="810" b="0" i="0">
                <a:solidFill>
                  <a:srgbClr val="273044"/>
                </a:solidFill>
                <a:latin typeface="Verdana"/>
                <a:ea typeface="Verdana"/>
                <a:cs typeface="Verdana"/>
              </a:defRPr>
            </a:pPr>
            <a:r>
              <a:rPr sz="810" b="0" i="0">
                <a:solidFill>
                  <a:srgbClr val="273044"/>
                </a:solidFill>
                <a:latin typeface="Verdana"/>
                <a:ea typeface="Verdana"/>
                <a:cs typeface="Verdana"/>
                <a:hlinkClick xmlns:r="http://schemas.openxmlformats.org/officeDocument/2006/relationships" r:id="R21d4da2200e24adb"/>
              </a:rPr>
              <a:t>[7] U.S. Food and Drug Administration. Added Sugars on the Nutrition Facts Label. 2026. https://www.fda.gov/food/nutrition-facts-label/added-sugars-nutrition-facts-label</a:t>
            </a:r>
          </a:p>
        </p:txBody>
      </p:sp>
      <p:sp>
        <p:nvSpPr>
          <p:cNvPr id="23" name="">
            <a:extLst xmlns:a="http://schemas.openxmlformats.org/drawingml/2006/main">
              <a:ext uri="{FF2B5EF4-FFF2-40B4-BE49-F238E27FC236}">
                <a16:creationId xmlns:a16="http://schemas.microsoft.com/office/drawing/2014/main" id="{FEC1686A-56E9-4766-9F50-9E225B34F64F}"/>
              </a:ext>
            </a:extLst>
          </p:cNvPr>
          <p:cNvSpPr>
            <a:spLocks xmlns:a="http://schemas.openxmlformats.org/drawingml/2006/main" noGrp="1"/>
          </p:cNvSpPr>
          <p:nvPr/>
        </p:nvSpPr>
        <p:spPr>
          <a:xfrm xmlns:a="http://schemas.openxmlformats.org/drawingml/2006/main">
            <a:off x="514350" y="8439150"/>
            <a:ext cx="674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lnSpc>
                <a:spcPct val="108000"/>
              </a:lnSpc>
              <a:buNone/>
              <a:defRPr sz="765" b="0" i="0">
                <a:solidFill>
                  <a:srgbClr val="5F6878"/>
                </a:solidFill>
                <a:latin typeface="Verdana"/>
                <a:ea typeface="Verdana"/>
                <a:cs typeface="Verdana"/>
              </a:defRPr>
            </a:pPr>
            <a:r>
              <a:rPr sz="765" b="0" i="0">
                <a:solidFill>
                  <a:srgbClr val="5F6878"/>
                </a:solidFill>
                <a:latin typeface="Verdana"/>
                <a:ea typeface="Verdana"/>
                <a:cs typeface="Verdana"/>
              </a:rPr>
              <a:t>Publication date: July 30, 2026 | Medical review: pending | Accessibility status: editable PPTX with live text, shapes, links, and alt text for logo; exported PDF has not been certified PDF/UA.</a:t>
            </a:r>
          </a:p>
        </p:txBody>
      </p:sp>
    </p:spTree>
    <p:extLst>
      <p:ext uri="{BB962C8B-B14F-4D97-AF65-F5344CB8AC3E}">
        <p14:creationId xmlns:p14="http://schemas.microsoft.com/office/powerpoint/2010/main" val="61667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2026-07-30T23:26:12.6110000Z</dcterms:created>
  <dcterms:modified xsi:type="dcterms:W3CDTF">2026-07-30T23:26:12.6110000Z</dcterms:modified>
</coreProperties>
</file>